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0"/>
  </p:notesMasterIdLst>
  <p:handoutMasterIdLst>
    <p:handoutMasterId r:id="rId61"/>
  </p:handoutMasterIdLst>
  <p:sldIdLst>
    <p:sldId id="6523" r:id="rId2"/>
    <p:sldId id="6561" r:id="rId3"/>
    <p:sldId id="6550" r:id="rId4"/>
    <p:sldId id="6560" r:id="rId5"/>
    <p:sldId id="6563" r:id="rId6"/>
    <p:sldId id="6511" r:id="rId7"/>
    <p:sldId id="6512" r:id="rId8"/>
    <p:sldId id="6591" r:id="rId9"/>
    <p:sldId id="6592" r:id="rId10"/>
    <p:sldId id="6549" r:id="rId11"/>
    <p:sldId id="6548" r:id="rId12"/>
    <p:sldId id="6517" r:id="rId13"/>
    <p:sldId id="6519" r:id="rId14"/>
    <p:sldId id="6529" r:id="rId15"/>
    <p:sldId id="6526" r:id="rId16"/>
    <p:sldId id="6564" r:id="rId17"/>
    <p:sldId id="6537" r:id="rId18"/>
    <p:sldId id="6566" r:id="rId19"/>
    <p:sldId id="6565" r:id="rId20"/>
    <p:sldId id="6538" r:id="rId21"/>
    <p:sldId id="6570" r:id="rId22"/>
    <p:sldId id="6539" r:id="rId23"/>
    <p:sldId id="6567" r:id="rId24"/>
    <p:sldId id="6568" r:id="rId25"/>
    <p:sldId id="6571" r:id="rId26"/>
    <p:sldId id="6569" r:id="rId27"/>
    <p:sldId id="6559" r:id="rId28"/>
    <p:sldId id="6573" r:id="rId29"/>
    <p:sldId id="6540" r:id="rId30"/>
    <p:sldId id="6574" r:id="rId31"/>
    <p:sldId id="6578" r:id="rId32"/>
    <p:sldId id="6579" r:id="rId33"/>
    <p:sldId id="6593" r:id="rId34"/>
    <p:sldId id="6594" r:id="rId35"/>
    <p:sldId id="6547" r:id="rId36"/>
    <p:sldId id="6551" r:id="rId37"/>
    <p:sldId id="6581" r:id="rId38"/>
    <p:sldId id="6582" r:id="rId39"/>
    <p:sldId id="6543" r:id="rId40"/>
    <p:sldId id="6554" r:id="rId41"/>
    <p:sldId id="6546" r:id="rId42"/>
    <p:sldId id="6575" r:id="rId43"/>
    <p:sldId id="6525" r:id="rId44"/>
    <p:sldId id="6583" r:id="rId45"/>
    <p:sldId id="6584" r:id="rId46"/>
    <p:sldId id="6585" r:id="rId47"/>
    <p:sldId id="6587" r:id="rId48"/>
    <p:sldId id="6586" r:id="rId49"/>
    <p:sldId id="6562" r:id="rId50"/>
    <p:sldId id="6558" r:id="rId51"/>
    <p:sldId id="6588" r:id="rId52"/>
    <p:sldId id="6515" r:id="rId53"/>
    <p:sldId id="6590" r:id="rId54"/>
    <p:sldId id="6589" r:id="rId55"/>
    <p:sldId id="6557" r:id="rId56"/>
    <p:sldId id="6556" r:id="rId57"/>
    <p:sldId id="6577" r:id="rId58"/>
    <p:sldId id="657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18D5ADB-5983-4502-86DC-688796FCAABC}">
          <p14:sldIdLst>
            <p14:sldId id="6523"/>
            <p14:sldId id="6561"/>
            <p14:sldId id="6550"/>
            <p14:sldId id="6560"/>
            <p14:sldId id="6563"/>
            <p14:sldId id="6511"/>
            <p14:sldId id="6512"/>
            <p14:sldId id="6591"/>
            <p14:sldId id="6592"/>
            <p14:sldId id="6549"/>
            <p14:sldId id="6548"/>
            <p14:sldId id="6517"/>
            <p14:sldId id="6519"/>
            <p14:sldId id="6529"/>
            <p14:sldId id="6526"/>
            <p14:sldId id="6564"/>
            <p14:sldId id="6537"/>
            <p14:sldId id="6566"/>
            <p14:sldId id="6565"/>
            <p14:sldId id="6538"/>
            <p14:sldId id="6570"/>
            <p14:sldId id="6539"/>
            <p14:sldId id="6567"/>
            <p14:sldId id="6568"/>
            <p14:sldId id="6571"/>
            <p14:sldId id="6569"/>
            <p14:sldId id="6559"/>
            <p14:sldId id="6573"/>
            <p14:sldId id="6540"/>
            <p14:sldId id="6574"/>
            <p14:sldId id="6578"/>
            <p14:sldId id="6579"/>
            <p14:sldId id="6593"/>
            <p14:sldId id="6594"/>
            <p14:sldId id="6547"/>
            <p14:sldId id="6551"/>
            <p14:sldId id="6581"/>
            <p14:sldId id="6582"/>
            <p14:sldId id="6543"/>
            <p14:sldId id="6554"/>
            <p14:sldId id="6546"/>
            <p14:sldId id="6575"/>
            <p14:sldId id="6525"/>
            <p14:sldId id="6583"/>
            <p14:sldId id="6584"/>
            <p14:sldId id="6585"/>
            <p14:sldId id="6587"/>
            <p14:sldId id="6586"/>
            <p14:sldId id="6562"/>
            <p14:sldId id="6558"/>
            <p14:sldId id="6588"/>
            <p14:sldId id="6515"/>
            <p14:sldId id="6590"/>
            <p14:sldId id="6589"/>
            <p14:sldId id="6557"/>
            <p14:sldId id="6556"/>
            <p14:sldId id="6577"/>
            <p14:sldId id="65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9C9C9"/>
    <a:srgbClr val="C9DECC"/>
    <a:srgbClr val="EDF0E7"/>
    <a:srgbClr val="323232"/>
    <a:srgbClr val="26D9A1"/>
    <a:srgbClr val="F2F0E8"/>
    <a:srgbClr val="003933"/>
    <a:srgbClr val="003932"/>
    <a:srgbClr val="D1B0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0510C-2EE5-1A47-805A-39B2A324A585}" v="263" dt="2026-04-06T13:09:09.991"/>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18" autoAdjust="0"/>
    <p:restoredTop sz="84113" autoAdjust="0"/>
  </p:normalViewPr>
  <p:slideViewPr>
    <p:cSldViewPr snapToGrid="0" snapToObjects="1">
      <p:cViewPr varScale="1">
        <p:scale>
          <a:sx n="102" d="100"/>
          <a:sy n="102" d="100"/>
        </p:scale>
        <p:origin x="904" y="176"/>
      </p:cViewPr>
      <p:guideLst/>
    </p:cSldViewPr>
  </p:slideViewPr>
  <p:outlineViewPr>
    <p:cViewPr>
      <p:scale>
        <a:sx n="33" d="100"/>
        <a:sy n="33" d="100"/>
      </p:scale>
      <p:origin x="0" y="-73840"/>
    </p:cViewPr>
  </p:outlineViewPr>
  <p:notesTextViewPr>
    <p:cViewPr>
      <p:scale>
        <a:sx n="100" d="100"/>
        <a:sy n="100" d="100"/>
      </p:scale>
      <p:origin x="0" y="0"/>
    </p:cViewPr>
  </p:notesTextViewPr>
  <p:sorterViewPr>
    <p:cViewPr varScale="1">
      <p:scale>
        <a:sx n="100" d="100"/>
        <a:sy n="100" d="100"/>
      </p:scale>
      <p:origin x="0" y="-8052"/>
    </p:cViewPr>
  </p:sorterViewPr>
  <p:notesViewPr>
    <p:cSldViewPr snapToGrid="0" snapToObjects="1">
      <p:cViewPr varScale="1">
        <p:scale>
          <a:sx n="82" d="100"/>
          <a:sy n="82" d="100"/>
        </p:scale>
        <p:origin x="3876"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Anderson [Dig]" userId="f5483b51-e012-4a9d-ace4-037a766a79ca" providerId="ADAL" clId="{FB541CD8-4941-57EC-A47F-3782B4B05AF3}"/>
    <pc:docChg chg="undo redo custSel addSld delSld modSld modMainMaster modSection">
      <pc:chgData name="Joel Anderson [Dig]" userId="f5483b51-e012-4a9d-ace4-037a766a79ca" providerId="ADAL" clId="{FB541CD8-4941-57EC-A47F-3782B4B05AF3}" dt="2026-04-06T13:09:41.976" v="1842" actId="20577"/>
      <pc:docMkLst>
        <pc:docMk/>
      </pc:docMkLst>
      <pc:sldChg chg="modSp mod">
        <pc:chgData name="Joel Anderson [Dig]" userId="f5483b51-e012-4a9d-ace4-037a766a79ca" providerId="ADAL" clId="{FB541CD8-4941-57EC-A47F-3782B4B05AF3}" dt="2026-03-22T15:48:25.195" v="33" actId="1076"/>
        <pc:sldMkLst>
          <pc:docMk/>
          <pc:sldMk cId="3524271700" sldId="6511"/>
        </pc:sldMkLst>
        <pc:spChg chg="mod">
          <ac:chgData name="Joel Anderson [Dig]" userId="f5483b51-e012-4a9d-ace4-037a766a79ca" providerId="ADAL" clId="{FB541CD8-4941-57EC-A47F-3782B4B05AF3}" dt="2026-03-22T15:48:25.195" v="33" actId="1076"/>
          <ac:spMkLst>
            <pc:docMk/>
            <pc:sldMk cId="3524271700" sldId="6511"/>
            <ac:spMk id="55" creationId="{1970B5E6-4657-616D-B107-9EF4F7209248}"/>
          </ac:spMkLst>
        </pc:spChg>
      </pc:sldChg>
      <pc:sldChg chg="mod modShow">
        <pc:chgData name="Joel Anderson [Dig]" userId="f5483b51-e012-4a9d-ace4-037a766a79ca" providerId="ADAL" clId="{FB541CD8-4941-57EC-A47F-3782B4B05AF3}" dt="2026-03-22T15:40:11.519" v="2" actId="729"/>
        <pc:sldMkLst>
          <pc:docMk/>
          <pc:sldMk cId="195602070" sldId="6512"/>
        </pc:sldMkLst>
      </pc:sldChg>
      <pc:sldChg chg="del">
        <pc:chgData name="Joel Anderson [Dig]" userId="f5483b51-e012-4a9d-ace4-037a766a79ca" providerId="ADAL" clId="{FB541CD8-4941-57EC-A47F-3782B4B05AF3}" dt="2026-04-06T13:02:55.352" v="1787" actId="2696"/>
        <pc:sldMkLst>
          <pc:docMk/>
          <pc:sldMk cId="574052988" sldId="6516"/>
        </pc:sldMkLst>
      </pc:sldChg>
      <pc:sldChg chg="modSp mod">
        <pc:chgData name="Joel Anderson [Dig]" userId="f5483b51-e012-4a9d-ace4-037a766a79ca" providerId="ADAL" clId="{FB541CD8-4941-57EC-A47F-3782B4B05AF3}" dt="2026-04-06T13:09:41.976" v="1842" actId="20577"/>
        <pc:sldMkLst>
          <pc:docMk/>
          <pc:sldMk cId="2423601113" sldId="6523"/>
        </pc:sldMkLst>
        <pc:spChg chg="mod">
          <ac:chgData name="Joel Anderson [Dig]" userId="f5483b51-e012-4a9d-ace4-037a766a79ca" providerId="ADAL" clId="{FB541CD8-4941-57EC-A47F-3782B4B05AF3}" dt="2026-04-06T13:09:41.976" v="1842" actId="20577"/>
          <ac:spMkLst>
            <pc:docMk/>
            <pc:sldMk cId="2423601113" sldId="6523"/>
            <ac:spMk id="5" creationId="{1CC865B5-9562-E523-F17C-520F3861D076}"/>
          </ac:spMkLst>
        </pc:spChg>
      </pc:sldChg>
      <pc:sldChg chg="addSp delSp modSp mod">
        <pc:chgData name="Joel Anderson [Dig]" userId="f5483b51-e012-4a9d-ace4-037a766a79ca" providerId="ADAL" clId="{FB541CD8-4941-57EC-A47F-3782B4B05AF3}" dt="2026-04-06T13:07:50.808" v="1809"/>
        <pc:sldMkLst>
          <pc:docMk/>
          <pc:sldMk cId="2988001089" sldId="6529"/>
        </pc:sldMkLst>
        <pc:picChg chg="add mod">
          <ac:chgData name="Joel Anderson [Dig]" userId="f5483b51-e012-4a9d-ace4-037a766a79ca" providerId="ADAL" clId="{FB541CD8-4941-57EC-A47F-3782B4B05AF3}" dt="2026-04-06T13:07:50.808" v="1809"/>
          <ac:picMkLst>
            <pc:docMk/>
            <pc:sldMk cId="2988001089" sldId="6529"/>
            <ac:picMk id="4" creationId="{A1EED2AC-86B9-F626-D055-BA495055A6F6}"/>
          </ac:picMkLst>
        </pc:picChg>
        <pc:picChg chg="add mod">
          <ac:chgData name="Joel Anderson [Dig]" userId="f5483b51-e012-4a9d-ace4-037a766a79ca" providerId="ADAL" clId="{FB541CD8-4941-57EC-A47F-3782B4B05AF3}" dt="2026-04-06T13:07:50.808" v="1809"/>
          <ac:picMkLst>
            <pc:docMk/>
            <pc:sldMk cId="2988001089" sldId="6529"/>
            <ac:picMk id="5" creationId="{0DEDDEFE-C7A9-1291-CEFD-1B03E08656AE}"/>
          </ac:picMkLst>
        </pc:picChg>
        <pc:picChg chg="del">
          <ac:chgData name="Joel Anderson [Dig]" userId="f5483b51-e012-4a9d-ace4-037a766a79ca" providerId="ADAL" clId="{FB541CD8-4941-57EC-A47F-3782B4B05AF3}" dt="2026-04-06T13:07:50.458" v="1808" actId="478"/>
          <ac:picMkLst>
            <pc:docMk/>
            <pc:sldMk cId="2988001089" sldId="6529"/>
            <ac:picMk id="6" creationId="{26B65406-8A74-6432-6175-AC4CA8AE645B}"/>
          </ac:picMkLst>
        </pc:picChg>
        <pc:picChg chg="del">
          <ac:chgData name="Joel Anderson [Dig]" userId="f5483b51-e012-4a9d-ace4-037a766a79ca" providerId="ADAL" clId="{FB541CD8-4941-57EC-A47F-3782B4B05AF3}" dt="2026-04-06T13:07:50.458" v="1808" actId="478"/>
          <ac:picMkLst>
            <pc:docMk/>
            <pc:sldMk cId="2988001089" sldId="6529"/>
            <ac:picMk id="10" creationId="{CB2D5247-D3F4-341A-CEF7-22DB1F5A7750}"/>
          </ac:picMkLst>
        </pc:picChg>
      </pc:sldChg>
      <pc:sldChg chg="del">
        <pc:chgData name="Joel Anderson [Dig]" userId="f5483b51-e012-4a9d-ace4-037a766a79ca" providerId="ADAL" clId="{FB541CD8-4941-57EC-A47F-3782B4B05AF3}" dt="2026-04-06T13:02:55.352" v="1787" actId="2696"/>
        <pc:sldMkLst>
          <pc:docMk/>
          <pc:sldMk cId="3968658029" sldId="6533"/>
        </pc:sldMkLst>
      </pc:sldChg>
      <pc:sldChg chg="modSp mod">
        <pc:chgData name="Joel Anderson [Dig]" userId="f5483b51-e012-4a9d-ace4-037a766a79ca" providerId="ADAL" clId="{FB541CD8-4941-57EC-A47F-3782B4B05AF3}" dt="2026-04-06T12:44:22.611" v="1609" actId="20577"/>
        <pc:sldMkLst>
          <pc:docMk/>
          <pc:sldMk cId="2614843213" sldId="6539"/>
        </pc:sldMkLst>
        <pc:graphicFrameChg chg="modGraphic">
          <ac:chgData name="Joel Anderson [Dig]" userId="f5483b51-e012-4a9d-ace4-037a766a79ca" providerId="ADAL" clId="{FB541CD8-4941-57EC-A47F-3782B4B05AF3}" dt="2026-04-06T12:44:22.611" v="1609" actId="20577"/>
          <ac:graphicFrameMkLst>
            <pc:docMk/>
            <pc:sldMk cId="2614843213" sldId="6539"/>
            <ac:graphicFrameMk id="6" creationId="{C3EC13FB-E5A5-DCA2-718D-54B1BF3A5922}"/>
          </ac:graphicFrameMkLst>
        </pc:graphicFrameChg>
      </pc:sldChg>
      <pc:sldChg chg="addSp delSp modSp mod">
        <pc:chgData name="Joel Anderson [Dig]" userId="f5483b51-e012-4a9d-ace4-037a766a79ca" providerId="ADAL" clId="{FB541CD8-4941-57EC-A47F-3782B4B05AF3}" dt="2026-03-26T12:38:16.906" v="1266" actId="1076"/>
        <pc:sldMkLst>
          <pc:docMk/>
          <pc:sldMk cId="2317511425" sldId="6547"/>
        </pc:sldMkLst>
        <pc:picChg chg="add mod">
          <ac:chgData name="Joel Anderson [Dig]" userId="f5483b51-e012-4a9d-ace4-037a766a79ca" providerId="ADAL" clId="{FB541CD8-4941-57EC-A47F-3782B4B05AF3}" dt="2026-03-26T12:38:16.906" v="1266" actId="1076"/>
          <ac:picMkLst>
            <pc:docMk/>
            <pc:sldMk cId="2317511425" sldId="6547"/>
            <ac:picMk id="10" creationId="{9C0E9A74-50FB-9146-2490-9B3D676E0F22}"/>
          </ac:picMkLst>
        </pc:picChg>
      </pc:sldChg>
      <pc:sldChg chg="addSp delSp modSp mod delAnim modAnim modShow">
        <pc:chgData name="Joel Anderson [Dig]" userId="f5483b51-e012-4a9d-ace4-037a766a79ca" providerId="ADAL" clId="{FB541CD8-4941-57EC-A47F-3782B4B05AF3}" dt="2026-03-22T16:10:14.732" v="449"/>
        <pc:sldMkLst>
          <pc:docMk/>
          <pc:sldMk cId="3939072934" sldId="6548"/>
        </pc:sldMkLst>
        <pc:spChg chg="mod">
          <ac:chgData name="Joel Anderson [Dig]" userId="f5483b51-e012-4a9d-ace4-037a766a79ca" providerId="ADAL" clId="{FB541CD8-4941-57EC-A47F-3782B4B05AF3}" dt="2026-03-22T15:52:39.465" v="182" actId="20577"/>
          <ac:spMkLst>
            <pc:docMk/>
            <pc:sldMk cId="3939072934" sldId="6548"/>
            <ac:spMk id="2" creationId="{663986C5-FAD7-40E8-D489-BEEB4830B1F8}"/>
          </ac:spMkLst>
        </pc:spChg>
        <pc:spChg chg="add mod">
          <ac:chgData name="Joel Anderson [Dig]" userId="f5483b51-e012-4a9d-ace4-037a766a79ca" providerId="ADAL" clId="{FB541CD8-4941-57EC-A47F-3782B4B05AF3}" dt="2026-03-22T16:04:32.275" v="270" actId="1035"/>
          <ac:spMkLst>
            <pc:docMk/>
            <pc:sldMk cId="3939072934" sldId="6548"/>
            <ac:spMk id="7" creationId="{DFB12B8B-3B15-28B6-B883-32338A612EC1}"/>
          </ac:spMkLst>
        </pc:spChg>
        <pc:spChg chg="add mod">
          <ac:chgData name="Joel Anderson [Dig]" userId="f5483b51-e012-4a9d-ace4-037a766a79ca" providerId="ADAL" clId="{FB541CD8-4941-57EC-A47F-3782B4B05AF3}" dt="2026-03-22T16:08:11.263" v="303" actId="164"/>
          <ac:spMkLst>
            <pc:docMk/>
            <pc:sldMk cId="3939072934" sldId="6548"/>
            <ac:spMk id="8" creationId="{4882A0F1-4C30-92B3-1733-792523B04B65}"/>
          </ac:spMkLst>
        </pc:spChg>
        <pc:spChg chg="add mod">
          <ac:chgData name="Joel Anderson [Dig]" userId="f5483b51-e012-4a9d-ace4-037a766a79ca" providerId="ADAL" clId="{FB541CD8-4941-57EC-A47F-3782B4B05AF3}" dt="2026-03-22T16:08:20.287" v="304" actId="164"/>
          <ac:spMkLst>
            <pc:docMk/>
            <pc:sldMk cId="3939072934" sldId="6548"/>
            <ac:spMk id="9" creationId="{CD7CB41E-A7C9-55DC-70D4-4C9717CA68C3}"/>
          </ac:spMkLst>
        </pc:spChg>
        <pc:grpChg chg="add mod">
          <ac:chgData name="Joel Anderson [Dig]" userId="f5483b51-e012-4a9d-ace4-037a766a79ca" providerId="ADAL" clId="{FB541CD8-4941-57EC-A47F-3782B4B05AF3}" dt="2026-03-22T16:08:11.263" v="303" actId="164"/>
          <ac:grpSpMkLst>
            <pc:docMk/>
            <pc:sldMk cId="3939072934" sldId="6548"/>
            <ac:grpSpMk id="14" creationId="{0BBEA80F-99FD-E74D-C001-3BDCE6FF2B95}"/>
          </ac:grpSpMkLst>
        </pc:grpChg>
        <pc:grpChg chg="add mod">
          <ac:chgData name="Joel Anderson [Dig]" userId="f5483b51-e012-4a9d-ace4-037a766a79ca" providerId="ADAL" clId="{FB541CD8-4941-57EC-A47F-3782B4B05AF3}" dt="2026-03-22T16:08:20.287" v="304" actId="164"/>
          <ac:grpSpMkLst>
            <pc:docMk/>
            <pc:sldMk cId="3939072934" sldId="6548"/>
            <ac:grpSpMk id="15" creationId="{1EAED3F7-19F4-A1CD-33EE-C85759603932}"/>
          </ac:grpSpMkLst>
        </pc:grpChg>
        <pc:picChg chg="add mod modCrop">
          <ac:chgData name="Joel Anderson [Dig]" userId="f5483b51-e012-4a9d-ace4-037a766a79ca" providerId="ADAL" clId="{FB541CD8-4941-57EC-A47F-3782B4B05AF3}" dt="2026-03-22T16:05:30.557" v="287" actId="1076"/>
          <ac:picMkLst>
            <pc:docMk/>
            <pc:sldMk cId="3939072934" sldId="6548"/>
            <ac:picMk id="11" creationId="{4558C7DF-3CBB-AAA4-604C-18779C279DDE}"/>
          </ac:picMkLst>
        </pc:picChg>
        <pc:picChg chg="add mod modCrop">
          <ac:chgData name="Joel Anderson [Dig]" userId="f5483b51-e012-4a9d-ace4-037a766a79ca" providerId="ADAL" clId="{FB541CD8-4941-57EC-A47F-3782B4B05AF3}" dt="2026-03-22T16:08:11.263" v="303" actId="164"/>
          <ac:picMkLst>
            <pc:docMk/>
            <pc:sldMk cId="3939072934" sldId="6548"/>
            <ac:picMk id="12" creationId="{6C28E47B-6BA0-995C-AACA-7DE76202B81F}"/>
          </ac:picMkLst>
        </pc:picChg>
        <pc:picChg chg="add mod modCrop">
          <ac:chgData name="Joel Anderson [Dig]" userId="f5483b51-e012-4a9d-ace4-037a766a79ca" providerId="ADAL" clId="{FB541CD8-4941-57EC-A47F-3782B4B05AF3}" dt="2026-03-22T16:08:20.287" v="304" actId="164"/>
          <ac:picMkLst>
            <pc:docMk/>
            <pc:sldMk cId="3939072934" sldId="6548"/>
            <ac:picMk id="13" creationId="{D41F22C6-2DB3-B6BC-09A0-94B28EC1DC2A}"/>
          </ac:picMkLst>
        </pc:picChg>
      </pc:sldChg>
      <pc:sldChg chg="modSp">
        <pc:chgData name="Joel Anderson [Dig]" userId="f5483b51-e012-4a9d-ace4-037a766a79ca" providerId="ADAL" clId="{FB541CD8-4941-57EC-A47F-3782B4B05AF3}" dt="2026-03-22T15:51:24.438" v="109" actId="404"/>
        <pc:sldMkLst>
          <pc:docMk/>
          <pc:sldMk cId="1877650460" sldId="6549"/>
        </pc:sldMkLst>
        <pc:spChg chg="mod">
          <ac:chgData name="Joel Anderson [Dig]" userId="f5483b51-e012-4a9d-ace4-037a766a79ca" providerId="ADAL" clId="{FB541CD8-4941-57EC-A47F-3782B4B05AF3}" dt="2026-03-22T15:50:55.035" v="83" actId="404"/>
          <ac:spMkLst>
            <pc:docMk/>
            <pc:sldMk cId="1877650460" sldId="6549"/>
            <ac:spMk id="14" creationId="{C1472CAE-2010-DD05-DFB4-5B339F975D68}"/>
          </ac:spMkLst>
        </pc:spChg>
        <pc:spChg chg="mod">
          <ac:chgData name="Joel Anderson [Dig]" userId="f5483b51-e012-4a9d-ace4-037a766a79ca" providerId="ADAL" clId="{FB541CD8-4941-57EC-A47F-3782B4B05AF3}" dt="2026-03-22T15:51:11.788" v="101" actId="20577"/>
          <ac:spMkLst>
            <pc:docMk/>
            <pc:sldMk cId="1877650460" sldId="6549"/>
            <ac:spMk id="15" creationId="{6922A6E4-C116-8DFD-9E79-1678BDA367A5}"/>
          </ac:spMkLst>
        </pc:spChg>
        <pc:spChg chg="mod">
          <ac:chgData name="Joel Anderson [Dig]" userId="f5483b51-e012-4a9d-ace4-037a766a79ca" providerId="ADAL" clId="{FB541CD8-4941-57EC-A47F-3782B4B05AF3}" dt="2026-03-22T15:51:24.438" v="109" actId="404"/>
          <ac:spMkLst>
            <pc:docMk/>
            <pc:sldMk cId="1877650460" sldId="6549"/>
            <ac:spMk id="16" creationId="{0AB98065-8C89-DAEE-C91E-A93DD6D48318}"/>
          </ac:spMkLst>
        </pc:spChg>
      </pc:sldChg>
      <pc:sldChg chg="addSp delSp modSp mod addAnim delAnim modAnim">
        <pc:chgData name="Joel Anderson [Dig]" userId="f5483b51-e012-4a9d-ace4-037a766a79ca" providerId="ADAL" clId="{FB541CD8-4941-57EC-A47F-3782B4B05AF3}" dt="2026-04-02T12:01:25.417" v="1596" actId="1076"/>
        <pc:sldMkLst>
          <pc:docMk/>
          <pc:sldMk cId="2256897953" sldId="6558"/>
        </pc:sldMkLst>
        <pc:spChg chg="mod">
          <ac:chgData name="Joel Anderson [Dig]" userId="f5483b51-e012-4a9d-ace4-037a766a79ca" providerId="ADAL" clId="{FB541CD8-4941-57EC-A47F-3782B4B05AF3}" dt="2026-04-02T12:01:25.417" v="1596" actId="1076"/>
          <ac:spMkLst>
            <pc:docMk/>
            <pc:sldMk cId="2256897953" sldId="6558"/>
            <ac:spMk id="16" creationId="{4AC54A99-5AA0-B808-B7C7-0D969264E0A6}"/>
          </ac:spMkLst>
        </pc:spChg>
        <pc:spChg chg="mod">
          <ac:chgData name="Joel Anderson [Dig]" userId="f5483b51-e012-4a9d-ace4-037a766a79ca" providerId="ADAL" clId="{FB541CD8-4941-57EC-A47F-3782B4B05AF3}" dt="2026-04-02T12:01:25.417" v="1596" actId="1076"/>
          <ac:spMkLst>
            <pc:docMk/>
            <pc:sldMk cId="2256897953" sldId="6558"/>
            <ac:spMk id="29" creationId="{1BD2021B-F6C6-E3D7-98D3-38F6A5A17E20}"/>
          </ac:spMkLst>
        </pc:spChg>
        <pc:spChg chg="add del mod">
          <ac:chgData name="Joel Anderson [Dig]" userId="f5483b51-e012-4a9d-ace4-037a766a79ca" providerId="ADAL" clId="{FB541CD8-4941-57EC-A47F-3782B4B05AF3}" dt="2026-04-02T12:00:32.078" v="1594" actId="1036"/>
          <ac:spMkLst>
            <pc:docMk/>
            <pc:sldMk cId="2256897953" sldId="6558"/>
            <ac:spMk id="32" creationId="{8B6EF5F0-DE1A-798A-4F30-BA7D5F0CB128}"/>
          </ac:spMkLst>
        </pc:spChg>
        <pc:cxnChg chg="mod">
          <ac:chgData name="Joel Anderson [Dig]" userId="f5483b51-e012-4a9d-ace4-037a766a79ca" providerId="ADAL" clId="{FB541CD8-4941-57EC-A47F-3782B4B05AF3}" dt="2026-04-02T12:01:25.417" v="1596" actId="1076"/>
          <ac:cxnSpMkLst>
            <pc:docMk/>
            <pc:sldMk cId="2256897953" sldId="6558"/>
            <ac:cxnSpMk id="20" creationId="{2B4A8225-048F-7F51-19DF-6ADE6D275B31}"/>
          </ac:cxnSpMkLst>
        </pc:cxnChg>
      </pc:sldChg>
      <pc:sldChg chg="addSp delSp modSp mod modAnim modNotesTx">
        <pc:chgData name="Joel Anderson [Dig]" userId="f5483b51-e012-4a9d-ace4-037a766a79ca" providerId="ADAL" clId="{FB541CD8-4941-57EC-A47F-3782B4B05AF3}" dt="2026-04-06T13:09:23.475" v="1839" actId="20577"/>
        <pc:sldMkLst>
          <pc:docMk/>
          <pc:sldMk cId="2850116124" sldId="6561"/>
        </pc:sldMkLst>
        <pc:graphicFrameChg chg="mod modGraphic">
          <ac:chgData name="Joel Anderson [Dig]" userId="f5483b51-e012-4a9d-ace4-037a766a79ca" providerId="ADAL" clId="{FB541CD8-4941-57EC-A47F-3782B4B05AF3}" dt="2026-04-06T13:09:12.720" v="1838" actId="20577"/>
          <ac:graphicFrameMkLst>
            <pc:docMk/>
            <pc:sldMk cId="2850116124" sldId="6561"/>
            <ac:graphicFrameMk id="7" creationId="{E4D880E9-553A-920E-B401-A2515C7FBD4F}"/>
          </ac:graphicFrameMkLst>
        </pc:graphicFrameChg>
      </pc:sldChg>
      <pc:sldChg chg="modSp mod modShow">
        <pc:chgData name="Joel Anderson [Dig]" userId="f5483b51-e012-4a9d-ace4-037a766a79ca" providerId="ADAL" clId="{FB541CD8-4941-57EC-A47F-3782B4B05AF3}" dt="2026-04-02T11:39:03.361" v="1551" actId="729"/>
        <pc:sldMkLst>
          <pc:docMk/>
          <pc:sldMk cId="1228524274" sldId="6562"/>
        </pc:sldMkLst>
        <pc:graphicFrameChg chg="modGraphic">
          <ac:chgData name="Joel Anderson [Dig]" userId="f5483b51-e012-4a9d-ace4-037a766a79ca" providerId="ADAL" clId="{FB541CD8-4941-57EC-A47F-3782B4B05AF3}" dt="2026-04-02T11:38:43.041" v="1550" actId="20577"/>
          <ac:graphicFrameMkLst>
            <pc:docMk/>
            <pc:sldMk cId="1228524274" sldId="6562"/>
            <ac:graphicFrameMk id="5" creationId="{45C38434-931D-D6E0-E89F-75DAE130BB96}"/>
          </ac:graphicFrameMkLst>
        </pc:graphicFrameChg>
      </pc:sldChg>
      <pc:sldChg chg="addSp delSp modSp mod">
        <pc:chgData name="Joel Anderson [Dig]" userId="f5483b51-e012-4a9d-ace4-037a766a79ca" providerId="ADAL" clId="{FB541CD8-4941-57EC-A47F-3782B4B05AF3}" dt="2026-04-06T13:08:37.884" v="1817"/>
        <pc:sldMkLst>
          <pc:docMk/>
          <pc:sldMk cId="3729387514" sldId="6563"/>
        </pc:sldMkLst>
        <pc:spChg chg="mod">
          <ac:chgData name="Joel Anderson [Dig]" userId="f5483b51-e012-4a9d-ace4-037a766a79ca" providerId="ADAL" clId="{FB541CD8-4941-57EC-A47F-3782B4B05AF3}" dt="2026-03-22T19:05:46.526" v="910" actId="20577"/>
          <ac:spMkLst>
            <pc:docMk/>
            <pc:sldMk cId="3729387514" sldId="6563"/>
            <ac:spMk id="10" creationId="{BE1B3EBA-A06C-E8B8-DF44-A32DFAD905CA}"/>
          </ac:spMkLst>
        </pc:spChg>
        <pc:spChg chg="mod">
          <ac:chgData name="Joel Anderson [Dig]" userId="f5483b51-e012-4a9d-ace4-037a766a79ca" providerId="ADAL" clId="{FB541CD8-4941-57EC-A47F-3782B4B05AF3}" dt="2026-03-22T19:05:52.071" v="919" actId="20577"/>
          <ac:spMkLst>
            <pc:docMk/>
            <pc:sldMk cId="3729387514" sldId="6563"/>
            <ac:spMk id="11" creationId="{E8707AD8-175F-4F78-9133-FD3F7587A047}"/>
          </ac:spMkLst>
        </pc:spChg>
        <pc:picChg chg="add mod modCrop">
          <ac:chgData name="Joel Anderson [Dig]" userId="f5483b51-e012-4a9d-ace4-037a766a79ca" providerId="ADAL" clId="{FB541CD8-4941-57EC-A47F-3782B4B05AF3}" dt="2026-04-06T12:57:03.129" v="1777" actId="1076"/>
          <ac:picMkLst>
            <pc:docMk/>
            <pc:sldMk cId="3729387514" sldId="6563"/>
            <ac:picMk id="4" creationId="{6B261819-2F42-5913-BBEC-B35F22F61191}"/>
          </ac:picMkLst>
        </pc:picChg>
        <pc:picChg chg="mod">
          <ac:chgData name="Joel Anderson [Dig]" userId="f5483b51-e012-4a9d-ace4-037a766a79ca" providerId="ADAL" clId="{FB541CD8-4941-57EC-A47F-3782B4B05AF3}" dt="2026-04-06T12:57:03.129" v="1777" actId="1076"/>
          <ac:picMkLst>
            <pc:docMk/>
            <pc:sldMk cId="3729387514" sldId="6563"/>
            <ac:picMk id="5" creationId="{2A029546-99ED-4C26-D990-7371CD0959F2}"/>
          </ac:picMkLst>
        </pc:picChg>
        <pc:picChg chg="del">
          <ac:chgData name="Joel Anderson [Dig]" userId="f5483b51-e012-4a9d-ace4-037a766a79ca" providerId="ADAL" clId="{FB541CD8-4941-57EC-A47F-3782B4B05AF3}" dt="2026-04-06T12:56:18.487" v="1767" actId="478"/>
          <ac:picMkLst>
            <pc:docMk/>
            <pc:sldMk cId="3729387514" sldId="6563"/>
            <ac:picMk id="6" creationId="{FC65295E-0735-3A61-AEF5-4E50431AE36B}"/>
          </ac:picMkLst>
        </pc:picChg>
        <pc:picChg chg="mod">
          <ac:chgData name="Joel Anderson [Dig]" userId="f5483b51-e012-4a9d-ace4-037a766a79ca" providerId="ADAL" clId="{FB541CD8-4941-57EC-A47F-3782B4B05AF3}" dt="2026-04-06T12:57:03.129" v="1777" actId="1076"/>
          <ac:picMkLst>
            <pc:docMk/>
            <pc:sldMk cId="3729387514" sldId="6563"/>
            <ac:picMk id="7" creationId="{DFDD1C50-F5CD-4BC8-AD07-276725355FF0}"/>
          </ac:picMkLst>
        </pc:picChg>
        <pc:picChg chg="del mod">
          <ac:chgData name="Joel Anderson [Dig]" userId="f5483b51-e012-4a9d-ace4-037a766a79ca" providerId="ADAL" clId="{FB541CD8-4941-57EC-A47F-3782B4B05AF3}" dt="2026-04-06T13:08:37.691" v="1816" actId="478"/>
          <ac:picMkLst>
            <pc:docMk/>
            <pc:sldMk cId="3729387514" sldId="6563"/>
            <ac:picMk id="8" creationId="{F454098E-71FF-DC16-B49A-BF1413C44E5F}"/>
          </ac:picMkLst>
        </pc:picChg>
        <pc:picChg chg="del">
          <ac:chgData name="Joel Anderson [Dig]" userId="f5483b51-e012-4a9d-ace4-037a766a79ca" providerId="ADAL" clId="{FB541CD8-4941-57EC-A47F-3782B4B05AF3}" dt="2026-04-06T13:08:37.691" v="1816" actId="478"/>
          <ac:picMkLst>
            <pc:docMk/>
            <pc:sldMk cId="3729387514" sldId="6563"/>
            <ac:picMk id="9" creationId="{B1164FE4-C3FF-5496-AD6A-F48C1D925FDC}"/>
          </ac:picMkLst>
        </pc:picChg>
        <pc:picChg chg="add mod">
          <ac:chgData name="Joel Anderson [Dig]" userId="f5483b51-e012-4a9d-ace4-037a766a79ca" providerId="ADAL" clId="{FB541CD8-4941-57EC-A47F-3782B4B05AF3}" dt="2026-04-06T13:08:37.884" v="1817"/>
          <ac:picMkLst>
            <pc:docMk/>
            <pc:sldMk cId="3729387514" sldId="6563"/>
            <ac:picMk id="12" creationId="{C007C5A5-B829-6ABA-E501-F10E61FE00AE}"/>
          </ac:picMkLst>
        </pc:picChg>
        <pc:picChg chg="add mod">
          <ac:chgData name="Joel Anderson [Dig]" userId="f5483b51-e012-4a9d-ace4-037a766a79ca" providerId="ADAL" clId="{FB541CD8-4941-57EC-A47F-3782B4B05AF3}" dt="2026-04-06T13:08:37.884" v="1817"/>
          <ac:picMkLst>
            <pc:docMk/>
            <pc:sldMk cId="3729387514" sldId="6563"/>
            <ac:picMk id="13" creationId="{39D158D3-60EC-C42F-FD6B-695640AB4973}"/>
          </ac:picMkLst>
        </pc:picChg>
      </pc:sldChg>
      <pc:sldChg chg="addSp delSp modSp mod">
        <pc:chgData name="Joel Anderson [Dig]" userId="f5483b51-e012-4a9d-ace4-037a766a79ca" providerId="ADAL" clId="{FB541CD8-4941-57EC-A47F-3782B4B05AF3}" dt="2026-04-06T13:08:30.388" v="1815"/>
        <pc:sldMkLst>
          <pc:docMk/>
          <pc:sldMk cId="3138517451" sldId="6564"/>
        </pc:sldMkLst>
        <pc:spChg chg="mod">
          <ac:chgData name="Joel Anderson [Dig]" userId="f5483b51-e012-4a9d-ace4-037a766a79ca" providerId="ADAL" clId="{FB541CD8-4941-57EC-A47F-3782B4B05AF3}" dt="2026-03-24T12:13:48.804" v="1080" actId="20577"/>
          <ac:spMkLst>
            <pc:docMk/>
            <pc:sldMk cId="3138517451" sldId="6564"/>
            <ac:spMk id="10" creationId="{BE1B3EBA-A06C-E8B8-DF44-A32DFAD905CA}"/>
          </ac:spMkLst>
        </pc:spChg>
        <pc:spChg chg="mod">
          <ac:chgData name="Joel Anderson [Dig]" userId="f5483b51-e012-4a9d-ace4-037a766a79ca" providerId="ADAL" clId="{FB541CD8-4941-57EC-A47F-3782B4B05AF3}" dt="2026-03-24T12:13:52.076" v="1081" actId="20577"/>
          <ac:spMkLst>
            <pc:docMk/>
            <pc:sldMk cId="3138517451" sldId="6564"/>
            <ac:spMk id="11" creationId="{E8707AD8-175F-4F78-9133-FD3F7587A047}"/>
          </ac:spMkLst>
        </pc:spChg>
        <pc:picChg chg="add mod">
          <ac:chgData name="Joel Anderson [Dig]" userId="f5483b51-e012-4a9d-ace4-037a766a79ca" providerId="ADAL" clId="{FB541CD8-4941-57EC-A47F-3782B4B05AF3}" dt="2026-04-06T13:08:30.388" v="1815"/>
          <ac:picMkLst>
            <pc:docMk/>
            <pc:sldMk cId="3138517451" sldId="6564"/>
            <ac:picMk id="4" creationId="{DB9FC025-2D22-FE3A-EE77-AA82A61E7541}"/>
          </ac:picMkLst>
        </pc:picChg>
        <pc:picChg chg="add mod">
          <ac:chgData name="Joel Anderson [Dig]" userId="f5483b51-e012-4a9d-ace4-037a766a79ca" providerId="ADAL" clId="{FB541CD8-4941-57EC-A47F-3782B4B05AF3}" dt="2026-04-06T13:08:30.388" v="1815"/>
          <ac:picMkLst>
            <pc:docMk/>
            <pc:sldMk cId="3138517451" sldId="6564"/>
            <ac:picMk id="6" creationId="{09D024F0-C2FB-06FC-A092-E796376826F2}"/>
          </ac:picMkLst>
        </pc:picChg>
        <pc:picChg chg="del">
          <ac:chgData name="Joel Anderson [Dig]" userId="f5483b51-e012-4a9d-ace4-037a766a79ca" providerId="ADAL" clId="{FB541CD8-4941-57EC-A47F-3782B4B05AF3}" dt="2026-04-06T13:08:30.219" v="1814" actId="478"/>
          <ac:picMkLst>
            <pc:docMk/>
            <pc:sldMk cId="3138517451" sldId="6564"/>
            <ac:picMk id="8" creationId="{F454098E-71FF-DC16-B49A-BF1413C44E5F}"/>
          </ac:picMkLst>
        </pc:picChg>
        <pc:picChg chg="del">
          <ac:chgData name="Joel Anderson [Dig]" userId="f5483b51-e012-4a9d-ace4-037a766a79ca" providerId="ADAL" clId="{FB541CD8-4941-57EC-A47F-3782B4B05AF3}" dt="2026-04-06T13:08:30.219" v="1814" actId="478"/>
          <ac:picMkLst>
            <pc:docMk/>
            <pc:sldMk cId="3138517451" sldId="6564"/>
            <ac:picMk id="9" creationId="{B1164FE4-C3FF-5496-AD6A-F48C1D925FDC}"/>
          </ac:picMkLst>
        </pc:picChg>
      </pc:sldChg>
      <pc:sldChg chg="modSp mod">
        <pc:chgData name="Joel Anderson [Dig]" userId="f5483b51-e012-4a9d-ace4-037a766a79ca" providerId="ADAL" clId="{FB541CD8-4941-57EC-A47F-3782B4B05AF3}" dt="2026-04-06T12:45:25.763" v="1642" actId="20577"/>
        <pc:sldMkLst>
          <pc:docMk/>
          <pc:sldMk cId="1830694144" sldId="6569"/>
        </pc:sldMkLst>
        <pc:graphicFrameChg chg="modGraphic">
          <ac:chgData name="Joel Anderson [Dig]" userId="f5483b51-e012-4a9d-ace4-037a766a79ca" providerId="ADAL" clId="{FB541CD8-4941-57EC-A47F-3782B4B05AF3}" dt="2026-04-06T12:45:25.763" v="1642" actId="20577"/>
          <ac:graphicFrameMkLst>
            <pc:docMk/>
            <pc:sldMk cId="1830694144" sldId="6569"/>
            <ac:graphicFrameMk id="6" creationId="{C3EC13FB-E5A5-DCA2-718D-54B1BF3A5922}"/>
          </ac:graphicFrameMkLst>
        </pc:graphicFrameChg>
      </pc:sldChg>
      <pc:sldChg chg="del">
        <pc:chgData name="Joel Anderson [Dig]" userId="f5483b51-e012-4a9d-ace4-037a766a79ca" providerId="ADAL" clId="{FB541CD8-4941-57EC-A47F-3782B4B05AF3}" dt="2026-04-06T13:02:55.352" v="1787" actId="2696"/>
        <pc:sldMkLst>
          <pc:docMk/>
          <pc:sldMk cId="1546204076" sldId="6572"/>
        </pc:sldMkLst>
      </pc:sldChg>
      <pc:sldChg chg="addSp delSp modSp mod">
        <pc:chgData name="Joel Anderson [Dig]" userId="f5483b51-e012-4a9d-ace4-037a766a79ca" providerId="ADAL" clId="{FB541CD8-4941-57EC-A47F-3782B4B05AF3}" dt="2026-04-06T13:07:42.410" v="1807"/>
        <pc:sldMkLst>
          <pc:docMk/>
          <pc:sldMk cId="769041074" sldId="6573"/>
        </pc:sldMkLst>
        <pc:picChg chg="add mod">
          <ac:chgData name="Joel Anderson [Dig]" userId="f5483b51-e012-4a9d-ace4-037a766a79ca" providerId="ADAL" clId="{FB541CD8-4941-57EC-A47F-3782B4B05AF3}" dt="2026-04-06T13:07:42.410" v="1807"/>
          <ac:picMkLst>
            <pc:docMk/>
            <pc:sldMk cId="769041074" sldId="6573"/>
            <ac:picMk id="4" creationId="{9DA0630B-2D36-885A-DCEF-55AD45C6BEE2}"/>
          </ac:picMkLst>
        </pc:picChg>
        <pc:picChg chg="add mod">
          <ac:chgData name="Joel Anderson [Dig]" userId="f5483b51-e012-4a9d-ace4-037a766a79ca" providerId="ADAL" clId="{FB541CD8-4941-57EC-A47F-3782B4B05AF3}" dt="2026-04-06T13:07:42.410" v="1807"/>
          <ac:picMkLst>
            <pc:docMk/>
            <pc:sldMk cId="769041074" sldId="6573"/>
            <ac:picMk id="5" creationId="{7A0A6AFF-7FB4-413F-74AD-E0FEF116D67A}"/>
          </ac:picMkLst>
        </pc:picChg>
        <pc:picChg chg="del">
          <ac:chgData name="Joel Anderson [Dig]" userId="f5483b51-e012-4a9d-ace4-037a766a79ca" providerId="ADAL" clId="{FB541CD8-4941-57EC-A47F-3782B4B05AF3}" dt="2026-04-06T13:07:42.152" v="1806" actId="478"/>
          <ac:picMkLst>
            <pc:docMk/>
            <pc:sldMk cId="769041074" sldId="6573"/>
            <ac:picMk id="6" creationId="{26B65406-8A74-6432-6175-AC4CA8AE645B}"/>
          </ac:picMkLst>
        </pc:picChg>
        <pc:picChg chg="del">
          <ac:chgData name="Joel Anderson [Dig]" userId="f5483b51-e012-4a9d-ace4-037a766a79ca" providerId="ADAL" clId="{FB541CD8-4941-57EC-A47F-3782B4B05AF3}" dt="2026-04-06T13:07:42.152" v="1806" actId="478"/>
          <ac:picMkLst>
            <pc:docMk/>
            <pc:sldMk cId="769041074" sldId="6573"/>
            <ac:picMk id="10" creationId="{CB2D5247-D3F4-341A-CEF7-22DB1F5A7750}"/>
          </ac:picMkLst>
        </pc:picChg>
      </pc:sldChg>
      <pc:sldChg chg="addSp delSp modSp mod">
        <pc:chgData name="Joel Anderson [Dig]" userId="f5483b51-e012-4a9d-ace4-037a766a79ca" providerId="ADAL" clId="{FB541CD8-4941-57EC-A47F-3782B4B05AF3}" dt="2026-04-06T13:08:22.056" v="1813"/>
        <pc:sldMkLst>
          <pc:docMk/>
          <pc:sldMk cId="2251377" sldId="6574"/>
        </pc:sldMkLst>
        <pc:spChg chg="mod">
          <ac:chgData name="Joel Anderson [Dig]" userId="f5483b51-e012-4a9d-ace4-037a766a79ca" providerId="ADAL" clId="{FB541CD8-4941-57EC-A47F-3782B4B05AF3}" dt="2026-03-26T12:01:30.730" v="1093" actId="20577"/>
          <ac:spMkLst>
            <pc:docMk/>
            <pc:sldMk cId="2251377" sldId="6574"/>
            <ac:spMk id="10" creationId="{BE1B3EBA-A06C-E8B8-DF44-A32DFAD905CA}"/>
          </ac:spMkLst>
        </pc:spChg>
        <pc:spChg chg="mod">
          <ac:chgData name="Joel Anderson [Dig]" userId="f5483b51-e012-4a9d-ace4-037a766a79ca" providerId="ADAL" clId="{FB541CD8-4941-57EC-A47F-3782B4B05AF3}" dt="2026-04-06T12:54:23.480" v="1758" actId="20577"/>
          <ac:spMkLst>
            <pc:docMk/>
            <pc:sldMk cId="2251377" sldId="6574"/>
            <ac:spMk id="11" creationId="{E8707AD8-175F-4F78-9133-FD3F7587A047}"/>
          </ac:spMkLst>
        </pc:spChg>
        <pc:picChg chg="add mod">
          <ac:chgData name="Joel Anderson [Dig]" userId="f5483b51-e012-4a9d-ace4-037a766a79ca" providerId="ADAL" clId="{FB541CD8-4941-57EC-A47F-3782B4B05AF3}" dt="2026-04-06T12:54:45.824" v="1766" actId="167"/>
          <ac:picMkLst>
            <pc:docMk/>
            <pc:sldMk cId="2251377" sldId="6574"/>
            <ac:picMk id="4" creationId="{16BB4B7D-B38B-0AD1-BF8F-B31997E49527}"/>
          </ac:picMkLst>
        </pc:picChg>
        <pc:picChg chg="add mod">
          <ac:chgData name="Joel Anderson [Dig]" userId="f5483b51-e012-4a9d-ace4-037a766a79ca" providerId="ADAL" clId="{FB541CD8-4941-57EC-A47F-3782B4B05AF3}" dt="2026-04-06T13:08:22.056" v="1813"/>
          <ac:picMkLst>
            <pc:docMk/>
            <pc:sldMk cId="2251377" sldId="6574"/>
            <ac:picMk id="5" creationId="{D70F3C38-5276-FD7E-AB9B-07BE98FB8062}"/>
          </ac:picMkLst>
        </pc:picChg>
        <pc:picChg chg="add mod">
          <ac:chgData name="Joel Anderson [Dig]" userId="f5483b51-e012-4a9d-ace4-037a766a79ca" providerId="ADAL" clId="{FB541CD8-4941-57EC-A47F-3782B4B05AF3}" dt="2026-04-06T13:08:22.056" v="1813"/>
          <ac:picMkLst>
            <pc:docMk/>
            <pc:sldMk cId="2251377" sldId="6574"/>
            <ac:picMk id="6" creationId="{2E947C60-80A0-87CD-4DC6-B5295DF44ABD}"/>
          </ac:picMkLst>
        </pc:picChg>
        <pc:picChg chg="del">
          <ac:chgData name="Joel Anderson [Dig]" userId="f5483b51-e012-4a9d-ace4-037a766a79ca" providerId="ADAL" clId="{FB541CD8-4941-57EC-A47F-3782B4B05AF3}" dt="2026-04-06T13:08:21.913" v="1812" actId="478"/>
          <ac:picMkLst>
            <pc:docMk/>
            <pc:sldMk cId="2251377" sldId="6574"/>
            <ac:picMk id="8" creationId="{F454098E-71FF-DC16-B49A-BF1413C44E5F}"/>
          </ac:picMkLst>
        </pc:picChg>
        <pc:picChg chg="del">
          <ac:chgData name="Joel Anderson [Dig]" userId="f5483b51-e012-4a9d-ace4-037a766a79ca" providerId="ADAL" clId="{FB541CD8-4941-57EC-A47F-3782B4B05AF3}" dt="2026-04-06T13:08:21.913" v="1812" actId="478"/>
          <ac:picMkLst>
            <pc:docMk/>
            <pc:sldMk cId="2251377" sldId="6574"/>
            <ac:picMk id="9" creationId="{B1164FE4-C3FF-5496-AD6A-F48C1D925FDC}"/>
          </ac:picMkLst>
        </pc:picChg>
        <pc:picChg chg="del">
          <ac:chgData name="Joel Anderson [Dig]" userId="f5483b51-e012-4a9d-ace4-037a766a79ca" providerId="ADAL" clId="{FB541CD8-4941-57EC-A47F-3782B4B05AF3}" dt="2026-04-06T12:54:29.397" v="1759" actId="478"/>
          <ac:picMkLst>
            <pc:docMk/>
            <pc:sldMk cId="2251377" sldId="6574"/>
            <ac:picMk id="16" creationId="{B8CE87B7-BB58-42B0-3D48-9DDAF9FD05E0}"/>
          </ac:picMkLst>
        </pc:picChg>
      </pc:sldChg>
      <pc:sldChg chg="addSp delSp modSp mod">
        <pc:chgData name="Joel Anderson [Dig]" userId="f5483b51-e012-4a9d-ace4-037a766a79ca" providerId="ADAL" clId="{FB541CD8-4941-57EC-A47F-3782B4B05AF3}" dt="2026-04-06T13:07:33.599" v="1805"/>
        <pc:sldMkLst>
          <pc:docMk/>
          <pc:sldMk cId="1918706277" sldId="6575"/>
        </pc:sldMkLst>
        <pc:picChg chg="add mod">
          <ac:chgData name="Joel Anderson [Dig]" userId="f5483b51-e012-4a9d-ace4-037a766a79ca" providerId="ADAL" clId="{FB541CD8-4941-57EC-A47F-3782B4B05AF3}" dt="2026-04-06T13:07:33.599" v="1805"/>
          <ac:picMkLst>
            <pc:docMk/>
            <pc:sldMk cId="1918706277" sldId="6575"/>
            <ac:picMk id="4" creationId="{AF0E77EA-3CA7-0F57-2FA9-C85710F078CB}"/>
          </ac:picMkLst>
        </pc:picChg>
        <pc:picChg chg="add mod">
          <ac:chgData name="Joel Anderson [Dig]" userId="f5483b51-e012-4a9d-ace4-037a766a79ca" providerId="ADAL" clId="{FB541CD8-4941-57EC-A47F-3782B4B05AF3}" dt="2026-04-06T13:07:33.599" v="1805"/>
          <ac:picMkLst>
            <pc:docMk/>
            <pc:sldMk cId="1918706277" sldId="6575"/>
            <ac:picMk id="5" creationId="{B075BD34-435E-77A8-9C10-DF2FC5A81910}"/>
          </ac:picMkLst>
        </pc:picChg>
        <pc:picChg chg="del">
          <ac:chgData name="Joel Anderson [Dig]" userId="f5483b51-e012-4a9d-ace4-037a766a79ca" providerId="ADAL" clId="{FB541CD8-4941-57EC-A47F-3782B4B05AF3}" dt="2026-04-06T13:07:33.365" v="1804" actId="478"/>
          <ac:picMkLst>
            <pc:docMk/>
            <pc:sldMk cId="1918706277" sldId="6575"/>
            <ac:picMk id="6" creationId="{26B65406-8A74-6432-6175-AC4CA8AE645B}"/>
          </ac:picMkLst>
        </pc:picChg>
        <pc:picChg chg="del">
          <ac:chgData name="Joel Anderson [Dig]" userId="f5483b51-e012-4a9d-ace4-037a766a79ca" providerId="ADAL" clId="{FB541CD8-4941-57EC-A47F-3782B4B05AF3}" dt="2026-04-06T13:07:33.365" v="1804" actId="478"/>
          <ac:picMkLst>
            <pc:docMk/>
            <pc:sldMk cId="1918706277" sldId="6575"/>
            <ac:picMk id="10" creationId="{CB2D5247-D3F4-341A-CEF7-22DB1F5A7750}"/>
          </ac:picMkLst>
        </pc:picChg>
      </pc:sldChg>
      <pc:sldChg chg="modSp mod">
        <pc:chgData name="Joel Anderson [Dig]" userId="f5483b51-e012-4a9d-ace4-037a766a79ca" providerId="ADAL" clId="{FB541CD8-4941-57EC-A47F-3782B4B05AF3}" dt="2026-04-06T13:06:58.005" v="1795" actId="18331"/>
        <pc:sldMkLst>
          <pc:docMk/>
          <pc:sldMk cId="2918577960" sldId="6576"/>
        </pc:sldMkLst>
        <pc:picChg chg="mod modCrop">
          <ac:chgData name="Joel Anderson [Dig]" userId="f5483b51-e012-4a9d-ace4-037a766a79ca" providerId="ADAL" clId="{FB541CD8-4941-57EC-A47F-3782B4B05AF3}" dt="2026-04-06T13:06:58.005" v="1795" actId="18331"/>
          <ac:picMkLst>
            <pc:docMk/>
            <pc:sldMk cId="2918577960" sldId="6576"/>
            <ac:picMk id="6" creationId="{26B65406-8A74-6432-6175-AC4CA8AE645B}"/>
          </ac:picMkLst>
        </pc:picChg>
      </pc:sldChg>
      <pc:sldChg chg="addSp delSp modSp mod">
        <pc:chgData name="Joel Anderson [Dig]" userId="f5483b51-e012-4a9d-ace4-037a766a79ca" providerId="ADAL" clId="{FB541CD8-4941-57EC-A47F-3782B4B05AF3}" dt="2026-04-06T13:07:28.879" v="1803" actId="1076"/>
        <pc:sldMkLst>
          <pc:docMk/>
          <pc:sldMk cId="3437955321" sldId="6583"/>
        </pc:sldMkLst>
        <pc:spChg chg="mod">
          <ac:chgData name="Joel Anderson [Dig]" userId="f5483b51-e012-4a9d-ace4-037a766a79ca" providerId="ADAL" clId="{FB541CD8-4941-57EC-A47F-3782B4B05AF3}" dt="2026-04-06T12:52:10.738" v="1729" actId="20577"/>
          <ac:spMkLst>
            <pc:docMk/>
            <pc:sldMk cId="3437955321" sldId="6583"/>
            <ac:spMk id="10" creationId="{BE1B3EBA-A06C-E8B8-DF44-A32DFAD905CA}"/>
          </ac:spMkLst>
        </pc:spChg>
        <pc:spChg chg="mod">
          <ac:chgData name="Joel Anderson [Dig]" userId="f5483b51-e012-4a9d-ace4-037a766a79ca" providerId="ADAL" clId="{FB541CD8-4941-57EC-A47F-3782B4B05AF3}" dt="2026-04-06T12:52:18.704" v="1741" actId="20577"/>
          <ac:spMkLst>
            <pc:docMk/>
            <pc:sldMk cId="3437955321" sldId="6583"/>
            <ac:spMk id="11" creationId="{E8707AD8-175F-4F78-9133-FD3F7587A047}"/>
          </ac:spMkLst>
        </pc:spChg>
        <pc:grpChg chg="mod">
          <ac:chgData name="Joel Anderson [Dig]" userId="f5483b51-e012-4a9d-ace4-037a766a79ca" providerId="ADAL" clId="{FB541CD8-4941-57EC-A47F-3782B4B05AF3}" dt="2026-04-06T12:53:37.615" v="1749" actId="1076"/>
          <ac:grpSpMkLst>
            <pc:docMk/>
            <pc:sldMk cId="3437955321" sldId="6583"/>
            <ac:grpSpMk id="13" creationId="{B54D36B7-BE90-5B70-DD84-4C3985165BAC}"/>
          </ac:grpSpMkLst>
        </pc:grpChg>
        <pc:picChg chg="add mod">
          <ac:chgData name="Joel Anderson [Dig]" userId="f5483b51-e012-4a9d-ace4-037a766a79ca" providerId="ADAL" clId="{FB541CD8-4941-57EC-A47F-3782B4B05AF3}" dt="2026-04-06T12:53:31.803" v="1747" actId="1076"/>
          <ac:picMkLst>
            <pc:docMk/>
            <pc:sldMk cId="3437955321" sldId="6583"/>
            <ac:picMk id="5" creationId="{DBBCFDF8-8265-D2DE-1AE2-9134666468FA}"/>
          </ac:picMkLst>
        </pc:picChg>
        <pc:picChg chg="del">
          <ac:chgData name="Joel Anderson [Dig]" userId="f5483b51-e012-4a9d-ace4-037a766a79ca" providerId="ADAL" clId="{FB541CD8-4941-57EC-A47F-3782B4B05AF3}" dt="2026-04-06T12:53:23.056" v="1745" actId="478"/>
          <ac:picMkLst>
            <pc:docMk/>
            <pc:sldMk cId="3437955321" sldId="6583"/>
            <ac:picMk id="6" creationId="{8442F8E0-FBA2-BBE3-9F06-602CEC3C23DD}"/>
          </ac:picMkLst>
        </pc:picChg>
        <pc:picChg chg="del mod">
          <ac:chgData name="Joel Anderson [Dig]" userId="f5483b51-e012-4a9d-ace4-037a766a79ca" providerId="ADAL" clId="{FB541CD8-4941-57EC-A47F-3782B4B05AF3}" dt="2026-04-06T13:07:20.641" v="1798" actId="478"/>
          <ac:picMkLst>
            <pc:docMk/>
            <pc:sldMk cId="3437955321" sldId="6583"/>
            <ac:picMk id="8" creationId="{F454098E-71FF-DC16-B49A-BF1413C44E5F}"/>
          </ac:picMkLst>
        </pc:picChg>
        <pc:picChg chg="del">
          <ac:chgData name="Joel Anderson [Dig]" userId="f5483b51-e012-4a9d-ace4-037a766a79ca" providerId="ADAL" clId="{FB541CD8-4941-57EC-A47F-3782B4B05AF3}" dt="2026-04-06T13:07:21.004" v="1799" actId="478"/>
          <ac:picMkLst>
            <pc:docMk/>
            <pc:sldMk cId="3437955321" sldId="6583"/>
            <ac:picMk id="9" creationId="{B1164FE4-C3FF-5496-AD6A-F48C1D925FDC}"/>
          </ac:picMkLst>
        </pc:picChg>
        <pc:picChg chg="add mod">
          <ac:chgData name="Joel Anderson [Dig]" userId="f5483b51-e012-4a9d-ace4-037a766a79ca" providerId="ADAL" clId="{FB541CD8-4941-57EC-A47F-3782B4B05AF3}" dt="2026-04-06T13:07:27.355" v="1802" actId="1076"/>
          <ac:picMkLst>
            <pc:docMk/>
            <pc:sldMk cId="3437955321" sldId="6583"/>
            <ac:picMk id="14" creationId="{73ED3F48-AF5C-254E-22DC-2A0BE86A1F4E}"/>
          </ac:picMkLst>
        </pc:picChg>
        <pc:picChg chg="add mod">
          <ac:chgData name="Joel Anderson [Dig]" userId="f5483b51-e012-4a9d-ace4-037a766a79ca" providerId="ADAL" clId="{FB541CD8-4941-57EC-A47F-3782B4B05AF3}" dt="2026-04-06T13:07:28.879" v="1803" actId="1076"/>
          <ac:picMkLst>
            <pc:docMk/>
            <pc:sldMk cId="3437955321" sldId="6583"/>
            <ac:picMk id="15" creationId="{144D98F6-847F-A541-C5F1-12369F197842}"/>
          </ac:picMkLst>
        </pc:picChg>
      </pc:sldChg>
      <pc:sldChg chg="addSp delSp modSp mod delAnim modAnim">
        <pc:chgData name="Joel Anderson [Dig]" userId="f5483b51-e012-4a9d-ace4-037a766a79ca" providerId="ADAL" clId="{FB541CD8-4941-57EC-A47F-3782B4B05AF3}" dt="2026-04-02T11:35:50.865" v="1375" actId="1038"/>
        <pc:sldMkLst>
          <pc:docMk/>
          <pc:sldMk cId="1899057193" sldId="6584"/>
        </pc:sldMkLst>
        <pc:graphicFrameChg chg="modGraphic">
          <ac:chgData name="Joel Anderson [Dig]" userId="f5483b51-e012-4a9d-ace4-037a766a79ca" providerId="ADAL" clId="{FB541CD8-4941-57EC-A47F-3782B4B05AF3}" dt="2026-04-02T11:35:37.581" v="1364" actId="20577"/>
          <ac:graphicFrameMkLst>
            <pc:docMk/>
            <pc:sldMk cId="1899057193" sldId="6584"/>
            <ac:graphicFrameMk id="12" creationId="{F5965B33-2C1F-FFD3-D774-FBB5A52DD768}"/>
          </ac:graphicFrameMkLst>
        </pc:graphicFrameChg>
        <pc:graphicFrameChg chg="modGraphic">
          <ac:chgData name="Joel Anderson [Dig]" userId="f5483b51-e012-4a9d-ace4-037a766a79ca" providerId="ADAL" clId="{FB541CD8-4941-57EC-A47F-3782B4B05AF3}" dt="2026-04-02T11:35:39.940" v="1367" actId="20577"/>
          <ac:graphicFrameMkLst>
            <pc:docMk/>
            <pc:sldMk cId="1899057193" sldId="6584"/>
            <ac:graphicFrameMk id="21" creationId="{21B4613A-58BD-5D8F-D952-7E7341B870FA}"/>
          </ac:graphicFrameMkLst>
        </pc:graphicFrameChg>
        <pc:graphicFrameChg chg="modGraphic">
          <ac:chgData name="Joel Anderson [Dig]" userId="f5483b51-e012-4a9d-ace4-037a766a79ca" providerId="ADAL" clId="{FB541CD8-4941-57EC-A47F-3782B4B05AF3}" dt="2026-04-02T11:35:42.147" v="1371" actId="20577"/>
          <ac:graphicFrameMkLst>
            <pc:docMk/>
            <pc:sldMk cId="1899057193" sldId="6584"/>
            <ac:graphicFrameMk id="28" creationId="{DFE7A164-3B5A-71FF-F725-F0791D9D1200}"/>
          </ac:graphicFrameMkLst>
        </pc:graphicFrameChg>
        <pc:picChg chg="add mod">
          <ac:chgData name="Joel Anderson [Dig]" userId="f5483b51-e012-4a9d-ace4-037a766a79ca" providerId="ADAL" clId="{FB541CD8-4941-57EC-A47F-3782B4B05AF3}" dt="2026-04-02T11:35:50.865" v="1375" actId="1038"/>
          <ac:picMkLst>
            <pc:docMk/>
            <pc:sldMk cId="1899057193" sldId="6584"/>
            <ac:picMk id="7" creationId="{F3DF7731-FE53-8D54-3BC1-890D77D9E22D}"/>
          </ac:picMkLst>
        </pc:picChg>
        <pc:picChg chg="add mod">
          <ac:chgData name="Joel Anderson [Dig]" userId="f5483b51-e012-4a9d-ace4-037a766a79ca" providerId="ADAL" clId="{FB541CD8-4941-57EC-A47F-3782B4B05AF3}" dt="2026-04-02T11:32:05.506" v="1289" actId="14100"/>
          <ac:picMkLst>
            <pc:docMk/>
            <pc:sldMk cId="1899057193" sldId="6584"/>
            <ac:picMk id="9" creationId="{166948FA-88DF-9914-E642-4F8D4CA5821A}"/>
          </ac:picMkLst>
        </pc:picChg>
        <pc:picChg chg="add mod">
          <ac:chgData name="Joel Anderson [Dig]" userId="f5483b51-e012-4a9d-ace4-037a766a79ca" providerId="ADAL" clId="{FB541CD8-4941-57EC-A47F-3782B4B05AF3}" dt="2026-04-02T11:35:46.444" v="1374" actId="1035"/>
          <ac:picMkLst>
            <pc:docMk/>
            <pc:sldMk cId="1899057193" sldId="6584"/>
            <ac:picMk id="10" creationId="{0B9C9A0E-F4FF-F6E0-E178-2840A6C7EC56}"/>
          </ac:picMkLst>
        </pc:picChg>
      </pc:sldChg>
      <pc:sldChg chg="addSp delSp modSp mod delAnim modNotesTx">
        <pc:chgData name="Joel Anderson [Dig]" userId="f5483b51-e012-4a9d-ace4-037a766a79ca" providerId="ADAL" clId="{FB541CD8-4941-57EC-A47F-3782B4B05AF3}" dt="2026-04-02T11:37:35.691" v="1507" actId="20577"/>
        <pc:sldMkLst>
          <pc:docMk/>
          <pc:sldMk cId="2830143227" sldId="6587"/>
        </pc:sldMkLst>
        <pc:picChg chg="add mod">
          <ac:chgData name="Joel Anderson [Dig]" userId="f5483b51-e012-4a9d-ace4-037a766a79ca" providerId="ADAL" clId="{FB541CD8-4941-57EC-A47F-3782B4B05AF3}" dt="2026-04-02T11:36:56.796" v="1377"/>
          <ac:picMkLst>
            <pc:docMk/>
            <pc:sldMk cId="2830143227" sldId="6587"/>
            <ac:picMk id="10" creationId="{2CF58064-74BA-607C-AB95-473CA95E5C16}"/>
          </ac:picMkLst>
        </pc:picChg>
      </pc:sldChg>
      <pc:sldChg chg="modSp mod">
        <pc:chgData name="Joel Anderson [Dig]" userId="f5483b51-e012-4a9d-ace4-037a766a79ca" providerId="ADAL" clId="{FB541CD8-4941-57EC-A47F-3782B4B05AF3}" dt="2026-04-06T12:44:55.308" v="1623"/>
        <pc:sldMkLst>
          <pc:docMk/>
          <pc:sldMk cId="3457568229" sldId="6588"/>
        </pc:sldMkLst>
        <pc:spChg chg="mod">
          <ac:chgData name="Joel Anderson [Dig]" userId="f5483b51-e012-4a9d-ace4-037a766a79ca" providerId="ADAL" clId="{FB541CD8-4941-57EC-A47F-3782B4B05AF3}" dt="2026-04-06T12:44:55.308" v="1623"/>
          <ac:spMkLst>
            <pc:docMk/>
            <pc:sldMk cId="3457568229" sldId="6588"/>
            <ac:spMk id="28" creationId="{5CB98103-3F03-D817-1AD1-55EFF5685B8F}"/>
          </ac:spMkLst>
        </pc:spChg>
        <pc:graphicFrameChg chg="modGraphic">
          <ac:chgData name="Joel Anderson [Dig]" userId="f5483b51-e012-4a9d-ace4-037a766a79ca" providerId="ADAL" clId="{FB541CD8-4941-57EC-A47F-3782B4B05AF3}" dt="2026-04-06T12:44:51.869" v="1622" actId="20577"/>
          <ac:graphicFrameMkLst>
            <pc:docMk/>
            <pc:sldMk cId="3457568229" sldId="6588"/>
            <ac:graphicFrameMk id="6" creationId="{C3EC13FB-E5A5-DCA2-718D-54B1BF3A5922}"/>
          </ac:graphicFrameMkLst>
        </pc:graphicFrameChg>
      </pc:sldChg>
      <pc:sldChg chg="addSp delSp modSp new mod modAnim">
        <pc:chgData name="Joel Anderson [Dig]" userId="f5483b51-e012-4a9d-ace4-037a766a79ca" providerId="ADAL" clId="{FB541CD8-4941-57EC-A47F-3782B4B05AF3}" dt="2026-04-06T12:51:24.723" v="1717" actId="1076"/>
        <pc:sldMkLst>
          <pc:docMk/>
          <pc:sldMk cId="1564868020" sldId="6591"/>
        </pc:sldMkLst>
        <pc:spChg chg="mod">
          <ac:chgData name="Joel Anderson [Dig]" userId="f5483b51-e012-4a9d-ace4-037a766a79ca" providerId="ADAL" clId="{FB541CD8-4941-57EC-A47F-3782B4B05AF3}" dt="2026-04-06T12:51:10.034" v="1714" actId="1076"/>
          <ac:spMkLst>
            <pc:docMk/>
            <pc:sldMk cId="1564868020" sldId="6591"/>
            <ac:spMk id="2" creationId="{4CC7F693-A215-46C6-832B-653BD4E6AD54}"/>
          </ac:spMkLst>
        </pc:spChg>
        <pc:spChg chg="add mod">
          <ac:chgData name="Joel Anderson [Dig]" userId="f5483b51-e012-4a9d-ace4-037a766a79ca" providerId="ADAL" clId="{FB541CD8-4941-57EC-A47F-3782B4B05AF3}" dt="2026-04-06T12:51:24.723" v="1717" actId="1076"/>
          <ac:spMkLst>
            <pc:docMk/>
            <pc:sldMk cId="1564868020" sldId="6591"/>
            <ac:spMk id="5" creationId="{B3E00A96-5169-4841-7724-7159A3297CF9}"/>
          </ac:spMkLst>
        </pc:spChg>
        <pc:spChg chg="add mod">
          <ac:chgData name="Joel Anderson [Dig]" userId="f5483b51-e012-4a9d-ace4-037a766a79ca" providerId="ADAL" clId="{FB541CD8-4941-57EC-A47F-3782B4B05AF3}" dt="2026-04-06T12:51:20.580" v="1716" actId="1076"/>
          <ac:spMkLst>
            <pc:docMk/>
            <pc:sldMk cId="1564868020" sldId="6591"/>
            <ac:spMk id="6" creationId="{993F498A-55C7-D7AB-3DB4-C8A1F7B808F7}"/>
          </ac:spMkLst>
        </pc:spChg>
        <pc:spChg chg="add mod">
          <ac:chgData name="Joel Anderson [Dig]" userId="f5483b51-e012-4a9d-ace4-037a766a79ca" providerId="ADAL" clId="{FB541CD8-4941-57EC-A47F-3782B4B05AF3}" dt="2026-04-06T12:51:20.580" v="1716" actId="1076"/>
          <ac:spMkLst>
            <pc:docMk/>
            <pc:sldMk cId="1564868020" sldId="6591"/>
            <ac:spMk id="7" creationId="{6E84E5C7-3F2C-1810-3013-3FFD2D8D1D3A}"/>
          </ac:spMkLst>
        </pc:spChg>
        <pc:spChg chg="add mod">
          <ac:chgData name="Joel Anderson [Dig]" userId="f5483b51-e012-4a9d-ace4-037a766a79ca" providerId="ADAL" clId="{FB541CD8-4941-57EC-A47F-3782B4B05AF3}" dt="2026-04-06T12:51:20.580" v="1716" actId="1076"/>
          <ac:spMkLst>
            <pc:docMk/>
            <pc:sldMk cId="1564868020" sldId="6591"/>
            <ac:spMk id="13" creationId="{141698B3-F9A9-0B19-1581-62164C156464}"/>
          </ac:spMkLst>
        </pc:spChg>
        <pc:picChg chg="add mod">
          <ac:chgData name="Joel Anderson [Dig]" userId="f5483b51-e012-4a9d-ace4-037a766a79ca" providerId="ADAL" clId="{FB541CD8-4941-57EC-A47F-3782B4B05AF3}" dt="2026-04-06T12:51:20.580" v="1716" actId="1076"/>
          <ac:picMkLst>
            <pc:docMk/>
            <pc:sldMk cId="1564868020" sldId="6591"/>
            <ac:picMk id="4" creationId="{4FCAFFA4-AB17-8337-6BCD-1A2AF7DF8E53}"/>
          </ac:picMkLst>
        </pc:picChg>
        <pc:picChg chg="add mod modCrop">
          <ac:chgData name="Joel Anderson [Dig]" userId="f5483b51-e012-4a9d-ace4-037a766a79ca" providerId="ADAL" clId="{FB541CD8-4941-57EC-A47F-3782B4B05AF3}" dt="2026-04-06T12:51:20.580" v="1716" actId="1076"/>
          <ac:picMkLst>
            <pc:docMk/>
            <pc:sldMk cId="1564868020" sldId="6591"/>
            <ac:picMk id="11" creationId="{3FA563ED-0EE9-9060-E419-FFC387906B59}"/>
          </ac:picMkLst>
        </pc:picChg>
        <pc:cxnChg chg="add mod">
          <ac:chgData name="Joel Anderson [Dig]" userId="f5483b51-e012-4a9d-ace4-037a766a79ca" providerId="ADAL" clId="{FB541CD8-4941-57EC-A47F-3782B4B05AF3}" dt="2026-04-06T12:51:20.580" v="1716" actId="1076"/>
          <ac:cxnSpMkLst>
            <pc:docMk/>
            <pc:sldMk cId="1564868020" sldId="6591"/>
            <ac:cxnSpMk id="9" creationId="{A4DC8736-2307-7DD6-6B92-7CD592FA0E5E}"/>
          </ac:cxnSpMkLst>
        </pc:cxnChg>
        <pc:cxnChg chg="add mod">
          <ac:chgData name="Joel Anderson [Dig]" userId="f5483b51-e012-4a9d-ace4-037a766a79ca" providerId="ADAL" clId="{FB541CD8-4941-57EC-A47F-3782B4B05AF3}" dt="2026-04-06T12:51:20.580" v="1716" actId="1076"/>
          <ac:cxnSpMkLst>
            <pc:docMk/>
            <pc:sldMk cId="1564868020" sldId="6591"/>
            <ac:cxnSpMk id="12" creationId="{B4577EA4-20FB-91F1-79C9-B8B84800B726}"/>
          </ac:cxnSpMkLst>
        </pc:cxnChg>
      </pc:sldChg>
      <pc:sldChg chg="addSp delSp modSp new mod">
        <pc:chgData name="Joel Anderson [Dig]" userId="f5483b51-e012-4a9d-ace4-037a766a79ca" providerId="ADAL" clId="{FB541CD8-4941-57EC-A47F-3782B4B05AF3}" dt="2026-04-06T13:01:21.470" v="1786" actId="1076"/>
        <pc:sldMkLst>
          <pc:docMk/>
          <pc:sldMk cId="76493580" sldId="6592"/>
        </pc:sldMkLst>
        <pc:spChg chg="mod">
          <ac:chgData name="Joel Anderson [Dig]" userId="f5483b51-e012-4a9d-ace4-037a766a79ca" providerId="ADAL" clId="{FB541CD8-4941-57EC-A47F-3782B4B05AF3}" dt="2026-03-22T19:22:53.354" v="1058" actId="20577"/>
          <ac:spMkLst>
            <pc:docMk/>
            <pc:sldMk cId="76493580" sldId="6592"/>
            <ac:spMk id="2" creationId="{95E83A8A-2902-4B1A-AB7A-C9C2C3FD2253}"/>
          </ac:spMkLst>
        </pc:spChg>
        <pc:picChg chg="add mod">
          <ac:chgData name="Joel Anderson [Dig]" userId="f5483b51-e012-4a9d-ace4-037a766a79ca" providerId="ADAL" clId="{FB541CD8-4941-57EC-A47F-3782B4B05AF3}" dt="2026-04-06T13:01:21.470" v="1786" actId="1076"/>
          <ac:picMkLst>
            <pc:docMk/>
            <pc:sldMk cId="76493580" sldId="6592"/>
            <ac:picMk id="5" creationId="{4A95FCDB-CB9C-5538-8A8C-8A3AC1A04470}"/>
          </ac:picMkLst>
        </pc:picChg>
      </pc:sldChg>
      <pc:sldChg chg="addSp delSp modSp new mod">
        <pc:chgData name="Joel Anderson [Dig]" userId="f5483b51-e012-4a9d-ace4-037a766a79ca" providerId="ADAL" clId="{FB541CD8-4941-57EC-A47F-3782B4B05AF3}" dt="2026-03-26T12:36:07.429" v="1238" actId="113"/>
        <pc:sldMkLst>
          <pc:docMk/>
          <pc:sldMk cId="1688093526" sldId="6593"/>
        </pc:sldMkLst>
        <pc:spChg chg="mod">
          <ac:chgData name="Joel Anderson [Dig]" userId="f5483b51-e012-4a9d-ace4-037a766a79ca" providerId="ADAL" clId="{FB541CD8-4941-57EC-A47F-3782B4B05AF3}" dt="2026-03-26T12:36:07.429" v="1238" actId="113"/>
          <ac:spMkLst>
            <pc:docMk/>
            <pc:sldMk cId="1688093526" sldId="6593"/>
            <ac:spMk id="2" creationId="{0A9E28ED-A803-35D4-4314-C1FC9B1FF0AA}"/>
          </ac:spMkLst>
        </pc:spChg>
        <pc:spChg chg="add mod">
          <ac:chgData name="Joel Anderson [Dig]" userId="f5483b51-e012-4a9d-ace4-037a766a79ca" providerId="ADAL" clId="{FB541CD8-4941-57EC-A47F-3782B4B05AF3}" dt="2026-03-26T12:23:05.209" v="1188" actId="207"/>
          <ac:spMkLst>
            <pc:docMk/>
            <pc:sldMk cId="1688093526" sldId="6593"/>
            <ac:spMk id="8" creationId="{4BE8D89F-4AA4-3322-8E06-B01B449D1C64}"/>
          </ac:spMkLst>
        </pc:spChg>
        <pc:spChg chg="add mod">
          <ac:chgData name="Joel Anderson [Dig]" userId="f5483b51-e012-4a9d-ace4-037a766a79ca" providerId="ADAL" clId="{FB541CD8-4941-57EC-A47F-3782B4B05AF3}" dt="2026-03-26T12:23:09.837" v="1189" actId="17032"/>
          <ac:spMkLst>
            <pc:docMk/>
            <pc:sldMk cId="1688093526" sldId="6593"/>
            <ac:spMk id="9" creationId="{8D5A4ACA-FDF9-08E4-F013-9A19B6D72FE0}"/>
          </ac:spMkLst>
        </pc:spChg>
      </pc:sldChg>
      <pc:sldChg chg="modSp add mod">
        <pc:chgData name="Joel Anderson [Dig]" userId="f5483b51-e012-4a9d-ace4-037a766a79ca" providerId="ADAL" clId="{FB541CD8-4941-57EC-A47F-3782B4B05AF3}" dt="2026-03-26T12:37:22.652" v="1255" actId="20577"/>
        <pc:sldMkLst>
          <pc:docMk/>
          <pc:sldMk cId="3289551532" sldId="6594"/>
        </pc:sldMkLst>
        <pc:spChg chg="mod">
          <ac:chgData name="Joel Anderson [Dig]" userId="f5483b51-e012-4a9d-ace4-037a766a79ca" providerId="ADAL" clId="{FB541CD8-4941-57EC-A47F-3782B4B05AF3}" dt="2026-03-26T12:37:22.652" v="1255" actId="20577"/>
          <ac:spMkLst>
            <pc:docMk/>
            <pc:sldMk cId="3289551532" sldId="6594"/>
            <ac:spMk id="2" creationId="{D6AF2BFD-277F-8E25-E629-F86D29557364}"/>
          </ac:spMkLst>
        </pc:spChg>
        <pc:spChg chg="mod">
          <ac:chgData name="Joel Anderson [Dig]" userId="f5483b51-e012-4a9d-ace4-037a766a79ca" providerId="ADAL" clId="{FB541CD8-4941-57EC-A47F-3782B4B05AF3}" dt="2026-03-26T12:34:34.023" v="1195" actId="20577"/>
          <ac:spMkLst>
            <pc:docMk/>
            <pc:sldMk cId="3289551532" sldId="6594"/>
            <ac:spMk id="8" creationId="{6FCBF7F3-1EBC-38EE-A7C8-20B71C62E611}"/>
          </ac:spMkLst>
        </pc:spChg>
        <pc:spChg chg="mod">
          <ac:chgData name="Joel Anderson [Dig]" userId="f5483b51-e012-4a9d-ace4-037a766a79ca" providerId="ADAL" clId="{FB541CD8-4941-57EC-A47F-3782B4B05AF3}" dt="2026-03-26T12:34:49.298" v="1202" actId="403"/>
          <ac:spMkLst>
            <pc:docMk/>
            <pc:sldMk cId="3289551532" sldId="6594"/>
            <ac:spMk id="9" creationId="{522D2CAB-C53B-00C7-D4CF-85F029AD0863}"/>
          </ac:spMkLst>
        </pc:spChg>
      </pc:sldChg>
      <pc:sldMasterChg chg="modSldLayout">
        <pc:chgData name="Joel Anderson [Dig]" userId="f5483b51-e012-4a9d-ace4-037a766a79ca" providerId="ADAL" clId="{FB541CD8-4941-57EC-A47F-3782B4B05AF3}" dt="2026-04-06T12:58:35.013" v="1785" actId="478"/>
        <pc:sldMasterMkLst>
          <pc:docMk/>
          <pc:sldMasterMk cId="4266122051" sldId="2147483660"/>
        </pc:sldMasterMkLst>
        <pc:sldLayoutChg chg="delSp mod">
          <pc:chgData name="Joel Anderson [Dig]" userId="f5483b51-e012-4a9d-ace4-037a766a79ca" providerId="ADAL" clId="{FB541CD8-4941-57EC-A47F-3782B4B05AF3}" dt="2026-04-06T12:58:35.013" v="1785" actId="478"/>
          <pc:sldLayoutMkLst>
            <pc:docMk/>
            <pc:sldMasterMk cId="4266122051" sldId="2147483660"/>
            <pc:sldLayoutMk cId="164953241" sldId="2147483669"/>
          </pc:sldLayoutMkLst>
          <pc:picChg chg="del">
            <ac:chgData name="Joel Anderson [Dig]" userId="f5483b51-e012-4a9d-ace4-037a766a79ca" providerId="ADAL" clId="{FB541CD8-4941-57EC-A47F-3782B4B05AF3}" dt="2026-04-06T12:58:35.013" v="1785" actId="478"/>
            <ac:picMkLst>
              <pc:docMk/>
              <pc:sldMasterMk cId="4266122051" sldId="2147483660"/>
              <pc:sldLayoutMk cId="164953241" sldId="2147483669"/>
              <ac:picMk id="4" creationId="{AD8E6CAC-EE85-BB6C-AA6B-AC758BE0640C}"/>
            </ac:picMkLst>
          </pc:picChg>
        </pc:sldLayoutChg>
        <pc:sldLayoutChg chg="delSp mod">
          <pc:chgData name="Joel Anderson [Dig]" userId="f5483b51-e012-4a9d-ace4-037a766a79ca" providerId="ADAL" clId="{FB541CD8-4941-57EC-A47F-3782B4B05AF3}" dt="2026-04-06T12:58:30.383" v="1783" actId="478"/>
          <pc:sldLayoutMkLst>
            <pc:docMk/>
            <pc:sldMasterMk cId="4266122051" sldId="2147483660"/>
            <pc:sldLayoutMk cId="1397865472" sldId="2147483672"/>
          </pc:sldLayoutMkLst>
          <pc:picChg chg="del">
            <ac:chgData name="Joel Anderson [Dig]" userId="f5483b51-e012-4a9d-ace4-037a766a79ca" providerId="ADAL" clId="{FB541CD8-4941-57EC-A47F-3782B4B05AF3}" dt="2026-04-06T12:58:30.383" v="1783" actId="478"/>
            <ac:picMkLst>
              <pc:docMk/>
              <pc:sldMasterMk cId="4266122051" sldId="2147483660"/>
              <pc:sldLayoutMk cId="1397865472" sldId="2147483672"/>
              <ac:picMk id="11" creationId="{8BA99D58-8D96-1882-D56C-1751FD9B2848}"/>
            </ac:picMkLst>
          </pc:picChg>
        </pc:sldLayoutChg>
        <pc:sldLayoutChg chg="delSp mod">
          <pc:chgData name="Joel Anderson [Dig]" userId="f5483b51-e012-4a9d-ace4-037a766a79ca" providerId="ADAL" clId="{FB541CD8-4941-57EC-A47F-3782B4B05AF3}" dt="2026-04-06T12:58:33.159" v="1784" actId="478"/>
          <pc:sldLayoutMkLst>
            <pc:docMk/>
            <pc:sldMasterMk cId="4266122051" sldId="2147483660"/>
            <pc:sldLayoutMk cId="433789534" sldId="2147483673"/>
          </pc:sldLayoutMkLst>
          <pc:picChg chg="del">
            <ac:chgData name="Joel Anderson [Dig]" userId="f5483b51-e012-4a9d-ace4-037a766a79ca" providerId="ADAL" clId="{FB541CD8-4941-57EC-A47F-3782B4B05AF3}" dt="2026-04-06T12:58:33.159" v="1784" actId="478"/>
            <ac:picMkLst>
              <pc:docMk/>
              <pc:sldMasterMk cId="4266122051" sldId="2147483660"/>
              <pc:sldLayoutMk cId="433789534" sldId="2147483673"/>
              <ac:picMk id="4" creationId="{EA35718A-2A6F-CD0B-AD24-2A9C3649F640}"/>
            </ac:picMkLst>
          </pc:picChg>
        </pc:sldLayoutChg>
        <pc:sldLayoutChg chg="delSp mod">
          <pc:chgData name="Joel Anderson [Dig]" userId="f5483b51-e012-4a9d-ace4-037a766a79ca" providerId="ADAL" clId="{FB541CD8-4941-57EC-A47F-3782B4B05AF3}" dt="2026-04-06T12:58:23.791" v="1779" actId="478"/>
          <pc:sldLayoutMkLst>
            <pc:docMk/>
            <pc:sldMasterMk cId="4266122051" sldId="2147483660"/>
            <pc:sldLayoutMk cId="3342907743" sldId="2147483674"/>
          </pc:sldLayoutMkLst>
          <pc:picChg chg="del">
            <ac:chgData name="Joel Anderson [Dig]" userId="f5483b51-e012-4a9d-ace4-037a766a79ca" providerId="ADAL" clId="{FB541CD8-4941-57EC-A47F-3782B4B05AF3}" dt="2026-04-06T12:58:23.791" v="1779" actId="478"/>
            <ac:picMkLst>
              <pc:docMk/>
              <pc:sldMasterMk cId="4266122051" sldId="2147483660"/>
              <pc:sldLayoutMk cId="3342907743" sldId="2147483674"/>
              <ac:picMk id="4" creationId="{A26C05BA-2078-B4E8-C46B-E39608907568}"/>
            </ac:picMkLst>
          </pc:picChg>
        </pc:sldLayoutChg>
        <pc:sldLayoutChg chg="delSp mod">
          <pc:chgData name="Joel Anderson [Dig]" userId="f5483b51-e012-4a9d-ace4-037a766a79ca" providerId="ADAL" clId="{FB541CD8-4941-57EC-A47F-3782B4B05AF3}" dt="2026-04-06T12:58:26.308" v="1780" actId="478"/>
          <pc:sldLayoutMkLst>
            <pc:docMk/>
            <pc:sldMasterMk cId="4266122051" sldId="2147483660"/>
            <pc:sldLayoutMk cId="4084496360" sldId="2147483675"/>
          </pc:sldLayoutMkLst>
          <pc:picChg chg="del">
            <ac:chgData name="Joel Anderson [Dig]" userId="f5483b51-e012-4a9d-ace4-037a766a79ca" providerId="ADAL" clId="{FB541CD8-4941-57EC-A47F-3782B4B05AF3}" dt="2026-04-06T12:58:26.308" v="1780" actId="478"/>
            <ac:picMkLst>
              <pc:docMk/>
              <pc:sldMasterMk cId="4266122051" sldId="2147483660"/>
              <pc:sldLayoutMk cId="4084496360" sldId="2147483675"/>
              <ac:picMk id="4" creationId="{5E2E561F-6A8F-AEC2-AD98-59F630E1E094}"/>
            </ac:picMkLst>
          </pc:picChg>
        </pc:sldLayoutChg>
        <pc:sldLayoutChg chg="delSp mod">
          <pc:chgData name="Joel Anderson [Dig]" userId="f5483b51-e012-4a9d-ace4-037a766a79ca" providerId="ADAL" clId="{FB541CD8-4941-57EC-A47F-3782B4B05AF3}" dt="2026-04-06T12:58:27.666" v="1781" actId="478"/>
          <pc:sldLayoutMkLst>
            <pc:docMk/>
            <pc:sldMasterMk cId="4266122051" sldId="2147483660"/>
            <pc:sldLayoutMk cId="971453658" sldId="2147483676"/>
          </pc:sldLayoutMkLst>
          <pc:picChg chg="del">
            <ac:chgData name="Joel Anderson [Dig]" userId="f5483b51-e012-4a9d-ace4-037a766a79ca" providerId="ADAL" clId="{FB541CD8-4941-57EC-A47F-3782B4B05AF3}" dt="2026-04-06T12:58:27.666" v="1781" actId="478"/>
            <ac:picMkLst>
              <pc:docMk/>
              <pc:sldMasterMk cId="4266122051" sldId="2147483660"/>
              <pc:sldLayoutMk cId="971453658" sldId="2147483676"/>
              <ac:picMk id="5" creationId="{3E3E92BF-F4BE-C413-5CAA-0F93ADF80F7E}"/>
            </ac:picMkLst>
          </pc:picChg>
        </pc:sldLayoutChg>
        <pc:sldLayoutChg chg="delSp mod">
          <pc:chgData name="Joel Anderson [Dig]" userId="f5483b51-e012-4a9d-ace4-037a766a79ca" providerId="ADAL" clId="{FB541CD8-4941-57EC-A47F-3782B4B05AF3}" dt="2026-04-06T12:58:28.960" v="1782" actId="478"/>
          <pc:sldLayoutMkLst>
            <pc:docMk/>
            <pc:sldMasterMk cId="4266122051" sldId="2147483660"/>
            <pc:sldLayoutMk cId="4216987638" sldId="2147483677"/>
          </pc:sldLayoutMkLst>
          <pc:picChg chg="del">
            <ac:chgData name="Joel Anderson [Dig]" userId="f5483b51-e012-4a9d-ace4-037a766a79ca" providerId="ADAL" clId="{FB541CD8-4941-57EC-A47F-3782B4B05AF3}" dt="2026-04-06T12:58:28.960" v="1782" actId="478"/>
            <ac:picMkLst>
              <pc:docMk/>
              <pc:sldMasterMk cId="4266122051" sldId="2147483660"/>
              <pc:sldLayoutMk cId="4216987638" sldId="2147483677"/>
              <ac:picMk id="4" creationId="{85FED59B-EE00-E3FE-F3EA-3E67D506F1F0}"/>
            </ac:picMkLst>
          </pc:pic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solidFill>
                  <a:schemeClr val="accent1"/>
                </a:solidFill>
              </a:rPr>
              <a:t>Non-Linear</a:t>
            </a:r>
            <a:r>
              <a:rPr lang="en-US" dirty="0"/>
              <a:t> Relationship</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Sheet1!$A$2:$A$151</c:f>
              <c:numCache>
                <c:formatCode>General</c:formatCode>
                <c:ptCount val="150"/>
                <c:pt idx="0">
                  <c:v>0.94947599999999999</c:v>
                </c:pt>
                <c:pt idx="1">
                  <c:v>0.66457200000000005</c:v>
                </c:pt>
                <c:pt idx="2">
                  <c:v>0.22409799999999999</c:v>
                </c:pt>
                <c:pt idx="3">
                  <c:v>0.74316099999999996</c:v>
                </c:pt>
                <c:pt idx="4">
                  <c:v>0.54400899999999996</c:v>
                </c:pt>
                <c:pt idx="5">
                  <c:v>0.144458</c:v>
                </c:pt>
                <c:pt idx="6">
                  <c:v>0.58850400000000003</c:v>
                </c:pt>
                <c:pt idx="7">
                  <c:v>0.151258</c:v>
                </c:pt>
                <c:pt idx="8">
                  <c:v>0.843329</c:v>
                </c:pt>
                <c:pt idx="9">
                  <c:v>0.162351</c:v>
                </c:pt>
                <c:pt idx="10">
                  <c:v>0.90529499999999996</c:v>
                </c:pt>
                <c:pt idx="11">
                  <c:v>0.91354900000000006</c:v>
                </c:pt>
                <c:pt idx="12">
                  <c:v>0.424931</c:v>
                </c:pt>
                <c:pt idx="13">
                  <c:v>0.99579499999999999</c:v>
                </c:pt>
                <c:pt idx="14">
                  <c:v>0.574735</c:v>
                </c:pt>
                <c:pt idx="15">
                  <c:v>0.27625699999999997</c:v>
                </c:pt>
                <c:pt idx="16">
                  <c:v>0.71351399999999998</c:v>
                </c:pt>
                <c:pt idx="17">
                  <c:v>0.26831199999999999</c:v>
                </c:pt>
                <c:pt idx="18">
                  <c:v>0.35818899999999998</c:v>
                </c:pt>
                <c:pt idx="19">
                  <c:v>0.51822900000000005</c:v>
                </c:pt>
                <c:pt idx="20">
                  <c:v>0.62858199999999997</c:v>
                </c:pt>
                <c:pt idx="21">
                  <c:v>6.5278000000000003E-2</c:v>
                </c:pt>
                <c:pt idx="22">
                  <c:v>0.76060899999999998</c:v>
                </c:pt>
                <c:pt idx="23">
                  <c:v>0.64722800000000003</c:v>
                </c:pt>
                <c:pt idx="24">
                  <c:v>0.47778300000000001</c:v>
                </c:pt>
                <c:pt idx="25">
                  <c:v>3.5479999999999998E-2</c:v>
                </c:pt>
                <c:pt idx="26">
                  <c:v>0.44447599999999998</c:v>
                </c:pt>
                <c:pt idx="27">
                  <c:v>0.392654</c:v>
                </c:pt>
                <c:pt idx="28">
                  <c:v>0.20655499999999999</c:v>
                </c:pt>
                <c:pt idx="29">
                  <c:v>0.88412100000000005</c:v>
                </c:pt>
                <c:pt idx="30">
                  <c:v>0.61135700000000004</c:v>
                </c:pt>
                <c:pt idx="31">
                  <c:v>0.92332899999999996</c:v>
                </c:pt>
                <c:pt idx="32">
                  <c:v>0.44287300000000002</c:v>
                </c:pt>
                <c:pt idx="33">
                  <c:v>0.33581299999999997</c:v>
                </c:pt>
                <c:pt idx="34">
                  <c:v>0.59020899999999998</c:v>
                </c:pt>
                <c:pt idx="35">
                  <c:v>0.62737299999999996</c:v>
                </c:pt>
                <c:pt idx="36">
                  <c:v>0.96265999999999996</c:v>
                </c:pt>
                <c:pt idx="37">
                  <c:v>0.56071300000000002</c:v>
                </c:pt>
                <c:pt idx="38">
                  <c:v>0.73515600000000003</c:v>
                </c:pt>
                <c:pt idx="39">
                  <c:v>8.9214000000000002E-2</c:v>
                </c:pt>
                <c:pt idx="40">
                  <c:v>0.75273999999999996</c:v>
                </c:pt>
                <c:pt idx="41">
                  <c:v>0.99702000000000002</c:v>
                </c:pt>
                <c:pt idx="42">
                  <c:v>0.75663100000000005</c:v>
                </c:pt>
                <c:pt idx="43">
                  <c:v>0.28609000000000001</c:v>
                </c:pt>
                <c:pt idx="44">
                  <c:v>0.71135899999999996</c:v>
                </c:pt>
                <c:pt idx="45">
                  <c:v>0.84515700000000005</c:v>
                </c:pt>
                <c:pt idx="46">
                  <c:v>0.82964199999999999</c:v>
                </c:pt>
                <c:pt idx="47">
                  <c:v>7.6504000000000003E-2</c:v>
                </c:pt>
                <c:pt idx="48">
                  <c:v>0.621838</c:v>
                </c:pt>
                <c:pt idx="49">
                  <c:v>0.46354600000000001</c:v>
                </c:pt>
                <c:pt idx="50">
                  <c:v>0.791597</c:v>
                </c:pt>
                <c:pt idx="51">
                  <c:v>4.1631000000000001E-2</c:v>
                </c:pt>
                <c:pt idx="52">
                  <c:v>0.29913099999999998</c:v>
                </c:pt>
                <c:pt idx="53">
                  <c:v>0.97462599999999999</c:v>
                </c:pt>
                <c:pt idx="54">
                  <c:v>0.46068300000000001</c:v>
                </c:pt>
                <c:pt idx="55">
                  <c:v>0.76198900000000003</c:v>
                </c:pt>
                <c:pt idx="56">
                  <c:v>0.69956399999999996</c:v>
                </c:pt>
                <c:pt idx="57">
                  <c:v>0.32507900000000001</c:v>
                </c:pt>
                <c:pt idx="58">
                  <c:v>0.50400800000000001</c:v>
                </c:pt>
                <c:pt idx="59">
                  <c:v>0.79576000000000002</c:v>
                </c:pt>
                <c:pt idx="60">
                  <c:v>0.18795899999999999</c:v>
                </c:pt>
                <c:pt idx="61">
                  <c:v>0.81177900000000003</c:v>
                </c:pt>
                <c:pt idx="62">
                  <c:v>0.82145299999999999</c:v>
                </c:pt>
                <c:pt idx="63">
                  <c:v>0.36642599999999997</c:v>
                </c:pt>
                <c:pt idx="64">
                  <c:v>0.74543400000000004</c:v>
                </c:pt>
                <c:pt idx="65">
                  <c:v>0.21814800000000001</c:v>
                </c:pt>
                <c:pt idx="66">
                  <c:v>0.71843500000000005</c:v>
                </c:pt>
                <c:pt idx="67">
                  <c:v>4.4660999999999999E-2</c:v>
                </c:pt>
                <c:pt idx="68">
                  <c:v>0.66284200000000004</c:v>
                </c:pt>
                <c:pt idx="69">
                  <c:v>0.95660900000000004</c:v>
                </c:pt>
                <c:pt idx="70">
                  <c:v>0.30220200000000003</c:v>
                </c:pt>
                <c:pt idx="71">
                  <c:v>0.95938699999999999</c:v>
                </c:pt>
                <c:pt idx="72">
                  <c:v>9.0935000000000002E-2</c:v>
                </c:pt>
                <c:pt idx="73">
                  <c:v>0.45305099999999998</c:v>
                </c:pt>
                <c:pt idx="74">
                  <c:v>0.73365800000000003</c:v>
                </c:pt>
                <c:pt idx="75">
                  <c:v>0.75899499999999998</c:v>
                </c:pt>
                <c:pt idx="76">
                  <c:v>0.58824699999999996</c:v>
                </c:pt>
                <c:pt idx="77">
                  <c:v>0.76246100000000006</c:v>
                </c:pt>
                <c:pt idx="78">
                  <c:v>0.198598</c:v>
                </c:pt>
                <c:pt idx="79">
                  <c:v>0.13505600000000001</c:v>
                </c:pt>
                <c:pt idx="80">
                  <c:v>0.40926899999999999</c:v>
                </c:pt>
                <c:pt idx="81">
                  <c:v>0.15276899999999999</c:v>
                </c:pt>
                <c:pt idx="82">
                  <c:v>0.17313100000000001</c:v>
                </c:pt>
                <c:pt idx="83">
                  <c:v>0.50354200000000005</c:v>
                </c:pt>
                <c:pt idx="84">
                  <c:v>0.37173499999999998</c:v>
                </c:pt>
                <c:pt idx="85">
                  <c:v>0.69930000000000003</c:v>
                </c:pt>
                <c:pt idx="86">
                  <c:v>0.23730200000000001</c:v>
                </c:pt>
                <c:pt idx="87">
                  <c:v>0.51081100000000002</c:v>
                </c:pt>
                <c:pt idx="88">
                  <c:v>0.68346300000000004</c:v>
                </c:pt>
                <c:pt idx="89">
                  <c:v>0.69061099999999997</c:v>
                </c:pt>
                <c:pt idx="90">
                  <c:v>0.57334700000000005</c:v>
                </c:pt>
                <c:pt idx="91">
                  <c:v>0.35346699999999998</c:v>
                </c:pt>
                <c:pt idx="92">
                  <c:v>0.27140500000000001</c:v>
                </c:pt>
                <c:pt idx="93">
                  <c:v>0.42128100000000002</c:v>
                </c:pt>
                <c:pt idx="94">
                  <c:v>0.43388399999999999</c:v>
                </c:pt>
                <c:pt idx="95">
                  <c:v>8.4550000000000007E-3</c:v>
                </c:pt>
                <c:pt idx="96">
                  <c:v>0.77150399999999997</c:v>
                </c:pt>
                <c:pt idx="97">
                  <c:v>0.66999799999999998</c:v>
                </c:pt>
                <c:pt idx="98">
                  <c:v>0.50849100000000003</c:v>
                </c:pt>
                <c:pt idx="99">
                  <c:v>0.45954699999999998</c:v>
                </c:pt>
                <c:pt idx="100">
                  <c:v>1.4912E-2</c:v>
                </c:pt>
                <c:pt idx="101">
                  <c:v>0.92756300000000003</c:v>
                </c:pt>
                <c:pt idx="102">
                  <c:v>0.55245999999999995</c:v>
                </c:pt>
                <c:pt idx="103">
                  <c:v>0.29493599999999998</c:v>
                </c:pt>
                <c:pt idx="104">
                  <c:v>0.59628300000000001</c:v>
                </c:pt>
                <c:pt idx="105">
                  <c:v>0.47241300000000003</c:v>
                </c:pt>
                <c:pt idx="106">
                  <c:v>0.32475700000000002</c:v>
                </c:pt>
                <c:pt idx="107">
                  <c:v>5.611E-2</c:v>
                </c:pt>
                <c:pt idx="108">
                  <c:v>0.213862</c:v>
                </c:pt>
                <c:pt idx="109">
                  <c:v>0.145729</c:v>
                </c:pt>
                <c:pt idx="110">
                  <c:v>0.86885000000000001</c:v>
                </c:pt>
                <c:pt idx="111">
                  <c:v>0.10888</c:v>
                </c:pt>
                <c:pt idx="112">
                  <c:v>0.82411599999999996</c:v>
                </c:pt>
                <c:pt idx="113">
                  <c:v>0.309477</c:v>
                </c:pt>
                <c:pt idx="114">
                  <c:v>0.50816099999999997</c:v>
                </c:pt>
                <c:pt idx="115">
                  <c:v>0.29786200000000002</c:v>
                </c:pt>
                <c:pt idx="116">
                  <c:v>0.62599099999999996</c:v>
                </c:pt>
                <c:pt idx="117">
                  <c:v>0.66996699999999998</c:v>
                </c:pt>
                <c:pt idx="118">
                  <c:v>0.60230399999999995</c:v>
                </c:pt>
                <c:pt idx="119">
                  <c:v>0.114371</c:v>
                </c:pt>
                <c:pt idx="120">
                  <c:v>0.66390400000000005</c:v>
                </c:pt>
                <c:pt idx="121">
                  <c:v>0.67031799999999997</c:v>
                </c:pt>
                <c:pt idx="122">
                  <c:v>0.71242000000000005</c:v>
                </c:pt>
                <c:pt idx="123">
                  <c:v>0.294956</c:v>
                </c:pt>
                <c:pt idx="124">
                  <c:v>0.208261</c:v>
                </c:pt>
                <c:pt idx="125">
                  <c:v>9.3586000000000003E-2</c:v>
                </c:pt>
                <c:pt idx="126">
                  <c:v>8.2300999999999999E-2</c:v>
                </c:pt>
                <c:pt idx="127">
                  <c:v>0.56692500000000001</c:v>
                </c:pt>
                <c:pt idx="128">
                  <c:v>0.92194900000000002</c:v>
                </c:pt>
                <c:pt idx="129">
                  <c:v>0.908586</c:v>
                </c:pt>
                <c:pt idx="130">
                  <c:v>0.45632200000000001</c:v>
                </c:pt>
                <c:pt idx="131">
                  <c:v>0.414192</c:v>
                </c:pt>
                <c:pt idx="132">
                  <c:v>0.29246899999999998</c:v>
                </c:pt>
                <c:pt idx="133">
                  <c:v>0.53061899999999995</c:v>
                </c:pt>
                <c:pt idx="134">
                  <c:v>0.47487499999999999</c:v>
                </c:pt>
                <c:pt idx="135">
                  <c:v>0.27856300000000001</c:v>
                </c:pt>
                <c:pt idx="136">
                  <c:v>1.0562E-2</c:v>
                </c:pt>
                <c:pt idx="137">
                  <c:v>0.92545100000000002</c:v>
                </c:pt>
                <c:pt idx="138">
                  <c:v>2.1360000000000001E-2</c:v>
                </c:pt>
                <c:pt idx="139">
                  <c:v>0.29983799999999999</c:v>
                </c:pt>
                <c:pt idx="140">
                  <c:v>0.90878599999999998</c:v>
                </c:pt>
                <c:pt idx="141">
                  <c:v>0.74863599999999997</c:v>
                </c:pt>
                <c:pt idx="142">
                  <c:v>0.69865900000000003</c:v>
                </c:pt>
                <c:pt idx="143">
                  <c:v>0.44719300000000001</c:v>
                </c:pt>
                <c:pt idx="144">
                  <c:v>0.98409199999999997</c:v>
                </c:pt>
                <c:pt idx="145">
                  <c:v>0.10915900000000001</c:v>
                </c:pt>
                <c:pt idx="146">
                  <c:v>0.56962999999999997</c:v>
                </c:pt>
                <c:pt idx="147">
                  <c:v>0.91274599999999995</c:v>
                </c:pt>
                <c:pt idx="148">
                  <c:v>0.55542899999999995</c:v>
                </c:pt>
                <c:pt idx="149">
                  <c:v>0.66545399999999999</c:v>
                </c:pt>
              </c:numCache>
            </c:numRef>
          </c:xVal>
          <c:yVal>
            <c:numRef>
              <c:f>Sheet1!$B$2:$B$151</c:f>
              <c:numCache>
                <c:formatCode>General</c:formatCode>
                <c:ptCount val="150"/>
                <c:pt idx="0">
                  <c:v>0.190522</c:v>
                </c:pt>
                <c:pt idx="1">
                  <c:v>0.70019900000000002</c:v>
                </c:pt>
                <c:pt idx="2">
                  <c:v>0.62735700000000005</c:v>
                </c:pt>
                <c:pt idx="3">
                  <c:v>0.62234299999999998</c:v>
                </c:pt>
                <c:pt idx="4">
                  <c:v>0.78762500000000002</c:v>
                </c:pt>
                <c:pt idx="5">
                  <c:v>0.39028400000000002</c:v>
                </c:pt>
                <c:pt idx="6">
                  <c:v>0.849221</c:v>
                </c:pt>
                <c:pt idx="7">
                  <c:v>0.485485</c:v>
                </c:pt>
                <c:pt idx="8">
                  <c:v>0.52629199999999998</c:v>
                </c:pt>
                <c:pt idx="9">
                  <c:v>0.33692</c:v>
                </c:pt>
                <c:pt idx="10">
                  <c:v>0.353273</c:v>
                </c:pt>
                <c:pt idx="11">
                  <c:v>0.207235</c:v>
                </c:pt>
                <c:pt idx="12">
                  <c:v>0.68631799999999998</c:v>
                </c:pt>
                <c:pt idx="13">
                  <c:v>0.100138</c:v>
                </c:pt>
                <c:pt idx="14">
                  <c:v>0.79948799999999998</c:v>
                </c:pt>
                <c:pt idx="15">
                  <c:v>0.74675499999999995</c:v>
                </c:pt>
                <c:pt idx="16">
                  <c:v>0.59504100000000004</c:v>
                </c:pt>
                <c:pt idx="17">
                  <c:v>0.58631699999999998</c:v>
                </c:pt>
                <c:pt idx="18">
                  <c:v>0.80995600000000001</c:v>
                </c:pt>
                <c:pt idx="19">
                  <c:v>0.60672999999999999</c:v>
                </c:pt>
                <c:pt idx="20">
                  <c:v>0.77945200000000003</c:v>
                </c:pt>
                <c:pt idx="21">
                  <c:v>0.33198699999999998</c:v>
                </c:pt>
                <c:pt idx="22">
                  <c:v>0.48087099999999999</c:v>
                </c:pt>
                <c:pt idx="23">
                  <c:v>0.66966899999999996</c:v>
                </c:pt>
                <c:pt idx="24">
                  <c:v>0.73282999999999998</c:v>
                </c:pt>
                <c:pt idx="25">
                  <c:v>0.29426400000000003</c:v>
                </c:pt>
                <c:pt idx="26">
                  <c:v>0.77685300000000002</c:v>
                </c:pt>
                <c:pt idx="27">
                  <c:v>0.68239799999999995</c:v>
                </c:pt>
                <c:pt idx="28">
                  <c:v>0.54754899999999995</c:v>
                </c:pt>
                <c:pt idx="29">
                  <c:v>0.258183</c:v>
                </c:pt>
                <c:pt idx="30">
                  <c:v>0.60043000000000002</c:v>
                </c:pt>
                <c:pt idx="31">
                  <c:v>0.32346399999999997</c:v>
                </c:pt>
                <c:pt idx="32">
                  <c:v>0.61726499999999995</c:v>
                </c:pt>
                <c:pt idx="33">
                  <c:v>0.69157100000000005</c:v>
                </c:pt>
                <c:pt idx="34">
                  <c:v>0.79139599999999999</c:v>
                </c:pt>
                <c:pt idx="35">
                  <c:v>0.68369500000000005</c:v>
                </c:pt>
                <c:pt idx="36">
                  <c:v>0.20678199999999999</c:v>
                </c:pt>
                <c:pt idx="37">
                  <c:v>0.75610599999999994</c:v>
                </c:pt>
                <c:pt idx="38">
                  <c:v>0.65704499999999999</c:v>
                </c:pt>
                <c:pt idx="39">
                  <c:v>0.36027199999999998</c:v>
                </c:pt>
                <c:pt idx="40">
                  <c:v>0.64878100000000005</c:v>
                </c:pt>
                <c:pt idx="41">
                  <c:v>0.138296</c:v>
                </c:pt>
                <c:pt idx="42">
                  <c:v>0.681365</c:v>
                </c:pt>
                <c:pt idx="43">
                  <c:v>0.59678299999999995</c:v>
                </c:pt>
                <c:pt idx="44">
                  <c:v>0.74703699999999995</c:v>
                </c:pt>
                <c:pt idx="45">
                  <c:v>0.45980500000000002</c:v>
                </c:pt>
                <c:pt idx="46">
                  <c:v>0.58861200000000002</c:v>
                </c:pt>
                <c:pt idx="47">
                  <c:v>0.27938400000000002</c:v>
                </c:pt>
                <c:pt idx="48">
                  <c:v>0.610958</c:v>
                </c:pt>
                <c:pt idx="49">
                  <c:v>0.664578</c:v>
                </c:pt>
                <c:pt idx="50">
                  <c:v>0.62912100000000004</c:v>
                </c:pt>
                <c:pt idx="51">
                  <c:v>0.22862299999999999</c:v>
                </c:pt>
                <c:pt idx="52">
                  <c:v>0.75516099999999997</c:v>
                </c:pt>
                <c:pt idx="53">
                  <c:v>0.277167</c:v>
                </c:pt>
                <c:pt idx="54">
                  <c:v>0.76415</c:v>
                </c:pt>
                <c:pt idx="55">
                  <c:v>0.69533599999999995</c:v>
                </c:pt>
                <c:pt idx="56">
                  <c:v>0.68802600000000003</c:v>
                </c:pt>
                <c:pt idx="57">
                  <c:v>0.82162100000000005</c:v>
                </c:pt>
                <c:pt idx="58">
                  <c:v>0.65126600000000001</c:v>
                </c:pt>
                <c:pt idx="59">
                  <c:v>0.60147899999999999</c:v>
                </c:pt>
                <c:pt idx="60">
                  <c:v>0.46524700000000002</c:v>
                </c:pt>
                <c:pt idx="61">
                  <c:v>0.47372300000000001</c:v>
                </c:pt>
                <c:pt idx="62">
                  <c:v>0.50522699999999998</c:v>
                </c:pt>
                <c:pt idx="63">
                  <c:v>0.840974</c:v>
                </c:pt>
                <c:pt idx="64">
                  <c:v>0.54837100000000005</c:v>
                </c:pt>
                <c:pt idx="65">
                  <c:v>0.51018799999999997</c:v>
                </c:pt>
                <c:pt idx="66">
                  <c:v>0.72174000000000005</c:v>
                </c:pt>
                <c:pt idx="67">
                  <c:v>0.113452</c:v>
                </c:pt>
                <c:pt idx="68">
                  <c:v>0.71518800000000005</c:v>
                </c:pt>
                <c:pt idx="69">
                  <c:v>0.21832599999999999</c:v>
                </c:pt>
                <c:pt idx="70">
                  <c:v>0.81873700000000005</c:v>
                </c:pt>
                <c:pt idx="71">
                  <c:v>0.18118600000000001</c:v>
                </c:pt>
                <c:pt idx="72">
                  <c:v>0.30696299999999999</c:v>
                </c:pt>
                <c:pt idx="73">
                  <c:v>0.78608299999999998</c:v>
                </c:pt>
                <c:pt idx="74">
                  <c:v>0.55589200000000005</c:v>
                </c:pt>
                <c:pt idx="75">
                  <c:v>0.60153000000000001</c:v>
                </c:pt>
                <c:pt idx="76">
                  <c:v>0.64674500000000001</c:v>
                </c:pt>
                <c:pt idx="77">
                  <c:v>0.70142300000000002</c:v>
                </c:pt>
                <c:pt idx="78">
                  <c:v>0.45732800000000001</c:v>
                </c:pt>
                <c:pt idx="79">
                  <c:v>0.451206</c:v>
                </c:pt>
                <c:pt idx="80">
                  <c:v>0.60276700000000005</c:v>
                </c:pt>
                <c:pt idx="81">
                  <c:v>0.464555</c:v>
                </c:pt>
                <c:pt idx="82">
                  <c:v>0.35397499999999998</c:v>
                </c:pt>
                <c:pt idx="83">
                  <c:v>0.64171800000000001</c:v>
                </c:pt>
                <c:pt idx="84">
                  <c:v>0.67291900000000004</c:v>
                </c:pt>
                <c:pt idx="85">
                  <c:v>0.80939099999999997</c:v>
                </c:pt>
                <c:pt idx="86">
                  <c:v>0.66516799999999998</c:v>
                </c:pt>
                <c:pt idx="87">
                  <c:v>0.84262000000000004</c:v>
                </c:pt>
                <c:pt idx="88">
                  <c:v>0.68817899999999999</c:v>
                </c:pt>
                <c:pt idx="89">
                  <c:v>0.73431800000000003</c:v>
                </c:pt>
                <c:pt idx="90">
                  <c:v>0.70429699999999995</c:v>
                </c:pt>
                <c:pt idx="91">
                  <c:v>0.74050899999999997</c:v>
                </c:pt>
                <c:pt idx="92">
                  <c:v>0.62483200000000005</c:v>
                </c:pt>
                <c:pt idx="93">
                  <c:v>0.77063499999999996</c:v>
                </c:pt>
                <c:pt idx="94">
                  <c:v>0.83257400000000004</c:v>
                </c:pt>
                <c:pt idx="95">
                  <c:v>9.3895000000000006E-2</c:v>
                </c:pt>
                <c:pt idx="96">
                  <c:v>0.53493500000000005</c:v>
                </c:pt>
                <c:pt idx="97">
                  <c:v>0.824936</c:v>
                </c:pt>
                <c:pt idx="98">
                  <c:v>0.63205800000000001</c:v>
                </c:pt>
                <c:pt idx="99">
                  <c:v>0.69053100000000001</c:v>
                </c:pt>
                <c:pt idx="100">
                  <c:v>0.112188</c:v>
                </c:pt>
                <c:pt idx="101">
                  <c:v>0.169936</c:v>
                </c:pt>
                <c:pt idx="102">
                  <c:v>0.67373099999999997</c:v>
                </c:pt>
                <c:pt idx="103">
                  <c:v>0.59665900000000005</c:v>
                </c:pt>
                <c:pt idx="104">
                  <c:v>0.76674100000000001</c:v>
                </c:pt>
                <c:pt idx="105">
                  <c:v>0.677006</c:v>
                </c:pt>
                <c:pt idx="106">
                  <c:v>0.870614</c:v>
                </c:pt>
                <c:pt idx="107">
                  <c:v>0.14537</c:v>
                </c:pt>
                <c:pt idx="108">
                  <c:v>0.46091599999999999</c:v>
                </c:pt>
                <c:pt idx="109">
                  <c:v>0.50101200000000001</c:v>
                </c:pt>
                <c:pt idx="110">
                  <c:v>0.35326299999999999</c:v>
                </c:pt>
                <c:pt idx="111">
                  <c:v>0.46144499999999999</c:v>
                </c:pt>
                <c:pt idx="112">
                  <c:v>0.50507500000000005</c:v>
                </c:pt>
                <c:pt idx="113">
                  <c:v>0.74663000000000002</c:v>
                </c:pt>
                <c:pt idx="114">
                  <c:v>0.75619800000000004</c:v>
                </c:pt>
                <c:pt idx="115">
                  <c:v>0.82226699999999997</c:v>
                </c:pt>
                <c:pt idx="116">
                  <c:v>0.61445899999999998</c:v>
                </c:pt>
                <c:pt idx="117">
                  <c:v>0.77938499999999999</c:v>
                </c:pt>
                <c:pt idx="118">
                  <c:v>0.66281699999999999</c:v>
                </c:pt>
                <c:pt idx="119">
                  <c:v>0.42258299999999999</c:v>
                </c:pt>
                <c:pt idx="120">
                  <c:v>0.63703500000000002</c:v>
                </c:pt>
                <c:pt idx="121">
                  <c:v>0.837808</c:v>
                </c:pt>
                <c:pt idx="122">
                  <c:v>0.78604600000000002</c:v>
                </c:pt>
                <c:pt idx="123">
                  <c:v>0.70081400000000005</c:v>
                </c:pt>
                <c:pt idx="124">
                  <c:v>0.44378200000000001</c:v>
                </c:pt>
                <c:pt idx="125">
                  <c:v>0.43502099999999999</c:v>
                </c:pt>
                <c:pt idx="126">
                  <c:v>0.35469800000000001</c:v>
                </c:pt>
                <c:pt idx="127">
                  <c:v>0.788022</c:v>
                </c:pt>
                <c:pt idx="128">
                  <c:v>0.20005700000000001</c:v>
                </c:pt>
                <c:pt idx="129">
                  <c:v>0.378411</c:v>
                </c:pt>
                <c:pt idx="130">
                  <c:v>0.82251300000000005</c:v>
                </c:pt>
                <c:pt idx="131">
                  <c:v>0.64317299999999999</c:v>
                </c:pt>
                <c:pt idx="132">
                  <c:v>0.65306399999999998</c:v>
                </c:pt>
                <c:pt idx="133">
                  <c:v>0.83215399999999995</c:v>
                </c:pt>
                <c:pt idx="134">
                  <c:v>0.67479100000000003</c:v>
                </c:pt>
                <c:pt idx="135">
                  <c:v>0.60718499999999997</c:v>
                </c:pt>
                <c:pt idx="136">
                  <c:v>7.6042999999999999E-2</c:v>
                </c:pt>
                <c:pt idx="137">
                  <c:v>0.31195400000000001</c:v>
                </c:pt>
                <c:pt idx="138">
                  <c:v>0.27974100000000002</c:v>
                </c:pt>
                <c:pt idx="139">
                  <c:v>0.65680000000000005</c:v>
                </c:pt>
                <c:pt idx="140">
                  <c:v>0.32641999999999999</c:v>
                </c:pt>
                <c:pt idx="141">
                  <c:v>0.67078599999999999</c:v>
                </c:pt>
                <c:pt idx="142">
                  <c:v>0.67727800000000005</c:v>
                </c:pt>
                <c:pt idx="143">
                  <c:v>0.70634799999999998</c:v>
                </c:pt>
                <c:pt idx="144">
                  <c:v>3.5941000000000001E-2</c:v>
                </c:pt>
                <c:pt idx="145">
                  <c:v>0.38420599999999999</c:v>
                </c:pt>
                <c:pt idx="146">
                  <c:v>0.77385000000000004</c:v>
                </c:pt>
                <c:pt idx="147">
                  <c:v>0.39195200000000002</c:v>
                </c:pt>
                <c:pt idx="148">
                  <c:v>0.67237800000000003</c:v>
                </c:pt>
                <c:pt idx="149">
                  <c:v>0.83695699999999995</c:v>
                </c:pt>
              </c:numCache>
            </c:numRef>
          </c:yVal>
          <c:smooth val="0"/>
          <c:extLst>
            <c:ext xmlns:c16="http://schemas.microsoft.com/office/drawing/2014/chart" uri="{C3380CC4-5D6E-409C-BE32-E72D297353CC}">
              <c16:uniqueId val="{00000001-0ACA-4EF7-B577-BB82E30A1A32}"/>
            </c:ext>
          </c:extLst>
        </c:ser>
        <c:dLbls>
          <c:showLegendKey val="0"/>
          <c:showVal val="0"/>
          <c:showCatName val="0"/>
          <c:showSerName val="0"/>
          <c:showPercent val="0"/>
          <c:showBubbleSize val="0"/>
        </c:dLbls>
        <c:axId val="349171936"/>
        <c:axId val="349169536"/>
      </c:scatterChart>
      <c:valAx>
        <c:axId val="349171936"/>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CA" sz="1800" dirty="0"/>
                  <a:t>Salt</a:t>
                </a:r>
                <a:r>
                  <a:rPr lang="en-CA" sz="1800" baseline="0" dirty="0"/>
                  <a:t> Content</a:t>
                </a:r>
                <a:endParaRPr lang="en-CA" sz="1800" dirty="0"/>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A"/>
            </a:p>
          </c:txPr>
        </c:title>
        <c:numFmt formatCode="General"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49169536"/>
        <c:crosses val="autoZero"/>
        <c:crossBetween val="midCat"/>
      </c:valAx>
      <c:valAx>
        <c:axId val="349169536"/>
        <c:scaling>
          <c:orientation val="minMax"/>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CA" sz="1800" dirty="0"/>
                  <a:t>Taste</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4917193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Predictive Accuracy</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Linear Model</c:v>
                </c:pt>
                <c:pt idx="1">
                  <c:v>Decision Tree</c:v>
                </c:pt>
                <c:pt idx="2">
                  <c:v>Random Forest</c:v>
                </c:pt>
                <c:pt idx="3">
                  <c:v>Humans</c:v>
                </c:pt>
                <c:pt idx="4">
                  <c:v>Neural Network</c:v>
                </c:pt>
              </c:strCache>
            </c:strRef>
          </c:cat>
          <c:val>
            <c:numRef>
              <c:f>Sheet1!$B$2:$B$6</c:f>
              <c:numCache>
                <c:formatCode>0%</c:formatCode>
                <c:ptCount val="5"/>
                <c:pt idx="0">
                  <c:v>0.92</c:v>
                </c:pt>
                <c:pt idx="1">
                  <c:v>0.87</c:v>
                </c:pt>
                <c:pt idx="2">
                  <c:v>0.97</c:v>
                </c:pt>
                <c:pt idx="3" formatCode="0.0%">
                  <c:v>0.998</c:v>
                </c:pt>
                <c:pt idx="4" formatCode="0.0%">
                  <c:v>0.999</c:v>
                </c:pt>
              </c:numCache>
            </c:numRef>
          </c:val>
          <c:extLst>
            <c:ext xmlns:c16="http://schemas.microsoft.com/office/drawing/2014/chart" uri="{C3380CC4-5D6E-409C-BE32-E72D297353CC}">
              <c16:uniqueId val="{00000000-AC64-47D9-9805-F88B442DBAC0}"/>
            </c:ext>
          </c:extLst>
        </c:ser>
        <c:dLbls>
          <c:showLegendKey val="0"/>
          <c:showVal val="0"/>
          <c:showCatName val="0"/>
          <c:showSerName val="0"/>
          <c:showPercent val="0"/>
          <c:showBubbleSize val="0"/>
        </c:dLbls>
        <c:gapWidth val="219"/>
        <c:overlap val="-27"/>
        <c:axId val="105556608"/>
        <c:axId val="1099051279"/>
      </c:barChart>
      <c:catAx>
        <c:axId val="105556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099051279"/>
        <c:crosses val="autoZero"/>
        <c:auto val="1"/>
        <c:lblAlgn val="ctr"/>
        <c:lblOffset val="100"/>
        <c:noMultiLvlLbl val="0"/>
      </c:catAx>
      <c:valAx>
        <c:axId val="1099051279"/>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05556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Predictive Accuracy</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Linear Model</c:v>
                </c:pt>
                <c:pt idx="1">
                  <c:v>Decision Tree</c:v>
                </c:pt>
                <c:pt idx="2">
                  <c:v>Random Forest</c:v>
                </c:pt>
                <c:pt idx="3">
                  <c:v>Humans</c:v>
                </c:pt>
                <c:pt idx="4">
                  <c:v>Neural Network</c:v>
                </c:pt>
              </c:strCache>
            </c:strRef>
          </c:cat>
          <c:val>
            <c:numRef>
              <c:f>Sheet1!$B$2:$B$6</c:f>
              <c:numCache>
                <c:formatCode>0%</c:formatCode>
                <c:ptCount val="5"/>
                <c:pt idx="0">
                  <c:v>0.373</c:v>
                </c:pt>
                <c:pt idx="1">
                  <c:v>0.27200000000000002</c:v>
                </c:pt>
                <c:pt idx="2">
                  <c:v>0.46400000000000002</c:v>
                </c:pt>
                <c:pt idx="3" formatCode="0.0%">
                  <c:v>0.94</c:v>
                </c:pt>
                <c:pt idx="4" formatCode="0.0%">
                  <c:v>0.995</c:v>
                </c:pt>
              </c:numCache>
            </c:numRef>
          </c:val>
          <c:extLst>
            <c:ext xmlns:c16="http://schemas.microsoft.com/office/drawing/2014/chart" uri="{C3380CC4-5D6E-409C-BE32-E72D297353CC}">
              <c16:uniqueId val="{00000000-AC64-47D9-9805-F88B442DBAC0}"/>
            </c:ext>
          </c:extLst>
        </c:ser>
        <c:dLbls>
          <c:showLegendKey val="0"/>
          <c:showVal val="0"/>
          <c:showCatName val="0"/>
          <c:showSerName val="0"/>
          <c:showPercent val="0"/>
          <c:showBubbleSize val="0"/>
        </c:dLbls>
        <c:gapWidth val="219"/>
        <c:overlap val="-27"/>
        <c:axId val="105556608"/>
        <c:axId val="1099051279"/>
      </c:barChart>
      <c:catAx>
        <c:axId val="105556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099051279"/>
        <c:crosses val="autoZero"/>
        <c:auto val="1"/>
        <c:lblAlgn val="ctr"/>
        <c:lblOffset val="100"/>
        <c:noMultiLvlLbl val="0"/>
      </c:catAx>
      <c:valAx>
        <c:axId val="1099051279"/>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05556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dgm:spPr/>
      <dgm:t>
        <a:bodyPr/>
        <a:lstStyle/>
        <a:p>
          <a:r>
            <a:rPr lang="en-CA" dirty="0"/>
            <a:t>Data</a:t>
          </a:r>
        </a:p>
      </dgm:t>
    </dgm:pt>
    <dgm:pt modelId="{29593563-95B4-4E62-B35F-9E793067DF5D}" type="parTrans" cxnId="{6DDE322B-E7AC-4A62-96A0-A7129ED17279}">
      <dgm:prSet/>
      <dgm:spPr/>
      <dgm:t>
        <a:bodyPr/>
        <a:lstStyle/>
        <a:p>
          <a:endParaRPr lang="en-CA"/>
        </a:p>
      </dgm:t>
    </dgm:pt>
    <dgm:pt modelId="{5B700393-37FE-48DB-A7E0-36CC2C04EDE0}" type="sibTrans" cxnId="{6DDE322B-E7AC-4A62-96A0-A7129ED17279}">
      <dgm:prSet/>
      <dgm:spPr/>
      <dgm:t>
        <a:bodyPr/>
        <a:lstStyle/>
        <a:p>
          <a:endParaRPr lang="en-CA"/>
        </a:p>
      </dgm:t>
    </dgm:pt>
    <dgm:pt modelId="{981B766F-4B43-4E90-BAB5-2137576E0FDE}" type="asst">
      <dgm:prSet phldrT="[Text]"/>
      <dgm:spPr/>
      <dgm:t>
        <a:bodyPr/>
        <a:lstStyle/>
        <a:p>
          <a:r>
            <a:rPr lang="en-CA" dirty="0"/>
            <a:t>Words players said on ice</a:t>
          </a:r>
        </a:p>
      </dgm:t>
    </dgm:pt>
    <dgm:pt modelId="{3FD7AFE3-0319-4A36-8A0B-AED7E489A5B1}" type="sibTrans" cxnId="{D88CCF75-1FF1-436A-BB69-B3E0DBAC4B1D}">
      <dgm:prSet/>
      <dgm:spPr/>
      <dgm:t>
        <a:bodyPr/>
        <a:lstStyle/>
        <a:p>
          <a:endParaRPr lang="en-CA"/>
        </a:p>
      </dgm:t>
    </dgm:pt>
    <dgm:pt modelId="{C00B1675-CD85-4564-88E9-09165BA30CD9}" type="parTrans" cxnId="{D88CCF75-1FF1-436A-BB69-B3E0DBAC4B1D}">
      <dgm:prSet/>
      <dgm:spPr/>
      <dgm:t>
        <a:bodyPr/>
        <a:lstStyle/>
        <a:p>
          <a:endParaRPr lang="en-CA"/>
        </a:p>
      </dgm:t>
    </dgm:pt>
    <dgm:pt modelId="{47BECFFB-76BB-4D19-9A25-AF06383E7657}" type="asst">
      <dgm:prSet phldrT="[Text]"/>
      <dgm:spPr/>
      <dgm:t>
        <a:bodyPr/>
        <a:lstStyle/>
        <a:p>
          <a:r>
            <a:rPr lang="en-CA" dirty="0"/>
            <a:t>Recorded video of the game</a:t>
          </a:r>
        </a:p>
      </dgm:t>
    </dgm:pt>
    <dgm:pt modelId="{BCF9C70D-8733-47F8-B90F-8B2815631F27}" type="sibTrans" cxnId="{FE086F59-DC4D-4BCD-AB29-4B1B85ADB0C0}">
      <dgm:prSet/>
      <dgm:spPr/>
      <dgm:t>
        <a:bodyPr/>
        <a:lstStyle/>
        <a:p>
          <a:endParaRPr lang="en-CA"/>
        </a:p>
      </dgm:t>
    </dgm:pt>
    <dgm:pt modelId="{90411DEC-97D3-4683-90B8-841CBB142372}" type="parTrans" cxnId="{FE086F59-DC4D-4BCD-AB29-4B1B85ADB0C0}">
      <dgm:prSet/>
      <dgm:spPr/>
      <dgm:t>
        <a:bodyPr/>
        <a:lstStyle/>
        <a:p>
          <a:endParaRPr lang="en-CA"/>
        </a:p>
      </dgm:t>
    </dgm:pt>
    <dgm:pt modelId="{A37B2AE2-F5A7-4E32-BDDB-624A2D91588E}" type="asst">
      <dgm:prSet phldrT="[Text]"/>
      <dgm:spPr/>
      <dgm:t>
        <a:bodyPr/>
        <a:lstStyle/>
        <a:p>
          <a:r>
            <a:rPr lang="en-CA"/>
            <a:t>Structured Data</a:t>
          </a:r>
          <a:endParaRPr lang="en-CA" dirty="0"/>
        </a:p>
      </dgm:t>
    </dgm:pt>
    <dgm:pt modelId="{25556D99-27F1-4D93-9C38-611CC8E78241}" type="sibTrans" cxnId="{11870B03-FC8B-4ABD-9F2A-3C888FE6E97D}">
      <dgm:prSet/>
      <dgm:spPr/>
      <dgm:t>
        <a:bodyPr/>
        <a:lstStyle/>
        <a:p>
          <a:endParaRPr lang="en-CA"/>
        </a:p>
      </dgm:t>
    </dgm:pt>
    <dgm:pt modelId="{73A9C591-BFA1-4F6F-B326-D766EF702219}" type="parTrans" cxnId="{11870B03-FC8B-4ABD-9F2A-3C888FE6E97D}">
      <dgm:prSet/>
      <dgm:spPr/>
      <dgm:t>
        <a:bodyPr/>
        <a:lstStyle/>
        <a:p>
          <a:endParaRPr lang="en-CA"/>
        </a:p>
      </dgm:t>
    </dgm:pt>
    <dgm:pt modelId="{8003C8D6-3632-4B8C-8416-623106A05280}" type="asst">
      <dgm:prSet phldrT="[Text]"/>
      <dgm:spPr/>
      <dgm:t>
        <a:bodyPr/>
        <a:lstStyle/>
        <a:p>
          <a:r>
            <a:rPr lang="en-CA" dirty="0"/>
            <a:t>Goals scored</a:t>
          </a:r>
        </a:p>
      </dgm:t>
    </dgm:pt>
    <dgm:pt modelId="{4E741FFA-8932-415D-9042-A894A760BA11}" type="parTrans" cxnId="{77BCB05E-F5B9-411F-8F5B-9C711B65333E}">
      <dgm:prSet/>
      <dgm:spPr/>
      <dgm:t>
        <a:bodyPr/>
        <a:lstStyle/>
        <a:p>
          <a:endParaRPr lang="en-US"/>
        </a:p>
      </dgm:t>
    </dgm:pt>
    <dgm:pt modelId="{11D091FF-24C1-4D2A-9868-1FC879FFD2F0}" type="sibTrans" cxnId="{77BCB05E-F5B9-411F-8F5B-9C711B65333E}">
      <dgm:prSet/>
      <dgm:spPr/>
      <dgm:t>
        <a:bodyPr/>
        <a:lstStyle/>
        <a:p>
          <a:endParaRPr lang="en-US"/>
        </a:p>
      </dgm:t>
    </dgm:pt>
    <dgm:pt modelId="{C37CA992-00A7-4DCC-8437-7E1CE749245E}" type="asst">
      <dgm:prSet phldrT="[Text]"/>
      <dgm:spPr/>
      <dgm:t>
        <a:bodyPr/>
        <a:lstStyle/>
        <a:p>
          <a:r>
            <a:rPr lang="en-CA" dirty="0"/>
            <a:t>Time on ice</a:t>
          </a:r>
        </a:p>
      </dgm:t>
    </dgm:pt>
    <dgm:pt modelId="{CC6B6304-874C-40E5-9651-AB8321DA2CFA}" type="parTrans" cxnId="{8665E1D5-D036-44AF-9838-28BC25A443D9}">
      <dgm:prSet/>
      <dgm:spPr/>
      <dgm:t>
        <a:bodyPr/>
        <a:lstStyle/>
        <a:p>
          <a:endParaRPr lang="en-US"/>
        </a:p>
      </dgm:t>
    </dgm:pt>
    <dgm:pt modelId="{95E2FCD6-9504-4424-AC37-0F0E3DB2E81D}" type="sibTrans" cxnId="{8665E1D5-D036-44AF-9838-28BC25A443D9}">
      <dgm:prSet/>
      <dgm:spPr/>
      <dgm:t>
        <a:bodyPr/>
        <a:lstStyle/>
        <a:p>
          <a:endParaRPr lang="en-US"/>
        </a:p>
      </dgm:t>
    </dgm:pt>
    <dgm:pt modelId="{C7D77557-D748-44DA-8924-FC8608094C21}" type="asst">
      <dgm:prSet phldrT="[Text]"/>
      <dgm:spPr/>
      <dgm:t>
        <a:bodyPr/>
        <a:lstStyle/>
        <a:p>
          <a:r>
            <a:rPr lang="en-CA" dirty="0"/>
            <a:t>Goalie saves</a:t>
          </a:r>
        </a:p>
      </dgm:t>
    </dgm:pt>
    <dgm:pt modelId="{88E73C7B-23BA-42A7-81BD-ABEAB3D85C6A}" type="parTrans" cxnId="{3CBF6182-6A6B-4B2A-A736-4D6D94CCFBBC}">
      <dgm:prSet/>
      <dgm:spPr/>
      <dgm:t>
        <a:bodyPr/>
        <a:lstStyle/>
        <a:p>
          <a:endParaRPr lang="en-US"/>
        </a:p>
      </dgm:t>
    </dgm:pt>
    <dgm:pt modelId="{188331DF-96C6-4CA5-B019-27B96A5C3C87}" type="sibTrans" cxnId="{3CBF6182-6A6B-4B2A-A736-4D6D94CCFBBC}">
      <dgm:prSet/>
      <dgm:spPr/>
      <dgm:t>
        <a:bodyPr/>
        <a:lstStyle/>
        <a:p>
          <a:endParaRPr lang="en-US"/>
        </a:p>
      </dgm:t>
    </dgm:pt>
    <dgm:pt modelId="{981C48D1-32E3-44D6-94AB-497CA276CAB8}" type="asst">
      <dgm:prSet phldrT="[Text]"/>
      <dgm:spPr/>
      <dgm:t>
        <a:bodyPr/>
        <a:lstStyle/>
        <a:p>
          <a:r>
            <a:rPr lang="en-CA" dirty="0"/>
            <a:t>Unstructured Data</a:t>
          </a:r>
        </a:p>
      </dgm:t>
    </dgm:pt>
    <dgm:pt modelId="{D9AD0556-D495-40B9-90C1-0599B3E2E2B2}" type="parTrans" cxnId="{1A148E0E-0FB9-4491-89A4-EA4A6C9D017A}">
      <dgm:prSet/>
      <dgm:spPr/>
      <dgm:t>
        <a:bodyPr/>
        <a:lstStyle/>
        <a:p>
          <a:endParaRPr lang="en-US"/>
        </a:p>
      </dgm:t>
    </dgm:pt>
    <dgm:pt modelId="{742B34B7-39F5-4FD8-AA02-2528A6887601}" type="sibTrans" cxnId="{1A148E0E-0FB9-4491-89A4-EA4A6C9D017A}">
      <dgm:prSet/>
      <dgm:spPr/>
      <dgm:t>
        <a:bodyPr/>
        <a:lstStyle/>
        <a:p>
          <a:endParaRPr lang="en-US"/>
        </a:p>
      </dgm:t>
    </dgm:pt>
    <dgm:pt modelId="{D225EE00-89ED-49DC-AA7A-5CBEC359AA09}" type="pres">
      <dgm:prSet presAssocID="{598E36CC-8178-4F6C-99E5-62E143A35641}" presName="Name0" presStyleCnt="0">
        <dgm:presLayoutVars>
          <dgm:chPref val="1"/>
          <dgm:dir/>
          <dgm:animOne val="branch"/>
          <dgm:animLvl val="lvl"/>
          <dgm:resizeHandles/>
        </dgm:presLayoutVars>
      </dgm:prSet>
      <dgm:spPr/>
    </dgm:pt>
    <dgm:pt modelId="{97F9740B-8F40-40CD-A456-6C8A9385E058}" type="pres">
      <dgm:prSet presAssocID="{E6C72D40-29E2-4CB2-8B1E-C10A93862BE3}" presName="vertOne" presStyleCnt="0"/>
      <dgm:spPr/>
    </dgm:pt>
    <dgm:pt modelId="{72060055-28B4-4CDC-8092-96967D8D2582}" type="pres">
      <dgm:prSet presAssocID="{E6C72D40-29E2-4CB2-8B1E-C10A93862BE3}" presName="txOne" presStyleLbl="node0" presStyleIdx="0" presStyleCnt="1">
        <dgm:presLayoutVars>
          <dgm:chPref val="3"/>
        </dgm:presLayoutVars>
      </dgm:prSet>
      <dgm:spPr/>
    </dgm:pt>
    <dgm:pt modelId="{E5DED274-043F-4AB3-BC45-F14D5C24C8B8}" type="pres">
      <dgm:prSet presAssocID="{E6C72D40-29E2-4CB2-8B1E-C10A93862BE3}" presName="parTransOne" presStyleCnt="0"/>
      <dgm:spPr/>
    </dgm:pt>
    <dgm:pt modelId="{70E17DF4-FDD2-48C8-B384-85F8DC3BE820}" type="pres">
      <dgm:prSet presAssocID="{E6C72D40-29E2-4CB2-8B1E-C10A93862BE3}" presName="horzOne" presStyleCnt="0"/>
      <dgm:spPr/>
    </dgm:pt>
    <dgm:pt modelId="{A24E2E54-CE20-4032-9146-43555990172F}" type="pres">
      <dgm:prSet presAssocID="{A37B2AE2-F5A7-4E32-BDDB-624A2D91588E}" presName="vertTwo" presStyleCnt="0"/>
      <dgm:spPr/>
    </dgm:pt>
    <dgm:pt modelId="{42D4ECB6-36BE-4985-9767-8AF0A801911C}" type="pres">
      <dgm:prSet presAssocID="{A37B2AE2-F5A7-4E32-BDDB-624A2D91588E}" presName="txTwo" presStyleLbl="asst1" presStyleIdx="0" presStyleCnt="7">
        <dgm:presLayoutVars>
          <dgm:chPref val="3"/>
        </dgm:presLayoutVars>
      </dgm:prSet>
      <dgm:spPr/>
    </dgm:pt>
    <dgm:pt modelId="{857E754B-EC08-464C-AFB0-ABD6C1966B7D}" type="pres">
      <dgm:prSet presAssocID="{A37B2AE2-F5A7-4E32-BDDB-624A2D91588E}" presName="parTransTwo" presStyleCnt="0"/>
      <dgm:spPr/>
    </dgm:pt>
    <dgm:pt modelId="{59DE2E85-1CAC-417A-9331-4503B87BCE01}" type="pres">
      <dgm:prSet presAssocID="{A37B2AE2-F5A7-4E32-BDDB-624A2D91588E}" presName="horzTwo" presStyleCnt="0"/>
      <dgm:spPr/>
    </dgm:pt>
    <dgm:pt modelId="{6D8D098C-380A-4444-91C6-E2DC13BE6760}" type="pres">
      <dgm:prSet presAssocID="{8003C8D6-3632-4B8C-8416-623106A05280}" presName="vertThree" presStyleCnt="0"/>
      <dgm:spPr/>
    </dgm:pt>
    <dgm:pt modelId="{2D10403F-C37B-401E-B6C1-568D4C516C29}" type="pres">
      <dgm:prSet presAssocID="{8003C8D6-3632-4B8C-8416-623106A05280}" presName="txThree" presStyleLbl="asst1" presStyleIdx="1" presStyleCnt="7">
        <dgm:presLayoutVars>
          <dgm:chPref val="3"/>
        </dgm:presLayoutVars>
      </dgm:prSet>
      <dgm:spPr/>
    </dgm:pt>
    <dgm:pt modelId="{DE3DBA5E-7507-45EF-8022-B6803DBFB1D3}" type="pres">
      <dgm:prSet presAssocID="{8003C8D6-3632-4B8C-8416-623106A05280}" presName="horzThree" presStyleCnt="0"/>
      <dgm:spPr/>
    </dgm:pt>
    <dgm:pt modelId="{07BC3D20-B58D-4F56-8751-EB40A4E3785C}" type="pres">
      <dgm:prSet presAssocID="{11D091FF-24C1-4D2A-9868-1FC879FFD2F0}" presName="sibSpaceThree" presStyleCnt="0"/>
      <dgm:spPr/>
    </dgm:pt>
    <dgm:pt modelId="{BDAC3DD8-14E0-4A3A-89C8-965A7078A5D6}" type="pres">
      <dgm:prSet presAssocID="{C37CA992-00A7-4DCC-8437-7E1CE749245E}" presName="vertThree" presStyleCnt="0"/>
      <dgm:spPr/>
    </dgm:pt>
    <dgm:pt modelId="{21E90630-8168-41A9-97EC-B3546A68A5E1}" type="pres">
      <dgm:prSet presAssocID="{C37CA992-00A7-4DCC-8437-7E1CE749245E}" presName="txThree" presStyleLbl="asst1" presStyleIdx="2" presStyleCnt="7">
        <dgm:presLayoutVars>
          <dgm:chPref val="3"/>
        </dgm:presLayoutVars>
      </dgm:prSet>
      <dgm:spPr/>
    </dgm:pt>
    <dgm:pt modelId="{C2B2D97D-33C1-4396-A0A7-B5683D03CBB7}" type="pres">
      <dgm:prSet presAssocID="{C37CA992-00A7-4DCC-8437-7E1CE749245E}" presName="horzThree" presStyleCnt="0"/>
      <dgm:spPr/>
    </dgm:pt>
    <dgm:pt modelId="{E8D9BB14-1979-4BF8-A028-FBC15733E5EF}" type="pres">
      <dgm:prSet presAssocID="{95E2FCD6-9504-4424-AC37-0F0E3DB2E81D}" presName="sibSpaceThree" presStyleCnt="0"/>
      <dgm:spPr/>
    </dgm:pt>
    <dgm:pt modelId="{A0F848BE-A3CF-4E93-86DB-F96DB2DF6ED0}" type="pres">
      <dgm:prSet presAssocID="{C7D77557-D748-44DA-8924-FC8608094C21}" presName="vertThree" presStyleCnt="0"/>
      <dgm:spPr/>
    </dgm:pt>
    <dgm:pt modelId="{7233776F-E3BE-420A-BE56-F4EA5D35D3A3}" type="pres">
      <dgm:prSet presAssocID="{C7D77557-D748-44DA-8924-FC8608094C21}" presName="txThree" presStyleLbl="asst1" presStyleIdx="3" presStyleCnt="7">
        <dgm:presLayoutVars>
          <dgm:chPref val="3"/>
        </dgm:presLayoutVars>
      </dgm:prSet>
      <dgm:spPr/>
    </dgm:pt>
    <dgm:pt modelId="{C236FC42-C166-402B-A08A-B2AF6B232CEA}" type="pres">
      <dgm:prSet presAssocID="{C7D77557-D748-44DA-8924-FC8608094C21}" presName="horzThree" presStyleCnt="0"/>
      <dgm:spPr/>
    </dgm:pt>
    <dgm:pt modelId="{D5FC69F6-92C4-4625-9FFA-68F1963AD361}" type="pres">
      <dgm:prSet presAssocID="{25556D99-27F1-4D93-9C38-611CC8E78241}" presName="sibSpaceTwo" presStyleCnt="0"/>
      <dgm:spPr/>
    </dgm:pt>
    <dgm:pt modelId="{784E740E-92B5-45E7-95FF-DE1750FD53F7}" type="pres">
      <dgm:prSet presAssocID="{981C48D1-32E3-44D6-94AB-497CA276CAB8}" presName="vertTwo" presStyleCnt="0"/>
      <dgm:spPr/>
    </dgm:pt>
    <dgm:pt modelId="{41E70DA3-D0F2-42CA-A1B3-B5E677E2E32B}" type="pres">
      <dgm:prSet presAssocID="{981C48D1-32E3-44D6-94AB-497CA276CAB8}" presName="txTwo" presStyleLbl="asst1" presStyleIdx="4" presStyleCnt="7">
        <dgm:presLayoutVars>
          <dgm:chPref val="3"/>
        </dgm:presLayoutVars>
      </dgm:prSet>
      <dgm:spPr/>
    </dgm:pt>
    <dgm:pt modelId="{21F91EA3-7585-4C60-A418-1F5B51F230E4}" type="pres">
      <dgm:prSet presAssocID="{981C48D1-32E3-44D6-94AB-497CA276CAB8}" presName="parTransTwo" presStyleCnt="0"/>
      <dgm:spPr/>
    </dgm:pt>
    <dgm:pt modelId="{6BB3FFCE-6714-4D3B-9AD1-4284A1454A21}" type="pres">
      <dgm:prSet presAssocID="{981C48D1-32E3-44D6-94AB-497CA276CAB8}" presName="horzTwo" presStyleCnt="0"/>
      <dgm:spPr/>
    </dgm:pt>
    <dgm:pt modelId="{777C4AB0-144F-4B84-BA30-8E06F508315F}" type="pres">
      <dgm:prSet presAssocID="{47BECFFB-76BB-4D19-9A25-AF06383E7657}" presName="vertThree" presStyleCnt="0"/>
      <dgm:spPr/>
    </dgm:pt>
    <dgm:pt modelId="{6F8A66C5-CF75-4CDA-9C54-6C3DF08FD25C}" type="pres">
      <dgm:prSet presAssocID="{47BECFFB-76BB-4D19-9A25-AF06383E7657}" presName="txThree" presStyleLbl="asst1" presStyleIdx="5" presStyleCnt="7">
        <dgm:presLayoutVars>
          <dgm:chPref val="3"/>
        </dgm:presLayoutVars>
      </dgm:prSet>
      <dgm:spPr/>
    </dgm:pt>
    <dgm:pt modelId="{D28C8CA3-7036-4820-8C59-B3EC741F5834}" type="pres">
      <dgm:prSet presAssocID="{47BECFFB-76BB-4D19-9A25-AF06383E7657}" presName="horzThree" presStyleCnt="0"/>
      <dgm:spPr/>
    </dgm:pt>
    <dgm:pt modelId="{838D175E-969A-4129-B787-0EC03CE2529B}" type="pres">
      <dgm:prSet presAssocID="{BCF9C70D-8733-47F8-B90F-8B2815631F27}" presName="sibSpaceThree" presStyleCnt="0"/>
      <dgm:spPr/>
    </dgm:pt>
    <dgm:pt modelId="{FE603F4B-68BB-4F5F-9E68-39030EF80330}" type="pres">
      <dgm:prSet presAssocID="{981B766F-4B43-4E90-BAB5-2137576E0FDE}" presName="vertThree" presStyleCnt="0"/>
      <dgm:spPr/>
    </dgm:pt>
    <dgm:pt modelId="{16143400-6A5F-4D79-9920-AA63FF574A0A}" type="pres">
      <dgm:prSet presAssocID="{981B766F-4B43-4E90-BAB5-2137576E0FDE}" presName="txThree" presStyleLbl="asst1" presStyleIdx="6" presStyleCnt="7">
        <dgm:presLayoutVars>
          <dgm:chPref val="3"/>
        </dgm:presLayoutVars>
      </dgm:prSet>
      <dgm:spPr/>
    </dgm:pt>
    <dgm:pt modelId="{0A162F8A-AF23-431E-992F-2E326742CAEB}" type="pres">
      <dgm:prSet presAssocID="{981B766F-4B43-4E90-BAB5-2137576E0FDE}" presName="horzThree"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B08D8C0A-3B9A-4F53-AED9-D9EFCA333FCA}" type="presOf" srcId="{47BECFFB-76BB-4D19-9A25-AF06383E7657}" destId="{6F8A66C5-CF75-4CDA-9C54-6C3DF08FD25C}" srcOrd="0" destOrd="0" presId="urn:microsoft.com/office/officeart/2005/8/layout/hierarchy4"/>
    <dgm:cxn modelId="{E6DB1E0C-E405-4DBB-83A8-6CDC9A8364C5}" type="presOf" srcId="{A37B2AE2-F5A7-4E32-BDDB-624A2D91588E}" destId="{42D4ECB6-36BE-4985-9767-8AF0A801911C}" srcOrd="0" destOrd="0" presId="urn:microsoft.com/office/officeart/2005/8/layout/hierarchy4"/>
    <dgm:cxn modelId="{1A148E0E-0FB9-4491-89A4-EA4A6C9D017A}" srcId="{E6C72D40-29E2-4CB2-8B1E-C10A93862BE3}" destId="{981C48D1-32E3-44D6-94AB-497CA276CAB8}" srcOrd="1" destOrd="0" parTransId="{D9AD0556-D495-40B9-90C1-0599B3E2E2B2}" sibTransId="{742B34B7-39F5-4FD8-AA02-2528A6887601}"/>
    <dgm:cxn modelId="{3F3F1919-69FC-47D5-9BE8-F4E166ACD222}" type="presOf" srcId="{8003C8D6-3632-4B8C-8416-623106A05280}" destId="{2D10403F-C37B-401E-B6C1-568D4C516C29}" srcOrd="0" destOrd="0" presId="urn:microsoft.com/office/officeart/2005/8/layout/hierarchy4"/>
    <dgm:cxn modelId="{2FC6BE1C-535C-47B5-8E32-5D2A6C39173E}" type="presOf" srcId="{598E36CC-8178-4F6C-99E5-62E143A35641}" destId="{D225EE00-89ED-49DC-AA7A-5CBEC359AA09}" srcOrd="0" destOrd="0" presId="urn:microsoft.com/office/officeart/2005/8/layout/hierarchy4"/>
    <dgm:cxn modelId="{6DDE322B-E7AC-4A62-96A0-A7129ED17279}" srcId="{598E36CC-8178-4F6C-99E5-62E143A35641}" destId="{E6C72D40-29E2-4CB2-8B1E-C10A93862BE3}" srcOrd="0" destOrd="0" parTransId="{29593563-95B4-4E62-B35F-9E793067DF5D}" sibTransId="{5B700393-37FE-48DB-A7E0-36CC2C04EDE0}"/>
    <dgm:cxn modelId="{4E32852C-09C7-467B-AC29-656DD9FB5735}" type="presOf" srcId="{E6C72D40-29E2-4CB2-8B1E-C10A93862BE3}" destId="{72060055-28B4-4CDC-8092-96967D8D2582}" srcOrd="0" destOrd="0" presId="urn:microsoft.com/office/officeart/2005/8/layout/hierarchy4"/>
    <dgm:cxn modelId="{FE086F59-DC4D-4BCD-AB29-4B1B85ADB0C0}" srcId="{981C48D1-32E3-44D6-94AB-497CA276CAB8}" destId="{47BECFFB-76BB-4D19-9A25-AF06383E7657}" srcOrd="0" destOrd="0" parTransId="{90411DEC-97D3-4683-90B8-841CBB142372}" sibTransId="{BCF9C70D-8733-47F8-B90F-8B2815631F27}"/>
    <dgm:cxn modelId="{77BCB05E-F5B9-411F-8F5B-9C711B65333E}" srcId="{A37B2AE2-F5A7-4E32-BDDB-624A2D91588E}" destId="{8003C8D6-3632-4B8C-8416-623106A05280}" srcOrd="0" destOrd="0" parTransId="{4E741FFA-8932-415D-9042-A894A760BA11}" sibTransId="{11D091FF-24C1-4D2A-9868-1FC879FFD2F0}"/>
    <dgm:cxn modelId="{D88CCF75-1FF1-436A-BB69-B3E0DBAC4B1D}" srcId="{981C48D1-32E3-44D6-94AB-497CA276CAB8}" destId="{981B766F-4B43-4E90-BAB5-2137576E0FDE}" srcOrd="1" destOrd="0" parTransId="{C00B1675-CD85-4564-88E9-09165BA30CD9}" sibTransId="{3FD7AFE3-0319-4A36-8A0B-AED7E489A5B1}"/>
    <dgm:cxn modelId="{C6210D7A-6421-4A03-90DE-08980B715550}" type="presOf" srcId="{981C48D1-32E3-44D6-94AB-497CA276CAB8}" destId="{41E70DA3-D0F2-42CA-A1B3-B5E677E2E32B}" srcOrd="0" destOrd="0" presId="urn:microsoft.com/office/officeart/2005/8/layout/hierarchy4"/>
    <dgm:cxn modelId="{3CBF6182-6A6B-4B2A-A736-4D6D94CCFBBC}" srcId="{A37B2AE2-F5A7-4E32-BDDB-624A2D91588E}" destId="{C7D77557-D748-44DA-8924-FC8608094C21}" srcOrd="2" destOrd="0" parTransId="{88E73C7B-23BA-42A7-81BD-ABEAB3D85C6A}" sibTransId="{188331DF-96C6-4CA5-B019-27B96A5C3C87}"/>
    <dgm:cxn modelId="{421F8AAC-A90F-4C65-A0DA-4F70160CCE0D}" type="presOf" srcId="{C7D77557-D748-44DA-8924-FC8608094C21}" destId="{7233776F-E3BE-420A-BE56-F4EA5D35D3A3}" srcOrd="0" destOrd="0" presId="urn:microsoft.com/office/officeart/2005/8/layout/hierarchy4"/>
    <dgm:cxn modelId="{6D2354CF-943A-4E58-A7BD-4C676C855304}" type="presOf" srcId="{C37CA992-00A7-4DCC-8437-7E1CE749245E}" destId="{21E90630-8168-41A9-97EC-B3546A68A5E1}" srcOrd="0" destOrd="0" presId="urn:microsoft.com/office/officeart/2005/8/layout/hierarchy4"/>
    <dgm:cxn modelId="{8665E1D5-D036-44AF-9838-28BC25A443D9}" srcId="{A37B2AE2-F5A7-4E32-BDDB-624A2D91588E}" destId="{C37CA992-00A7-4DCC-8437-7E1CE749245E}" srcOrd="1" destOrd="0" parTransId="{CC6B6304-874C-40E5-9651-AB8321DA2CFA}" sibTransId="{95E2FCD6-9504-4424-AC37-0F0E3DB2E81D}"/>
    <dgm:cxn modelId="{BE4489E6-5587-4695-8F70-14F227C3E3D0}" type="presOf" srcId="{981B766F-4B43-4E90-BAB5-2137576E0FDE}" destId="{16143400-6A5F-4D79-9920-AA63FF574A0A}" srcOrd="0" destOrd="0" presId="urn:microsoft.com/office/officeart/2005/8/layout/hierarchy4"/>
    <dgm:cxn modelId="{2A7F3491-BBE0-4EC4-9250-EA6E8B3152F5}" type="presParOf" srcId="{D225EE00-89ED-49DC-AA7A-5CBEC359AA09}" destId="{97F9740B-8F40-40CD-A456-6C8A9385E058}" srcOrd="0" destOrd="0" presId="urn:microsoft.com/office/officeart/2005/8/layout/hierarchy4"/>
    <dgm:cxn modelId="{8118D104-5A4F-4E77-9748-3EEA8B94B73B}" type="presParOf" srcId="{97F9740B-8F40-40CD-A456-6C8A9385E058}" destId="{72060055-28B4-4CDC-8092-96967D8D2582}" srcOrd="0" destOrd="0" presId="urn:microsoft.com/office/officeart/2005/8/layout/hierarchy4"/>
    <dgm:cxn modelId="{DD226F21-CA9D-43E2-ABB3-F31A6502CE2F}" type="presParOf" srcId="{97F9740B-8F40-40CD-A456-6C8A9385E058}" destId="{E5DED274-043F-4AB3-BC45-F14D5C24C8B8}" srcOrd="1" destOrd="0" presId="urn:microsoft.com/office/officeart/2005/8/layout/hierarchy4"/>
    <dgm:cxn modelId="{9C8D04D8-EB23-414C-A9C5-10842554CC66}" type="presParOf" srcId="{97F9740B-8F40-40CD-A456-6C8A9385E058}" destId="{70E17DF4-FDD2-48C8-B384-85F8DC3BE820}" srcOrd="2" destOrd="0" presId="urn:microsoft.com/office/officeart/2005/8/layout/hierarchy4"/>
    <dgm:cxn modelId="{AA89C156-C51C-47EA-9457-CB4B2E1702F8}" type="presParOf" srcId="{70E17DF4-FDD2-48C8-B384-85F8DC3BE820}" destId="{A24E2E54-CE20-4032-9146-43555990172F}" srcOrd="0" destOrd="0" presId="urn:microsoft.com/office/officeart/2005/8/layout/hierarchy4"/>
    <dgm:cxn modelId="{F0C78D9F-3E29-4D04-9BC1-D788BCD140D6}" type="presParOf" srcId="{A24E2E54-CE20-4032-9146-43555990172F}" destId="{42D4ECB6-36BE-4985-9767-8AF0A801911C}" srcOrd="0" destOrd="0" presId="urn:microsoft.com/office/officeart/2005/8/layout/hierarchy4"/>
    <dgm:cxn modelId="{811D93E2-F6C5-4461-823B-3F0B75F8A3DE}" type="presParOf" srcId="{A24E2E54-CE20-4032-9146-43555990172F}" destId="{857E754B-EC08-464C-AFB0-ABD6C1966B7D}" srcOrd="1" destOrd="0" presId="urn:microsoft.com/office/officeart/2005/8/layout/hierarchy4"/>
    <dgm:cxn modelId="{F6B345D3-33D6-49DD-B5C2-25872FBA3452}" type="presParOf" srcId="{A24E2E54-CE20-4032-9146-43555990172F}" destId="{59DE2E85-1CAC-417A-9331-4503B87BCE01}" srcOrd="2" destOrd="0" presId="urn:microsoft.com/office/officeart/2005/8/layout/hierarchy4"/>
    <dgm:cxn modelId="{89AB94BF-71E4-40AC-923F-DD9C1B12BE23}" type="presParOf" srcId="{59DE2E85-1CAC-417A-9331-4503B87BCE01}" destId="{6D8D098C-380A-4444-91C6-E2DC13BE6760}" srcOrd="0" destOrd="0" presId="urn:microsoft.com/office/officeart/2005/8/layout/hierarchy4"/>
    <dgm:cxn modelId="{4EDB6138-6E13-40A2-A626-9F3E8D5C3A8E}" type="presParOf" srcId="{6D8D098C-380A-4444-91C6-E2DC13BE6760}" destId="{2D10403F-C37B-401E-B6C1-568D4C516C29}" srcOrd="0" destOrd="0" presId="urn:microsoft.com/office/officeart/2005/8/layout/hierarchy4"/>
    <dgm:cxn modelId="{19EE7956-BF4E-4BD5-A9E4-ACADCA2DEBF8}" type="presParOf" srcId="{6D8D098C-380A-4444-91C6-E2DC13BE6760}" destId="{DE3DBA5E-7507-45EF-8022-B6803DBFB1D3}" srcOrd="1" destOrd="0" presId="urn:microsoft.com/office/officeart/2005/8/layout/hierarchy4"/>
    <dgm:cxn modelId="{D6B6BCFC-A225-46E2-87A5-28DF23D21238}" type="presParOf" srcId="{59DE2E85-1CAC-417A-9331-4503B87BCE01}" destId="{07BC3D20-B58D-4F56-8751-EB40A4E3785C}" srcOrd="1" destOrd="0" presId="urn:microsoft.com/office/officeart/2005/8/layout/hierarchy4"/>
    <dgm:cxn modelId="{A45D48F9-06B7-46F3-979B-AAC50502E5CC}" type="presParOf" srcId="{59DE2E85-1CAC-417A-9331-4503B87BCE01}" destId="{BDAC3DD8-14E0-4A3A-89C8-965A7078A5D6}" srcOrd="2" destOrd="0" presId="urn:microsoft.com/office/officeart/2005/8/layout/hierarchy4"/>
    <dgm:cxn modelId="{A844F23F-9FE7-40A7-AA32-4FADBEC3E6F3}" type="presParOf" srcId="{BDAC3DD8-14E0-4A3A-89C8-965A7078A5D6}" destId="{21E90630-8168-41A9-97EC-B3546A68A5E1}" srcOrd="0" destOrd="0" presId="urn:microsoft.com/office/officeart/2005/8/layout/hierarchy4"/>
    <dgm:cxn modelId="{E253DDE5-935A-42AD-BDC6-87BDC8A4C606}" type="presParOf" srcId="{BDAC3DD8-14E0-4A3A-89C8-965A7078A5D6}" destId="{C2B2D97D-33C1-4396-A0A7-B5683D03CBB7}" srcOrd="1" destOrd="0" presId="urn:microsoft.com/office/officeart/2005/8/layout/hierarchy4"/>
    <dgm:cxn modelId="{39FFA5A7-FC25-472F-85C2-DE230D3068E8}" type="presParOf" srcId="{59DE2E85-1CAC-417A-9331-4503B87BCE01}" destId="{E8D9BB14-1979-4BF8-A028-FBC15733E5EF}" srcOrd="3" destOrd="0" presId="urn:microsoft.com/office/officeart/2005/8/layout/hierarchy4"/>
    <dgm:cxn modelId="{9769E5F3-0889-4802-9A35-24A6514B8BD7}" type="presParOf" srcId="{59DE2E85-1CAC-417A-9331-4503B87BCE01}" destId="{A0F848BE-A3CF-4E93-86DB-F96DB2DF6ED0}" srcOrd="4" destOrd="0" presId="urn:microsoft.com/office/officeart/2005/8/layout/hierarchy4"/>
    <dgm:cxn modelId="{7CC1F30C-2E47-4ED4-8A36-B90B343565D1}" type="presParOf" srcId="{A0F848BE-A3CF-4E93-86DB-F96DB2DF6ED0}" destId="{7233776F-E3BE-420A-BE56-F4EA5D35D3A3}" srcOrd="0" destOrd="0" presId="urn:microsoft.com/office/officeart/2005/8/layout/hierarchy4"/>
    <dgm:cxn modelId="{D552CD94-A91E-4FF7-B3FF-1905865D3320}" type="presParOf" srcId="{A0F848BE-A3CF-4E93-86DB-F96DB2DF6ED0}" destId="{C236FC42-C166-402B-A08A-B2AF6B232CEA}" srcOrd="1" destOrd="0" presId="urn:microsoft.com/office/officeart/2005/8/layout/hierarchy4"/>
    <dgm:cxn modelId="{369DE0E5-18E2-49F9-A324-49FB488069CE}" type="presParOf" srcId="{70E17DF4-FDD2-48C8-B384-85F8DC3BE820}" destId="{D5FC69F6-92C4-4625-9FFA-68F1963AD361}" srcOrd="1" destOrd="0" presId="urn:microsoft.com/office/officeart/2005/8/layout/hierarchy4"/>
    <dgm:cxn modelId="{BB75E802-20ED-4325-9588-E67F50397C0E}" type="presParOf" srcId="{70E17DF4-FDD2-48C8-B384-85F8DC3BE820}" destId="{784E740E-92B5-45E7-95FF-DE1750FD53F7}" srcOrd="2" destOrd="0" presId="urn:microsoft.com/office/officeart/2005/8/layout/hierarchy4"/>
    <dgm:cxn modelId="{41CB343D-3B15-4D2D-91DD-27B66A638E34}" type="presParOf" srcId="{784E740E-92B5-45E7-95FF-DE1750FD53F7}" destId="{41E70DA3-D0F2-42CA-A1B3-B5E677E2E32B}" srcOrd="0" destOrd="0" presId="urn:microsoft.com/office/officeart/2005/8/layout/hierarchy4"/>
    <dgm:cxn modelId="{5B3F932A-CE88-4F6D-8E88-05895E02F701}" type="presParOf" srcId="{784E740E-92B5-45E7-95FF-DE1750FD53F7}" destId="{21F91EA3-7585-4C60-A418-1F5B51F230E4}" srcOrd="1" destOrd="0" presId="urn:microsoft.com/office/officeart/2005/8/layout/hierarchy4"/>
    <dgm:cxn modelId="{CDD206B0-4990-483B-B7F2-3D3FB905AEC0}" type="presParOf" srcId="{784E740E-92B5-45E7-95FF-DE1750FD53F7}" destId="{6BB3FFCE-6714-4D3B-9AD1-4284A1454A21}" srcOrd="2" destOrd="0" presId="urn:microsoft.com/office/officeart/2005/8/layout/hierarchy4"/>
    <dgm:cxn modelId="{40F90D8E-A033-4C3E-8126-C4366ABCA4C3}" type="presParOf" srcId="{6BB3FFCE-6714-4D3B-9AD1-4284A1454A21}" destId="{777C4AB0-144F-4B84-BA30-8E06F508315F}" srcOrd="0" destOrd="0" presId="urn:microsoft.com/office/officeart/2005/8/layout/hierarchy4"/>
    <dgm:cxn modelId="{6685FF25-6F33-44A4-90C2-357D40AE5708}" type="presParOf" srcId="{777C4AB0-144F-4B84-BA30-8E06F508315F}" destId="{6F8A66C5-CF75-4CDA-9C54-6C3DF08FD25C}" srcOrd="0" destOrd="0" presId="urn:microsoft.com/office/officeart/2005/8/layout/hierarchy4"/>
    <dgm:cxn modelId="{2905C551-3826-4B79-AB34-B4F5155B821A}" type="presParOf" srcId="{777C4AB0-144F-4B84-BA30-8E06F508315F}" destId="{D28C8CA3-7036-4820-8C59-B3EC741F5834}" srcOrd="1" destOrd="0" presId="urn:microsoft.com/office/officeart/2005/8/layout/hierarchy4"/>
    <dgm:cxn modelId="{511AE7BF-B4A3-4514-ACD4-76E7ABF9D021}" type="presParOf" srcId="{6BB3FFCE-6714-4D3B-9AD1-4284A1454A21}" destId="{838D175E-969A-4129-B787-0EC03CE2529B}" srcOrd="1" destOrd="0" presId="urn:microsoft.com/office/officeart/2005/8/layout/hierarchy4"/>
    <dgm:cxn modelId="{80AA5AF4-4155-4CA8-AEBB-8182B4B1554F}" type="presParOf" srcId="{6BB3FFCE-6714-4D3B-9AD1-4284A1454A21}" destId="{FE603F4B-68BB-4F5F-9E68-39030EF80330}" srcOrd="2" destOrd="0" presId="urn:microsoft.com/office/officeart/2005/8/layout/hierarchy4"/>
    <dgm:cxn modelId="{3754C6F0-359F-4EA6-B31F-CD7C90A2D0E6}" type="presParOf" srcId="{FE603F4B-68BB-4F5F-9E68-39030EF80330}" destId="{16143400-6A5F-4D79-9920-AA63FF574A0A}" srcOrd="0" destOrd="0" presId="urn:microsoft.com/office/officeart/2005/8/layout/hierarchy4"/>
    <dgm:cxn modelId="{E7073348-D7D7-476A-A492-4CE5FFB82199}" type="presParOf" srcId="{FE603F4B-68BB-4F5F-9E68-39030EF80330}" destId="{0A162F8A-AF23-431E-992F-2E326742CAE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custT="1"/>
      <dgm:spPr/>
      <dgm:t>
        <a:bodyPr/>
        <a:lstStyle/>
        <a:p>
          <a:r>
            <a:rPr lang="en-CA" sz="1800" dirty="0"/>
            <a:t>Height</a:t>
          </a:r>
        </a:p>
      </dgm:t>
    </dgm:pt>
    <dgm:pt modelId="{29593563-95B4-4E62-B35F-9E793067DF5D}" type="parTrans" cxnId="{6DDE322B-E7AC-4A62-96A0-A7129ED17279}">
      <dgm:prSet/>
      <dgm:spPr/>
      <dgm:t>
        <a:bodyPr/>
        <a:lstStyle/>
        <a:p>
          <a:endParaRPr lang="en-CA" sz="1800"/>
        </a:p>
      </dgm:t>
    </dgm:pt>
    <dgm:pt modelId="{5B700393-37FE-48DB-A7E0-36CC2C04EDE0}" type="sibTrans" cxnId="{6DDE322B-E7AC-4A62-96A0-A7129ED17279}">
      <dgm:prSet/>
      <dgm:spPr/>
      <dgm:t>
        <a:bodyPr/>
        <a:lstStyle/>
        <a:p>
          <a:endParaRPr lang="en-CA" sz="1800"/>
        </a:p>
      </dgm:t>
    </dgm:pt>
    <dgm:pt modelId="{981B766F-4B43-4E90-BAB5-2137576E0FDE}" type="asst">
      <dgm:prSet phldrT="[Text]" custT="1"/>
      <dgm:spPr/>
      <dgm:t>
        <a:bodyPr/>
        <a:lstStyle/>
        <a:p>
          <a:r>
            <a:rPr lang="en-CA" sz="1800" dirty="0"/>
            <a:t>Age &gt; 10.25</a:t>
          </a:r>
        </a:p>
      </dgm:t>
    </dgm:pt>
    <dgm:pt modelId="{3FD7AFE3-0319-4A36-8A0B-AED7E489A5B1}" type="sibTrans" cxnId="{D88CCF75-1FF1-436A-BB69-B3E0DBAC4B1D}">
      <dgm:prSet/>
      <dgm:spPr/>
      <dgm:t>
        <a:bodyPr/>
        <a:lstStyle/>
        <a:p>
          <a:endParaRPr lang="en-CA" sz="1800"/>
        </a:p>
      </dgm:t>
    </dgm:pt>
    <dgm:pt modelId="{C00B1675-CD85-4564-88E9-09165BA30CD9}" type="parTrans" cxnId="{D88CCF75-1FF1-436A-BB69-B3E0DBAC4B1D}">
      <dgm:prSet/>
      <dgm:spPr/>
      <dgm:t>
        <a:bodyPr/>
        <a:lstStyle/>
        <a:p>
          <a:endParaRPr lang="en-CA" sz="1800"/>
        </a:p>
      </dgm:t>
    </dgm:pt>
    <dgm:pt modelId="{47BECFFB-76BB-4D19-9A25-AF06383E7657}" type="asst">
      <dgm:prSet phldrT="[Text]" custT="1"/>
      <dgm:spPr/>
      <dgm:t>
        <a:bodyPr/>
        <a:lstStyle/>
        <a:p>
          <a:r>
            <a:rPr lang="en-CA" sz="1800" dirty="0"/>
            <a:t>Age &lt;= 10.25</a:t>
          </a:r>
        </a:p>
      </dgm:t>
    </dgm:pt>
    <dgm:pt modelId="{BCF9C70D-8733-47F8-B90F-8B2815631F27}" type="sibTrans" cxnId="{FE086F59-DC4D-4BCD-AB29-4B1B85ADB0C0}">
      <dgm:prSet/>
      <dgm:spPr/>
      <dgm:t>
        <a:bodyPr/>
        <a:lstStyle/>
        <a:p>
          <a:endParaRPr lang="en-CA" sz="1800"/>
        </a:p>
      </dgm:t>
    </dgm:pt>
    <dgm:pt modelId="{90411DEC-97D3-4683-90B8-841CBB142372}" type="parTrans" cxnId="{FE086F59-DC4D-4BCD-AB29-4B1B85ADB0C0}">
      <dgm:prSet/>
      <dgm:spPr/>
      <dgm:t>
        <a:bodyPr/>
        <a:lstStyle/>
        <a:p>
          <a:endParaRPr lang="en-CA" sz="1800"/>
        </a:p>
      </dgm:t>
    </dgm:pt>
    <dgm:pt modelId="{A37B2AE2-F5A7-4E32-BDDB-624A2D91588E}" type="asst">
      <dgm:prSet phldrT="[Text]" custT="1"/>
      <dgm:spPr/>
      <dgm:t>
        <a:bodyPr/>
        <a:lstStyle/>
        <a:p>
          <a:r>
            <a:rPr lang="en-CA" sz="1800" dirty="0"/>
            <a:t>Foot Length &lt;= 22.5</a:t>
          </a:r>
        </a:p>
      </dgm:t>
    </dgm:pt>
    <dgm:pt modelId="{25556D99-27F1-4D93-9C38-611CC8E78241}" type="sibTrans" cxnId="{11870B03-FC8B-4ABD-9F2A-3C888FE6E97D}">
      <dgm:prSet/>
      <dgm:spPr/>
      <dgm:t>
        <a:bodyPr/>
        <a:lstStyle/>
        <a:p>
          <a:endParaRPr lang="en-CA" sz="1800"/>
        </a:p>
      </dgm:t>
    </dgm:pt>
    <dgm:pt modelId="{73A9C591-BFA1-4F6F-B326-D766EF702219}" type="parTrans" cxnId="{11870B03-FC8B-4ABD-9F2A-3C888FE6E97D}">
      <dgm:prSet/>
      <dgm:spPr/>
      <dgm:t>
        <a:bodyPr/>
        <a:lstStyle/>
        <a:p>
          <a:endParaRPr lang="en-CA" sz="1800"/>
        </a:p>
      </dgm:t>
    </dgm:pt>
    <dgm:pt modelId="{8A86F89F-182A-4DA3-8FE9-3FE551C7E5BA}" type="asst">
      <dgm:prSet phldrT="[Text]" custT="1"/>
      <dgm:spPr/>
      <dgm:t>
        <a:bodyPr/>
        <a:lstStyle/>
        <a:p>
          <a:r>
            <a:rPr lang="en-CA" sz="1800" dirty="0"/>
            <a:t>Foot Length &gt; 22.5</a:t>
          </a:r>
        </a:p>
      </dgm:t>
    </dgm:pt>
    <dgm:pt modelId="{C2DB7616-D3DF-4040-9750-4C847ACAFD35}" type="parTrans" cxnId="{BAF951F6-C1B8-4C8A-A0A7-D06DCAE8B24A}">
      <dgm:prSet/>
      <dgm:spPr/>
      <dgm:t>
        <a:bodyPr/>
        <a:lstStyle/>
        <a:p>
          <a:endParaRPr lang="en-CA" sz="1800"/>
        </a:p>
      </dgm:t>
    </dgm:pt>
    <dgm:pt modelId="{8B863744-EA9F-468A-90F1-93BC0AB14D2B}" type="sibTrans" cxnId="{BAF951F6-C1B8-4C8A-A0A7-D06DCAE8B24A}">
      <dgm:prSet/>
      <dgm:spPr/>
      <dgm:t>
        <a:bodyPr/>
        <a:lstStyle/>
        <a:p>
          <a:endParaRPr lang="en-CA" sz="1800"/>
        </a:p>
      </dgm:t>
    </dgm:pt>
    <dgm:pt modelId="{8CF11A3B-3005-4D74-8695-68F8E483A599}" type="asst">
      <dgm:prSet phldrT="[Text]" custT="1"/>
      <dgm:spPr/>
      <dgm:t>
        <a:bodyPr/>
        <a:lstStyle/>
        <a:p>
          <a:r>
            <a:rPr lang="en-CA" sz="1800" dirty="0"/>
            <a:t>Height = 158cm</a:t>
          </a:r>
        </a:p>
      </dgm:t>
    </dgm:pt>
    <dgm:pt modelId="{B84E688C-8C9A-4973-86D9-E75DA628C422}" type="parTrans" cxnId="{A142E9B9-88F9-4BEE-B335-A8B12B3C42B7}">
      <dgm:prSet/>
      <dgm:spPr/>
      <dgm:t>
        <a:bodyPr/>
        <a:lstStyle/>
        <a:p>
          <a:endParaRPr lang="en-CA" sz="1800"/>
        </a:p>
      </dgm:t>
    </dgm:pt>
    <dgm:pt modelId="{C5D29404-5DB3-4BFB-8C73-7EE210B81A44}" type="sibTrans" cxnId="{A142E9B9-88F9-4BEE-B335-A8B12B3C42B7}">
      <dgm:prSet/>
      <dgm:spPr/>
      <dgm:t>
        <a:bodyPr/>
        <a:lstStyle/>
        <a:p>
          <a:endParaRPr lang="en-CA" sz="1800"/>
        </a:p>
      </dgm:t>
    </dgm:pt>
    <dgm:pt modelId="{E4DDFA87-63CE-4C5A-BE7F-4FFFD47AFEA0}" type="asst">
      <dgm:prSet phldrT="[Text]" custT="1"/>
      <dgm:spPr/>
      <dgm:t>
        <a:bodyPr/>
        <a:lstStyle/>
        <a:p>
          <a:r>
            <a:rPr lang="en-CA" sz="1800" dirty="0"/>
            <a:t>Height = 139cm</a:t>
          </a:r>
        </a:p>
      </dgm:t>
    </dgm:pt>
    <dgm:pt modelId="{00850F81-651B-4F34-8E63-7509C120853A}" type="parTrans" cxnId="{B5466AF2-1CAC-47A0-ADAE-185371402F37}">
      <dgm:prSet/>
      <dgm:spPr/>
      <dgm:t>
        <a:bodyPr/>
        <a:lstStyle/>
        <a:p>
          <a:endParaRPr lang="en-CA" sz="1800"/>
        </a:p>
      </dgm:t>
    </dgm:pt>
    <dgm:pt modelId="{3241F673-AB4D-4017-9508-4F581BB3792D}" type="sibTrans" cxnId="{B5466AF2-1CAC-47A0-ADAE-185371402F37}">
      <dgm:prSet/>
      <dgm:spPr/>
      <dgm:t>
        <a:bodyPr/>
        <a:lstStyle/>
        <a:p>
          <a:endParaRPr lang="en-CA" sz="1800"/>
        </a:p>
      </dgm:t>
    </dgm:pt>
    <dgm:pt modelId="{8F0F86F7-C249-4109-BB15-1C942B438AE0}" type="asst">
      <dgm:prSet phldrT="[Text]" custT="1"/>
      <dgm:spPr/>
      <dgm:t>
        <a:bodyPr/>
        <a:lstStyle/>
        <a:p>
          <a:r>
            <a:rPr lang="en-CA" sz="1800" dirty="0"/>
            <a:t>Height = 146cm</a:t>
          </a:r>
        </a:p>
      </dgm:t>
    </dgm:pt>
    <dgm:pt modelId="{3ED6D97F-DC72-46B9-AD27-5F89E3E224C7}" type="parTrans" cxnId="{FF3DD523-BD42-495B-BBA9-07F5AF462BCB}">
      <dgm:prSet/>
      <dgm:spPr/>
      <dgm:t>
        <a:bodyPr/>
        <a:lstStyle/>
        <a:p>
          <a:endParaRPr lang="en-CA" sz="1800"/>
        </a:p>
      </dgm:t>
    </dgm:pt>
    <dgm:pt modelId="{9822520C-17C4-4858-9FD3-276F1308019B}" type="sibTrans" cxnId="{FF3DD523-BD42-495B-BBA9-07F5AF462BCB}">
      <dgm:prSet/>
      <dgm:spPr/>
      <dgm:t>
        <a:bodyPr/>
        <a:lstStyle/>
        <a:p>
          <a:endParaRPr lang="en-CA" sz="1800"/>
        </a:p>
      </dgm:t>
    </dgm:pt>
    <dgm:pt modelId="{CAF24EF6-61F1-4932-8C84-FDC12728D278}" type="asst">
      <dgm:prSet phldrT="[Text]" custT="1"/>
      <dgm:spPr/>
      <dgm:t>
        <a:bodyPr/>
        <a:lstStyle/>
        <a:p>
          <a:r>
            <a:rPr lang="en-CA" sz="1800" dirty="0"/>
            <a:t>Age &lt;= 12.8</a:t>
          </a:r>
        </a:p>
      </dgm:t>
    </dgm:pt>
    <dgm:pt modelId="{F7E3239D-3FF1-42CD-A9B2-E2D287B44C1A}" type="parTrans" cxnId="{9855397C-8E57-476D-BA1D-F3CD5F34C31F}">
      <dgm:prSet/>
      <dgm:spPr/>
      <dgm:t>
        <a:bodyPr/>
        <a:lstStyle/>
        <a:p>
          <a:endParaRPr lang="en-CA"/>
        </a:p>
      </dgm:t>
    </dgm:pt>
    <dgm:pt modelId="{4C6B4A89-50D6-47F1-956C-5143832A46EF}" type="sibTrans" cxnId="{9855397C-8E57-476D-BA1D-F3CD5F34C31F}">
      <dgm:prSet/>
      <dgm:spPr/>
      <dgm:t>
        <a:bodyPr/>
        <a:lstStyle/>
        <a:p>
          <a:endParaRPr lang="en-CA"/>
        </a:p>
      </dgm:t>
    </dgm:pt>
    <dgm:pt modelId="{7FAD009E-90EC-4F12-942E-5553D80F0557}" type="asst">
      <dgm:prSet phldrT="[Text]" custT="1"/>
      <dgm:spPr/>
      <dgm:t>
        <a:bodyPr/>
        <a:lstStyle/>
        <a:p>
          <a:r>
            <a:rPr lang="en-CA" sz="1800" dirty="0"/>
            <a:t>Age &gt; 12.8</a:t>
          </a:r>
        </a:p>
      </dgm:t>
    </dgm:pt>
    <dgm:pt modelId="{D8B3A83E-5A67-4C61-835E-F4C2D148B06E}" type="parTrans" cxnId="{CBC668E9-4B49-4339-9267-D08C79D5CC16}">
      <dgm:prSet/>
      <dgm:spPr/>
      <dgm:t>
        <a:bodyPr/>
        <a:lstStyle/>
        <a:p>
          <a:endParaRPr lang="en-CA"/>
        </a:p>
      </dgm:t>
    </dgm:pt>
    <dgm:pt modelId="{FF5DB8A6-7917-44AA-A282-9EA671A1BAC3}" type="sibTrans" cxnId="{CBC668E9-4B49-4339-9267-D08C79D5CC16}">
      <dgm:prSet/>
      <dgm:spPr/>
      <dgm:t>
        <a:bodyPr/>
        <a:lstStyle/>
        <a:p>
          <a:endParaRPr lang="en-CA"/>
        </a:p>
      </dgm:t>
    </dgm:pt>
    <dgm:pt modelId="{3C248820-36BC-4AE8-9E5A-BFD154D4825F}" type="asst">
      <dgm:prSet phldrT="[Text]" custT="1"/>
      <dgm:spPr/>
      <dgm:t>
        <a:bodyPr/>
        <a:lstStyle/>
        <a:p>
          <a:r>
            <a:rPr lang="en-CA" sz="1800" dirty="0"/>
            <a:t>Height = 170cm</a:t>
          </a:r>
        </a:p>
      </dgm:t>
    </dgm:pt>
    <dgm:pt modelId="{A3FC0247-D41F-44F3-BBE3-9A922D7929E2}" type="parTrans" cxnId="{4324DEEA-9C43-4C08-B626-6E8B9294EFCF}">
      <dgm:prSet/>
      <dgm:spPr/>
      <dgm:t>
        <a:bodyPr/>
        <a:lstStyle/>
        <a:p>
          <a:endParaRPr lang="en-CA"/>
        </a:p>
      </dgm:t>
    </dgm:pt>
    <dgm:pt modelId="{CB9FB310-8AED-4F88-8FE7-AA778C8B623E}" type="sibTrans" cxnId="{4324DEEA-9C43-4C08-B626-6E8B9294EFCF}">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10"/>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8CBAB1D6-092E-41B1-8781-C9A0724D2820}" type="pres">
      <dgm:prSet presAssocID="{90411DEC-97D3-4683-90B8-841CBB142372}" presName="Name17" presStyleLbl="parChTrans1D3" presStyleIdx="0" presStyleCnt="4"/>
      <dgm:spPr/>
    </dgm:pt>
    <dgm:pt modelId="{4951F94C-6AFC-460B-937B-E28D06CF9A5C}" type="pres">
      <dgm:prSet presAssocID="{47BECFFB-76BB-4D19-9A25-AF06383E7657}" presName="hierRoot3" presStyleCnt="0"/>
      <dgm:spPr/>
    </dgm:pt>
    <dgm:pt modelId="{C043086D-D09A-4FBB-9978-D0853912DAF4}" type="pres">
      <dgm:prSet presAssocID="{47BECFFB-76BB-4D19-9A25-AF06383E7657}" presName="composite3" presStyleCnt="0"/>
      <dgm:spPr/>
    </dgm:pt>
    <dgm:pt modelId="{0ADC8960-1232-4EDD-83AD-1679EA1079A9}" type="pres">
      <dgm:prSet presAssocID="{47BECFFB-76BB-4D19-9A25-AF06383E7657}" presName="background3" presStyleLbl="asst1" presStyleIdx="1" presStyleCnt="10"/>
      <dgm:spPr/>
    </dgm:pt>
    <dgm:pt modelId="{DECAF49E-1221-4AE5-807A-C6D3121669CF}" type="pres">
      <dgm:prSet presAssocID="{47BECFFB-76BB-4D19-9A25-AF06383E7657}" presName="text3" presStyleLbl="fgAcc3" presStyleIdx="0" presStyleCnt="4">
        <dgm:presLayoutVars>
          <dgm:chPref val="3"/>
        </dgm:presLayoutVars>
      </dgm:prSet>
      <dgm:spPr/>
    </dgm:pt>
    <dgm:pt modelId="{59A519CD-6219-4E39-A5F3-83C5E9D7580B}" type="pres">
      <dgm:prSet presAssocID="{47BECFFB-76BB-4D19-9A25-AF06383E7657}" presName="hierChild4" presStyleCnt="0"/>
      <dgm:spPr/>
    </dgm:pt>
    <dgm:pt modelId="{E1EB06D0-7BC3-43B8-9F22-BBE41EFBDC0F}" type="pres">
      <dgm:prSet presAssocID="{00850F81-651B-4F34-8E63-7509C120853A}" presName="Name23" presStyleLbl="parChTrans1D4" presStyleIdx="0" presStyleCnt="4"/>
      <dgm:spPr/>
    </dgm:pt>
    <dgm:pt modelId="{84CF10BD-786C-4868-A5C2-148243B657B1}" type="pres">
      <dgm:prSet presAssocID="{E4DDFA87-63CE-4C5A-BE7F-4FFFD47AFEA0}" presName="hierRoot4" presStyleCnt="0"/>
      <dgm:spPr/>
    </dgm:pt>
    <dgm:pt modelId="{CCB6ED89-29CF-4F4E-B4D3-9AFB66EE3D5D}" type="pres">
      <dgm:prSet presAssocID="{E4DDFA87-63CE-4C5A-BE7F-4FFFD47AFEA0}" presName="composite4" presStyleCnt="0"/>
      <dgm:spPr/>
    </dgm:pt>
    <dgm:pt modelId="{C1779A42-E38F-413C-A7FB-951F8297435B}" type="pres">
      <dgm:prSet presAssocID="{E4DDFA87-63CE-4C5A-BE7F-4FFFD47AFEA0}" presName="background4" presStyleLbl="asst1" presStyleIdx="2" presStyleCnt="10"/>
      <dgm:spPr/>
    </dgm:pt>
    <dgm:pt modelId="{3DDF911E-FA04-4DEF-AD71-DC13C4D5A993}" type="pres">
      <dgm:prSet presAssocID="{E4DDFA87-63CE-4C5A-BE7F-4FFFD47AFEA0}" presName="text4" presStyleLbl="fgAcc4" presStyleIdx="0" presStyleCnt="4">
        <dgm:presLayoutVars>
          <dgm:chPref val="3"/>
        </dgm:presLayoutVars>
      </dgm:prSet>
      <dgm:spPr/>
    </dgm:pt>
    <dgm:pt modelId="{3D80B807-B95D-42A5-80F1-EC4C18286EEC}" type="pres">
      <dgm:prSet presAssocID="{E4DDFA87-63CE-4C5A-BE7F-4FFFD47AFEA0}" presName="hierChild5" presStyleCnt="0"/>
      <dgm:spPr/>
    </dgm:pt>
    <dgm:pt modelId="{6A5E0643-83C2-43EA-9173-41E471496800}" type="pres">
      <dgm:prSet presAssocID="{C00B1675-CD85-4564-88E9-09165BA30CD9}" presName="Name17" presStyleLbl="parChTrans1D3" presStyleIdx="1" presStyleCnt="4"/>
      <dgm:spPr/>
    </dgm:pt>
    <dgm:pt modelId="{08263A87-78E7-4903-BAF1-CF14BC430815}" type="pres">
      <dgm:prSet presAssocID="{981B766F-4B43-4E90-BAB5-2137576E0FDE}" presName="hierRoot3" presStyleCnt="0"/>
      <dgm:spPr/>
    </dgm:pt>
    <dgm:pt modelId="{5B9D0B08-498C-4DE6-943C-3D2E576D89E1}" type="pres">
      <dgm:prSet presAssocID="{981B766F-4B43-4E90-BAB5-2137576E0FDE}" presName="composite3" presStyleCnt="0"/>
      <dgm:spPr/>
    </dgm:pt>
    <dgm:pt modelId="{3BBF8338-C6C3-4147-B052-FF9CCD292BFB}" type="pres">
      <dgm:prSet presAssocID="{981B766F-4B43-4E90-BAB5-2137576E0FDE}" presName="background3" presStyleLbl="asst1" presStyleIdx="3" presStyleCnt="10"/>
      <dgm:spPr/>
    </dgm:pt>
    <dgm:pt modelId="{C1F1A6CE-9DF5-4A08-A5F1-BBDE1F853595}" type="pres">
      <dgm:prSet presAssocID="{981B766F-4B43-4E90-BAB5-2137576E0FDE}" presName="text3" presStyleLbl="fgAcc3" presStyleIdx="1" presStyleCnt="4">
        <dgm:presLayoutVars>
          <dgm:chPref val="3"/>
        </dgm:presLayoutVars>
      </dgm:prSet>
      <dgm:spPr/>
    </dgm:pt>
    <dgm:pt modelId="{3C9812F2-6C79-46DF-A7AD-142A499C5F0D}" type="pres">
      <dgm:prSet presAssocID="{981B766F-4B43-4E90-BAB5-2137576E0FDE}" presName="hierChild4" presStyleCnt="0"/>
      <dgm:spPr/>
    </dgm:pt>
    <dgm:pt modelId="{76EFF9F7-B679-4476-B7C1-E928ECAD6BE2}" type="pres">
      <dgm:prSet presAssocID="{3ED6D97F-DC72-46B9-AD27-5F89E3E224C7}" presName="Name23" presStyleLbl="parChTrans1D4" presStyleIdx="1" presStyleCnt="4"/>
      <dgm:spPr/>
    </dgm:pt>
    <dgm:pt modelId="{B85F57FC-552B-4BB7-891F-86166632EB74}" type="pres">
      <dgm:prSet presAssocID="{8F0F86F7-C249-4109-BB15-1C942B438AE0}" presName="hierRoot4" presStyleCnt="0"/>
      <dgm:spPr/>
    </dgm:pt>
    <dgm:pt modelId="{4ADFABCE-DEE4-4CD8-8111-44051CC31C31}" type="pres">
      <dgm:prSet presAssocID="{8F0F86F7-C249-4109-BB15-1C942B438AE0}" presName="composite4" presStyleCnt="0"/>
      <dgm:spPr/>
    </dgm:pt>
    <dgm:pt modelId="{32E873C2-D3AB-4870-8342-678BC2EFF0C6}" type="pres">
      <dgm:prSet presAssocID="{8F0F86F7-C249-4109-BB15-1C942B438AE0}" presName="background4" presStyleLbl="asst1" presStyleIdx="4" presStyleCnt="10"/>
      <dgm:spPr/>
    </dgm:pt>
    <dgm:pt modelId="{5D4A65C2-28FF-45B9-B424-483766FC9E52}" type="pres">
      <dgm:prSet presAssocID="{8F0F86F7-C249-4109-BB15-1C942B438AE0}" presName="text4" presStyleLbl="fgAcc4" presStyleIdx="1" presStyleCnt="4">
        <dgm:presLayoutVars>
          <dgm:chPref val="3"/>
        </dgm:presLayoutVars>
      </dgm:prSet>
      <dgm:spPr/>
    </dgm:pt>
    <dgm:pt modelId="{AF9CE779-2816-4B01-B433-3B71112767B0}" type="pres">
      <dgm:prSet presAssocID="{8F0F86F7-C249-4109-BB15-1C942B438AE0}" presName="hierChild5"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5" presStyleCnt="10"/>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708CE0A0-06E5-4B66-A33B-F1D25D59BA5C}" type="pres">
      <dgm:prSet presAssocID="{F7E3239D-3FF1-42CD-A9B2-E2D287B44C1A}" presName="Name17" presStyleLbl="parChTrans1D3" presStyleIdx="2" presStyleCnt="4"/>
      <dgm:spPr/>
    </dgm:pt>
    <dgm:pt modelId="{72849011-FB6E-4605-80C4-DAD8492ADF61}" type="pres">
      <dgm:prSet presAssocID="{CAF24EF6-61F1-4932-8C84-FDC12728D278}" presName="hierRoot3" presStyleCnt="0"/>
      <dgm:spPr/>
    </dgm:pt>
    <dgm:pt modelId="{EE01D49A-7022-449F-A51C-647A4415B159}" type="pres">
      <dgm:prSet presAssocID="{CAF24EF6-61F1-4932-8C84-FDC12728D278}" presName="composite3" presStyleCnt="0"/>
      <dgm:spPr/>
    </dgm:pt>
    <dgm:pt modelId="{D0DAB1FF-3942-4312-B424-FA94BD5EF1AB}" type="pres">
      <dgm:prSet presAssocID="{CAF24EF6-61F1-4932-8C84-FDC12728D278}" presName="background3" presStyleLbl="asst1" presStyleIdx="6" presStyleCnt="10"/>
      <dgm:spPr/>
    </dgm:pt>
    <dgm:pt modelId="{12316C05-A9AB-4C41-AE32-AF6494BE08BC}" type="pres">
      <dgm:prSet presAssocID="{CAF24EF6-61F1-4932-8C84-FDC12728D278}" presName="text3" presStyleLbl="fgAcc3" presStyleIdx="2" presStyleCnt="4">
        <dgm:presLayoutVars>
          <dgm:chPref val="3"/>
        </dgm:presLayoutVars>
      </dgm:prSet>
      <dgm:spPr/>
    </dgm:pt>
    <dgm:pt modelId="{B089BF56-A9A5-45C5-8B7D-CA3C897FFEAD}" type="pres">
      <dgm:prSet presAssocID="{CAF24EF6-61F1-4932-8C84-FDC12728D278}" presName="hierChild4" presStyleCnt="0"/>
      <dgm:spPr/>
    </dgm:pt>
    <dgm:pt modelId="{687E4E49-4D0E-4180-9A86-55A31CB3745E}" type="pres">
      <dgm:prSet presAssocID="{B84E688C-8C9A-4973-86D9-E75DA628C422}" presName="Name23" presStyleLbl="parChTrans1D4" presStyleIdx="2" presStyleCnt="4"/>
      <dgm:spPr/>
    </dgm:pt>
    <dgm:pt modelId="{3FB9A261-18AC-4C8F-844C-E9EEE2A5BF14}" type="pres">
      <dgm:prSet presAssocID="{8CF11A3B-3005-4D74-8695-68F8E483A599}" presName="hierRoot4" presStyleCnt="0"/>
      <dgm:spPr/>
    </dgm:pt>
    <dgm:pt modelId="{4353BFBB-24F4-4C86-A42D-D5F27B424930}" type="pres">
      <dgm:prSet presAssocID="{8CF11A3B-3005-4D74-8695-68F8E483A599}" presName="composite4" presStyleCnt="0"/>
      <dgm:spPr/>
    </dgm:pt>
    <dgm:pt modelId="{C37EC331-975D-4889-AD3A-751C0EA11DF5}" type="pres">
      <dgm:prSet presAssocID="{8CF11A3B-3005-4D74-8695-68F8E483A599}" presName="background4" presStyleLbl="asst1" presStyleIdx="7" presStyleCnt="10"/>
      <dgm:spPr/>
    </dgm:pt>
    <dgm:pt modelId="{22D45D3F-8B67-4109-9E8A-340FB125FF89}" type="pres">
      <dgm:prSet presAssocID="{8CF11A3B-3005-4D74-8695-68F8E483A599}" presName="text4" presStyleLbl="fgAcc4" presStyleIdx="2" presStyleCnt="4">
        <dgm:presLayoutVars>
          <dgm:chPref val="3"/>
        </dgm:presLayoutVars>
      </dgm:prSet>
      <dgm:spPr/>
    </dgm:pt>
    <dgm:pt modelId="{AFEE753B-AAE1-45F3-B0C4-B29A7C0A69CC}" type="pres">
      <dgm:prSet presAssocID="{8CF11A3B-3005-4D74-8695-68F8E483A599}" presName="hierChild5" presStyleCnt="0"/>
      <dgm:spPr/>
    </dgm:pt>
    <dgm:pt modelId="{8C820A84-23E0-4578-930E-5007A201A5EA}" type="pres">
      <dgm:prSet presAssocID="{D8B3A83E-5A67-4C61-835E-F4C2D148B06E}" presName="Name17" presStyleLbl="parChTrans1D3" presStyleIdx="3" presStyleCnt="4"/>
      <dgm:spPr/>
    </dgm:pt>
    <dgm:pt modelId="{1CE5C042-DAEC-4664-89C8-29ACAB09911E}" type="pres">
      <dgm:prSet presAssocID="{7FAD009E-90EC-4F12-942E-5553D80F0557}" presName="hierRoot3" presStyleCnt="0"/>
      <dgm:spPr/>
    </dgm:pt>
    <dgm:pt modelId="{703D0338-5952-448F-985A-1F4DBC369483}" type="pres">
      <dgm:prSet presAssocID="{7FAD009E-90EC-4F12-942E-5553D80F0557}" presName="composite3" presStyleCnt="0"/>
      <dgm:spPr/>
    </dgm:pt>
    <dgm:pt modelId="{2BB21461-F79C-4E13-A05E-70377FEAE161}" type="pres">
      <dgm:prSet presAssocID="{7FAD009E-90EC-4F12-942E-5553D80F0557}" presName="background3" presStyleLbl="asst1" presStyleIdx="8" presStyleCnt="10"/>
      <dgm:spPr/>
    </dgm:pt>
    <dgm:pt modelId="{11CA6EA2-E67C-44F0-B4BB-46D7AA6B091C}" type="pres">
      <dgm:prSet presAssocID="{7FAD009E-90EC-4F12-942E-5553D80F0557}" presName="text3" presStyleLbl="fgAcc3" presStyleIdx="3" presStyleCnt="4">
        <dgm:presLayoutVars>
          <dgm:chPref val="3"/>
        </dgm:presLayoutVars>
      </dgm:prSet>
      <dgm:spPr/>
    </dgm:pt>
    <dgm:pt modelId="{772A3C43-176C-4998-A517-3A233D8F9B50}" type="pres">
      <dgm:prSet presAssocID="{7FAD009E-90EC-4F12-942E-5553D80F0557}" presName="hierChild4" presStyleCnt="0"/>
      <dgm:spPr/>
    </dgm:pt>
    <dgm:pt modelId="{B22481EA-4A55-4B2D-A08E-1CD2AE9A7796}" type="pres">
      <dgm:prSet presAssocID="{A3FC0247-D41F-44F3-BBE3-9A922D7929E2}" presName="Name23" presStyleLbl="parChTrans1D4" presStyleIdx="3" presStyleCnt="4"/>
      <dgm:spPr/>
    </dgm:pt>
    <dgm:pt modelId="{2BC5C35E-DFE1-4ED1-9227-4E998EC9B1E5}" type="pres">
      <dgm:prSet presAssocID="{3C248820-36BC-4AE8-9E5A-BFD154D4825F}" presName="hierRoot4" presStyleCnt="0"/>
      <dgm:spPr/>
    </dgm:pt>
    <dgm:pt modelId="{B9815A41-8C8E-4A26-81A9-6929C3E17D21}" type="pres">
      <dgm:prSet presAssocID="{3C248820-36BC-4AE8-9E5A-BFD154D4825F}" presName="composite4" presStyleCnt="0"/>
      <dgm:spPr/>
    </dgm:pt>
    <dgm:pt modelId="{075F776D-A18F-4196-8536-A0379AD2EDC2}" type="pres">
      <dgm:prSet presAssocID="{3C248820-36BC-4AE8-9E5A-BFD154D4825F}" presName="background4" presStyleLbl="asst1" presStyleIdx="9" presStyleCnt="10"/>
      <dgm:spPr/>
    </dgm:pt>
    <dgm:pt modelId="{C0ED0243-AC4C-4180-95BD-D309973F2524}" type="pres">
      <dgm:prSet presAssocID="{3C248820-36BC-4AE8-9E5A-BFD154D4825F}" presName="text4" presStyleLbl="fgAcc4" presStyleIdx="3" presStyleCnt="4">
        <dgm:presLayoutVars>
          <dgm:chPref val="3"/>
        </dgm:presLayoutVars>
      </dgm:prSet>
      <dgm:spPr/>
    </dgm:pt>
    <dgm:pt modelId="{2AECAD9A-A3D7-4917-934F-5B7667B29B8D}" type="pres">
      <dgm:prSet presAssocID="{3C248820-36BC-4AE8-9E5A-BFD154D4825F}" presName="hierChild5"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8D8E5306-08F1-41F8-B352-2AC4F849A88A}" type="presOf" srcId="{A3FC0247-D41F-44F3-BBE3-9A922D7929E2}" destId="{B22481EA-4A55-4B2D-A08E-1CD2AE9A7796}" srcOrd="0" destOrd="0" presId="urn:microsoft.com/office/officeart/2005/8/layout/hierarchy1"/>
    <dgm:cxn modelId="{443F9E0B-095E-41AF-BB6D-11C3235BA7A1}" type="presOf" srcId="{D8B3A83E-5A67-4C61-835E-F4C2D148B06E}" destId="{8C820A84-23E0-4578-930E-5007A201A5EA}" srcOrd="0" destOrd="0" presId="urn:microsoft.com/office/officeart/2005/8/layout/hierarchy1"/>
    <dgm:cxn modelId="{5BB7D40F-4707-48E5-AAF5-BA94D9BD3A58}" type="presOf" srcId="{F7E3239D-3FF1-42CD-A9B2-E2D287B44C1A}" destId="{708CE0A0-06E5-4B66-A33B-F1D25D59BA5C}" srcOrd="0" destOrd="0" presId="urn:microsoft.com/office/officeart/2005/8/layout/hierarchy1"/>
    <dgm:cxn modelId="{1DD45F16-B693-405F-B174-58C9D8A1BA6B}" type="presOf" srcId="{C00B1675-CD85-4564-88E9-09165BA30CD9}" destId="{6A5E0643-83C2-43EA-9173-41E471496800}" srcOrd="0" destOrd="0" presId="urn:microsoft.com/office/officeart/2005/8/layout/hierarchy1"/>
    <dgm:cxn modelId="{4AEC0F1B-6E28-4F4F-A124-6534282A30D3}" type="presOf" srcId="{8F0F86F7-C249-4109-BB15-1C942B438AE0}" destId="{5D4A65C2-28FF-45B9-B424-483766FC9E52}" srcOrd="0" destOrd="0" presId="urn:microsoft.com/office/officeart/2005/8/layout/hierarchy1"/>
    <dgm:cxn modelId="{FF3DD523-BD42-495B-BBA9-07F5AF462BCB}" srcId="{981B766F-4B43-4E90-BAB5-2137576E0FDE}" destId="{8F0F86F7-C249-4109-BB15-1C942B438AE0}" srcOrd="0" destOrd="0" parTransId="{3ED6D97F-DC72-46B9-AD27-5F89E3E224C7}" sibTransId="{9822520C-17C4-4858-9FD3-276F1308019B}"/>
    <dgm:cxn modelId="{6DDE322B-E7AC-4A62-96A0-A7129ED17279}" srcId="{598E36CC-8178-4F6C-99E5-62E143A35641}" destId="{E6C72D40-29E2-4CB2-8B1E-C10A93862BE3}" srcOrd="0" destOrd="0" parTransId="{29593563-95B4-4E62-B35F-9E793067DF5D}" sibTransId="{5B700393-37FE-48DB-A7E0-36CC2C04EDE0}"/>
    <dgm:cxn modelId="{708E1138-42C6-4740-BF04-9C1C18B128A2}" type="presOf" srcId="{47BECFFB-76BB-4D19-9A25-AF06383E7657}" destId="{DECAF49E-1221-4AE5-807A-C6D3121669CF}" srcOrd="0" destOrd="0" presId="urn:microsoft.com/office/officeart/2005/8/layout/hierarchy1"/>
    <dgm:cxn modelId="{442D493C-24E6-4A43-BD95-01B591CD0B28}" type="presOf" srcId="{00850F81-651B-4F34-8E63-7509C120853A}" destId="{E1EB06D0-7BC3-43B8-9F22-BBE41EFBDC0F}" srcOrd="0" destOrd="0" presId="urn:microsoft.com/office/officeart/2005/8/layout/hierarchy1"/>
    <dgm:cxn modelId="{E83BAD41-237A-4BBD-92A9-9158AC2830E8}" type="presOf" srcId="{7FAD009E-90EC-4F12-942E-5553D80F0557}" destId="{11CA6EA2-E67C-44F0-B4BB-46D7AA6B091C}" srcOrd="0" destOrd="0" presId="urn:microsoft.com/office/officeart/2005/8/layout/hierarchy1"/>
    <dgm:cxn modelId="{B67F3654-0ED1-4C7C-A0DA-63906C82067C}" type="presOf" srcId="{981B766F-4B43-4E90-BAB5-2137576E0FDE}" destId="{C1F1A6CE-9DF5-4A08-A5F1-BBDE1F853595}" srcOrd="0" destOrd="0" presId="urn:microsoft.com/office/officeart/2005/8/layout/hierarchy1"/>
    <dgm:cxn modelId="{FE086F59-DC4D-4BCD-AB29-4B1B85ADB0C0}" srcId="{A37B2AE2-F5A7-4E32-BDDB-624A2D91588E}" destId="{47BECFFB-76BB-4D19-9A25-AF06383E7657}" srcOrd="0" destOrd="0" parTransId="{90411DEC-97D3-4683-90B8-841CBB142372}" sibTransId="{BCF9C70D-8733-47F8-B90F-8B2815631F27}"/>
    <dgm:cxn modelId="{C9F72D66-D58B-4641-BBD0-BC0CA00CA7CA}" type="presOf" srcId="{CAF24EF6-61F1-4932-8C84-FDC12728D278}" destId="{12316C05-A9AB-4C41-AE32-AF6494BE08BC}" srcOrd="0" destOrd="0" presId="urn:microsoft.com/office/officeart/2005/8/layout/hierarchy1"/>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D88CCF75-1FF1-436A-BB69-B3E0DBAC4B1D}" srcId="{A37B2AE2-F5A7-4E32-BDDB-624A2D91588E}" destId="{981B766F-4B43-4E90-BAB5-2137576E0FDE}" srcOrd="1" destOrd="0" parTransId="{C00B1675-CD85-4564-88E9-09165BA30CD9}" sibTransId="{3FD7AFE3-0319-4A36-8A0B-AED7E489A5B1}"/>
    <dgm:cxn modelId="{9855397C-8E57-476D-BA1D-F3CD5F34C31F}" srcId="{8A86F89F-182A-4DA3-8FE9-3FE551C7E5BA}" destId="{CAF24EF6-61F1-4932-8C84-FDC12728D278}" srcOrd="0" destOrd="0" parTransId="{F7E3239D-3FF1-42CD-A9B2-E2D287B44C1A}" sibTransId="{4C6B4A89-50D6-47F1-956C-5143832A46EF}"/>
    <dgm:cxn modelId="{883ECA7F-289A-4EBA-9B76-D6B71AA63CFF}" type="presOf" srcId="{E6C72D40-29E2-4CB2-8B1E-C10A93862BE3}" destId="{635EE013-F30D-469C-9E53-004A9BB5AB3A}"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B474B8A8-A04D-4BE6-B7A6-3735D471F6C1}" type="presOf" srcId="{8CF11A3B-3005-4D74-8695-68F8E483A599}" destId="{22D45D3F-8B67-4109-9E8A-340FB125FF89}" srcOrd="0" destOrd="0" presId="urn:microsoft.com/office/officeart/2005/8/layout/hierarchy1"/>
    <dgm:cxn modelId="{FF2329B6-A804-428E-86B9-FE7113961DF2}" type="presOf" srcId="{3C248820-36BC-4AE8-9E5A-BFD154D4825F}" destId="{C0ED0243-AC4C-4180-95BD-D309973F2524}" srcOrd="0" destOrd="0" presId="urn:microsoft.com/office/officeart/2005/8/layout/hierarchy1"/>
    <dgm:cxn modelId="{34438FB6-594A-4E32-8FCC-E058299F5CBC}" type="presOf" srcId="{3ED6D97F-DC72-46B9-AD27-5F89E3E224C7}" destId="{76EFF9F7-B679-4476-B7C1-E928ECAD6BE2}" srcOrd="0" destOrd="0" presId="urn:microsoft.com/office/officeart/2005/8/layout/hierarchy1"/>
    <dgm:cxn modelId="{A142E9B9-88F9-4BEE-B335-A8B12B3C42B7}" srcId="{CAF24EF6-61F1-4932-8C84-FDC12728D278}"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0C4329C4-0F3D-46A5-BF5C-E56AE47C6150}" type="presOf" srcId="{90411DEC-97D3-4683-90B8-841CBB142372}" destId="{8CBAB1D6-092E-41B1-8781-C9A0724D2820}" srcOrd="0" destOrd="0" presId="urn:microsoft.com/office/officeart/2005/8/layout/hierarchy1"/>
    <dgm:cxn modelId="{CBC668E9-4B49-4339-9267-D08C79D5CC16}" srcId="{8A86F89F-182A-4DA3-8FE9-3FE551C7E5BA}" destId="{7FAD009E-90EC-4F12-942E-5553D80F0557}" srcOrd="1" destOrd="0" parTransId="{D8B3A83E-5A67-4C61-835E-F4C2D148B06E}" sibTransId="{FF5DB8A6-7917-44AA-A282-9EA671A1BAC3}"/>
    <dgm:cxn modelId="{4324DEEA-9C43-4C08-B626-6E8B9294EFCF}" srcId="{7FAD009E-90EC-4F12-942E-5553D80F0557}" destId="{3C248820-36BC-4AE8-9E5A-BFD154D4825F}" srcOrd="0" destOrd="0" parTransId="{A3FC0247-D41F-44F3-BBE3-9A922D7929E2}" sibTransId="{CB9FB310-8AED-4F88-8FE7-AA778C8B623E}"/>
    <dgm:cxn modelId="{02E819EB-CAB5-4A70-8DC1-A655542C30E4}" type="presOf" srcId="{B84E688C-8C9A-4973-86D9-E75DA628C422}" destId="{687E4E49-4D0E-4180-9A86-55A31CB3745E}" srcOrd="0" destOrd="0" presId="urn:microsoft.com/office/officeart/2005/8/layout/hierarchy1"/>
    <dgm:cxn modelId="{B5466AF2-1CAC-47A0-ADAE-185371402F37}" srcId="{47BECFFB-76BB-4D19-9A25-AF06383E7657}"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174A7EFA-1C98-4063-B605-EAE3E64DEF8B}" type="presOf" srcId="{E4DDFA87-63CE-4C5A-BE7F-4FFFD47AFEA0}" destId="{3DDF911E-FA04-4DEF-AD71-DC13C4D5A993}" srcOrd="0" destOrd="0" presId="urn:microsoft.com/office/officeart/2005/8/layout/hierarchy1"/>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7DA6C69F-4D9F-458E-97AD-33EA24EA1CB6}" type="presParOf" srcId="{FEDCB251-6836-4379-956D-EE79413A8CE5}" destId="{8CBAB1D6-092E-41B1-8781-C9A0724D2820}" srcOrd="0" destOrd="0" presId="urn:microsoft.com/office/officeart/2005/8/layout/hierarchy1"/>
    <dgm:cxn modelId="{D928749E-5574-40E3-86EA-8434DE67856B}" type="presParOf" srcId="{FEDCB251-6836-4379-956D-EE79413A8CE5}" destId="{4951F94C-6AFC-460B-937B-E28D06CF9A5C}" srcOrd="1" destOrd="0" presId="urn:microsoft.com/office/officeart/2005/8/layout/hierarchy1"/>
    <dgm:cxn modelId="{D40E6EDD-DD4D-40A4-8971-97F2D48335F1}" type="presParOf" srcId="{4951F94C-6AFC-460B-937B-E28D06CF9A5C}" destId="{C043086D-D09A-4FBB-9978-D0853912DAF4}" srcOrd="0" destOrd="0" presId="urn:microsoft.com/office/officeart/2005/8/layout/hierarchy1"/>
    <dgm:cxn modelId="{2FAAB9C7-B9D2-4BD9-9FC9-A64A739C772F}" type="presParOf" srcId="{C043086D-D09A-4FBB-9978-D0853912DAF4}" destId="{0ADC8960-1232-4EDD-83AD-1679EA1079A9}" srcOrd="0" destOrd="0" presId="urn:microsoft.com/office/officeart/2005/8/layout/hierarchy1"/>
    <dgm:cxn modelId="{B2A29B42-66F1-469B-9766-D3595289CE23}" type="presParOf" srcId="{C043086D-D09A-4FBB-9978-D0853912DAF4}" destId="{DECAF49E-1221-4AE5-807A-C6D3121669CF}" srcOrd="1" destOrd="0" presId="urn:microsoft.com/office/officeart/2005/8/layout/hierarchy1"/>
    <dgm:cxn modelId="{568B3149-86D8-4EFF-9693-4D0171A1BEE7}" type="presParOf" srcId="{4951F94C-6AFC-460B-937B-E28D06CF9A5C}" destId="{59A519CD-6219-4E39-A5F3-83C5E9D7580B}" srcOrd="1" destOrd="0" presId="urn:microsoft.com/office/officeart/2005/8/layout/hierarchy1"/>
    <dgm:cxn modelId="{F43A1D24-34C0-4C5B-A591-833C198400C2}" type="presParOf" srcId="{59A519CD-6219-4E39-A5F3-83C5E9D7580B}" destId="{E1EB06D0-7BC3-43B8-9F22-BBE41EFBDC0F}" srcOrd="0" destOrd="0" presId="urn:microsoft.com/office/officeart/2005/8/layout/hierarchy1"/>
    <dgm:cxn modelId="{D6A35D89-EC6A-4699-8B91-353D2B65D64F}" type="presParOf" srcId="{59A519CD-6219-4E39-A5F3-83C5E9D7580B}" destId="{84CF10BD-786C-4868-A5C2-148243B657B1}" srcOrd="1" destOrd="0" presId="urn:microsoft.com/office/officeart/2005/8/layout/hierarchy1"/>
    <dgm:cxn modelId="{99EA24F2-BDA6-459B-8DEC-D331D8066E91}" type="presParOf" srcId="{84CF10BD-786C-4868-A5C2-148243B657B1}" destId="{CCB6ED89-29CF-4F4E-B4D3-9AFB66EE3D5D}" srcOrd="0" destOrd="0" presId="urn:microsoft.com/office/officeart/2005/8/layout/hierarchy1"/>
    <dgm:cxn modelId="{F4F4F20C-99E6-47F0-91D9-13726A914CBF}" type="presParOf" srcId="{CCB6ED89-29CF-4F4E-B4D3-9AFB66EE3D5D}" destId="{C1779A42-E38F-413C-A7FB-951F8297435B}" srcOrd="0" destOrd="0" presId="urn:microsoft.com/office/officeart/2005/8/layout/hierarchy1"/>
    <dgm:cxn modelId="{DD86C9D6-5531-4F14-893E-DC9A18A0E678}" type="presParOf" srcId="{CCB6ED89-29CF-4F4E-B4D3-9AFB66EE3D5D}" destId="{3DDF911E-FA04-4DEF-AD71-DC13C4D5A993}" srcOrd="1" destOrd="0" presId="urn:microsoft.com/office/officeart/2005/8/layout/hierarchy1"/>
    <dgm:cxn modelId="{977492DF-FECC-4159-85A0-288068CF5492}" type="presParOf" srcId="{84CF10BD-786C-4868-A5C2-148243B657B1}" destId="{3D80B807-B95D-42A5-80F1-EC4C18286EEC}" srcOrd="1" destOrd="0" presId="urn:microsoft.com/office/officeart/2005/8/layout/hierarchy1"/>
    <dgm:cxn modelId="{1221FF9F-D36F-4705-8284-9F5053181D52}" type="presParOf" srcId="{FEDCB251-6836-4379-956D-EE79413A8CE5}" destId="{6A5E0643-83C2-43EA-9173-41E471496800}" srcOrd="2" destOrd="0" presId="urn:microsoft.com/office/officeart/2005/8/layout/hierarchy1"/>
    <dgm:cxn modelId="{F9837E50-36B1-49F0-8A9A-E4421374B688}" type="presParOf" srcId="{FEDCB251-6836-4379-956D-EE79413A8CE5}" destId="{08263A87-78E7-4903-BAF1-CF14BC430815}" srcOrd="3" destOrd="0" presId="urn:microsoft.com/office/officeart/2005/8/layout/hierarchy1"/>
    <dgm:cxn modelId="{1F2C90AC-3DF2-4287-A4DD-4405C87790E3}" type="presParOf" srcId="{08263A87-78E7-4903-BAF1-CF14BC430815}" destId="{5B9D0B08-498C-4DE6-943C-3D2E576D89E1}" srcOrd="0" destOrd="0" presId="urn:microsoft.com/office/officeart/2005/8/layout/hierarchy1"/>
    <dgm:cxn modelId="{1B2EA1B5-7F23-4B7B-8D42-CF1B65617AC8}" type="presParOf" srcId="{5B9D0B08-498C-4DE6-943C-3D2E576D89E1}" destId="{3BBF8338-C6C3-4147-B052-FF9CCD292BFB}" srcOrd="0" destOrd="0" presId="urn:microsoft.com/office/officeart/2005/8/layout/hierarchy1"/>
    <dgm:cxn modelId="{CC6EA350-23EA-40DA-A0CE-8951D204D583}" type="presParOf" srcId="{5B9D0B08-498C-4DE6-943C-3D2E576D89E1}" destId="{C1F1A6CE-9DF5-4A08-A5F1-BBDE1F853595}" srcOrd="1" destOrd="0" presId="urn:microsoft.com/office/officeart/2005/8/layout/hierarchy1"/>
    <dgm:cxn modelId="{907A8C15-1725-44F0-86F6-3B7E29601582}" type="presParOf" srcId="{08263A87-78E7-4903-BAF1-CF14BC430815}" destId="{3C9812F2-6C79-46DF-A7AD-142A499C5F0D}" srcOrd="1" destOrd="0" presId="urn:microsoft.com/office/officeart/2005/8/layout/hierarchy1"/>
    <dgm:cxn modelId="{5C159FC6-FB87-4636-AE3B-7AE156BF11A6}" type="presParOf" srcId="{3C9812F2-6C79-46DF-A7AD-142A499C5F0D}" destId="{76EFF9F7-B679-4476-B7C1-E928ECAD6BE2}" srcOrd="0" destOrd="0" presId="urn:microsoft.com/office/officeart/2005/8/layout/hierarchy1"/>
    <dgm:cxn modelId="{E1B8DA73-61A2-4C7F-AA13-6B56813AB6C5}" type="presParOf" srcId="{3C9812F2-6C79-46DF-A7AD-142A499C5F0D}" destId="{B85F57FC-552B-4BB7-891F-86166632EB74}" srcOrd="1" destOrd="0" presId="urn:microsoft.com/office/officeart/2005/8/layout/hierarchy1"/>
    <dgm:cxn modelId="{6CE314B2-9123-4E57-B93A-57CBB74D86A3}" type="presParOf" srcId="{B85F57FC-552B-4BB7-891F-86166632EB74}" destId="{4ADFABCE-DEE4-4CD8-8111-44051CC31C31}" srcOrd="0" destOrd="0" presId="urn:microsoft.com/office/officeart/2005/8/layout/hierarchy1"/>
    <dgm:cxn modelId="{F63E482D-577D-427D-B747-1D2E6C76CFA9}" type="presParOf" srcId="{4ADFABCE-DEE4-4CD8-8111-44051CC31C31}" destId="{32E873C2-D3AB-4870-8342-678BC2EFF0C6}" srcOrd="0" destOrd="0" presId="urn:microsoft.com/office/officeart/2005/8/layout/hierarchy1"/>
    <dgm:cxn modelId="{4526B2A8-3FC4-4EC0-8CE0-7AD0986A9A59}" type="presParOf" srcId="{4ADFABCE-DEE4-4CD8-8111-44051CC31C31}" destId="{5D4A65C2-28FF-45B9-B424-483766FC9E52}" srcOrd="1" destOrd="0" presId="urn:microsoft.com/office/officeart/2005/8/layout/hierarchy1"/>
    <dgm:cxn modelId="{41F67E54-0303-4D79-879A-020AB200D767}" type="presParOf" srcId="{B85F57FC-552B-4BB7-891F-86166632EB74}" destId="{AF9CE779-2816-4B01-B433-3B71112767B0}"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940FD486-347A-4E32-9C19-07A5659BE843}" type="presParOf" srcId="{DB248D52-F9F8-4636-A036-18B8A7C423B7}" destId="{708CE0A0-06E5-4B66-A33B-F1D25D59BA5C}" srcOrd="0" destOrd="0" presId="urn:microsoft.com/office/officeart/2005/8/layout/hierarchy1"/>
    <dgm:cxn modelId="{3BAB734F-9CA6-4898-80BB-1BFFCC1BDC6F}" type="presParOf" srcId="{DB248D52-F9F8-4636-A036-18B8A7C423B7}" destId="{72849011-FB6E-4605-80C4-DAD8492ADF61}" srcOrd="1" destOrd="0" presId="urn:microsoft.com/office/officeart/2005/8/layout/hierarchy1"/>
    <dgm:cxn modelId="{D9F2AA52-C150-4371-870C-A37DA06942BB}" type="presParOf" srcId="{72849011-FB6E-4605-80C4-DAD8492ADF61}" destId="{EE01D49A-7022-449F-A51C-647A4415B159}" srcOrd="0" destOrd="0" presId="urn:microsoft.com/office/officeart/2005/8/layout/hierarchy1"/>
    <dgm:cxn modelId="{DBACC2BE-2005-478B-AEA9-D1372845E701}" type="presParOf" srcId="{EE01D49A-7022-449F-A51C-647A4415B159}" destId="{D0DAB1FF-3942-4312-B424-FA94BD5EF1AB}" srcOrd="0" destOrd="0" presId="urn:microsoft.com/office/officeart/2005/8/layout/hierarchy1"/>
    <dgm:cxn modelId="{EACFB160-FC52-42F2-99EF-2FDCE24D4BA9}" type="presParOf" srcId="{EE01D49A-7022-449F-A51C-647A4415B159}" destId="{12316C05-A9AB-4C41-AE32-AF6494BE08BC}" srcOrd="1" destOrd="0" presId="urn:microsoft.com/office/officeart/2005/8/layout/hierarchy1"/>
    <dgm:cxn modelId="{570BF41F-604F-4F10-A7E3-4D7FE5DCB74C}" type="presParOf" srcId="{72849011-FB6E-4605-80C4-DAD8492ADF61}" destId="{B089BF56-A9A5-45C5-8B7D-CA3C897FFEAD}" srcOrd="1" destOrd="0" presId="urn:microsoft.com/office/officeart/2005/8/layout/hierarchy1"/>
    <dgm:cxn modelId="{3172776B-E459-4A3D-92B9-68C50CB9DFE8}" type="presParOf" srcId="{B089BF56-A9A5-45C5-8B7D-CA3C897FFEAD}" destId="{687E4E49-4D0E-4180-9A86-55A31CB3745E}" srcOrd="0" destOrd="0" presId="urn:microsoft.com/office/officeart/2005/8/layout/hierarchy1"/>
    <dgm:cxn modelId="{398F7FF7-5F5F-42F6-B349-F8081671347B}" type="presParOf" srcId="{B089BF56-A9A5-45C5-8B7D-CA3C897FFEAD}" destId="{3FB9A261-18AC-4C8F-844C-E9EEE2A5BF14}" srcOrd="1" destOrd="0" presId="urn:microsoft.com/office/officeart/2005/8/layout/hierarchy1"/>
    <dgm:cxn modelId="{FF3C05EA-860C-493A-A287-1311383AF5DD}" type="presParOf" srcId="{3FB9A261-18AC-4C8F-844C-E9EEE2A5BF14}" destId="{4353BFBB-24F4-4C86-A42D-D5F27B424930}" srcOrd="0" destOrd="0" presId="urn:microsoft.com/office/officeart/2005/8/layout/hierarchy1"/>
    <dgm:cxn modelId="{C2DDE8C4-19BA-405E-8514-1F7B313CA694}" type="presParOf" srcId="{4353BFBB-24F4-4C86-A42D-D5F27B424930}" destId="{C37EC331-975D-4889-AD3A-751C0EA11DF5}" srcOrd="0" destOrd="0" presId="urn:microsoft.com/office/officeart/2005/8/layout/hierarchy1"/>
    <dgm:cxn modelId="{74A30DE4-9B4E-4B07-8A05-A7D10F50799E}" type="presParOf" srcId="{4353BFBB-24F4-4C86-A42D-D5F27B424930}" destId="{22D45D3F-8B67-4109-9E8A-340FB125FF89}" srcOrd="1" destOrd="0" presId="urn:microsoft.com/office/officeart/2005/8/layout/hierarchy1"/>
    <dgm:cxn modelId="{A197B482-311D-4269-A852-99D97B4F6BC8}" type="presParOf" srcId="{3FB9A261-18AC-4C8F-844C-E9EEE2A5BF14}" destId="{AFEE753B-AAE1-45F3-B0C4-B29A7C0A69CC}" srcOrd="1" destOrd="0" presId="urn:microsoft.com/office/officeart/2005/8/layout/hierarchy1"/>
    <dgm:cxn modelId="{6313630F-B365-4E50-A76A-C1829B526918}" type="presParOf" srcId="{DB248D52-F9F8-4636-A036-18B8A7C423B7}" destId="{8C820A84-23E0-4578-930E-5007A201A5EA}" srcOrd="2" destOrd="0" presId="urn:microsoft.com/office/officeart/2005/8/layout/hierarchy1"/>
    <dgm:cxn modelId="{1A5392DC-9AC1-4CD4-9033-99DA7FCC5029}" type="presParOf" srcId="{DB248D52-F9F8-4636-A036-18B8A7C423B7}" destId="{1CE5C042-DAEC-4664-89C8-29ACAB09911E}" srcOrd="3" destOrd="0" presId="urn:microsoft.com/office/officeart/2005/8/layout/hierarchy1"/>
    <dgm:cxn modelId="{CAE45BF5-F3F6-418F-AC00-B9440B48E4CD}" type="presParOf" srcId="{1CE5C042-DAEC-4664-89C8-29ACAB09911E}" destId="{703D0338-5952-448F-985A-1F4DBC369483}" srcOrd="0" destOrd="0" presId="urn:microsoft.com/office/officeart/2005/8/layout/hierarchy1"/>
    <dgm:cxn modelId="{56AFA2C6-9A87-4677-BD1F-BFAECF21B956}" type="presParOf" srcId="{703D0338-5952-448F-985A-1F4DBC369483}" destId="{2BB21461-F79C-4E13-A05E-70377FEAE161}" srcOrd="0" destOrd="0" presId="urn:microsoft.com/office/officeart/2005/8/layout/hierarchy1"/>
    <dgm:cxn modelId="{84EE45EA-1BDA-4EF8-B0FB-F2B9B3151001}" type="presParOf" srcId="{703D0338-5952-448F-985A-1F4DBC369483}" destId="{11CA6EA2-E67C-44F0-B4BB-46D7AA6B091C}" srcOrd="1" destOrd="0" presId="urn:microsoft.com/office/officeart/2005/8/layout/hierarchy1"/>
    <dgm:cxn modelId="{F7BE6BEC-A9B6-418A-867B-C709B8F20B2F}" type="presParOf" srcId="{1CE5C042-DAEC-4664-89C8-29ACAB09911E}" destId="{772A3C43-176C-4998-A517-3A233D8F9B50}" srcOrd="1" destOrd="0" presId="urn:microsoft.com/office/officeart/2005/8/layout/hierarchy1"/>
    <dgm:cxn modelId="{BC067A38-CD76-446B-9E18-B2700DC16B66}" type="presParOf" srcId="{772A3C43-176C-4998-A517-3A233D8F9B50}" destId="{B22481EA-4A55-4B2D-A08E-1CD2AE9A7796}" srcOrd="0" destOrd="0" presId="urn:microsoft.com/office/officeart/2005/8/layout/hierarchy1"/>
    <dgm:cxn modelId="{FA827C59-ED7E-47BB-B92E-4BFCDD6A14E7}" type="presParOf" srcId="{772A3C43-176C-4998-A517-3A233D8F9B50}" destId="{2BC5C35E-DFE1-4ED1-9227-4E998EC9B1E5}" srcOrd="1" destOrd="0" presId="urn:microsoft.com/office/officeart/2005/8/layout/hierarchy1"/>
    <dgm:cxn modelId="{7D2B988E-890A-486E-88AB-C844B07C0081}" type="presParOf" srcId="{2BC5C35E-DFE1-4ED1-9227-4E998EC9B1E5}" destId="{B9815A41-8C8E-4A26-81A9-6929C3E17D21}" srcOrd="0" destOrd="0" presId="urn:microsoft.com/office/officeart/2005/8/layout/hierarchy1"/>
    <dgm:cxn modelId="{AA4CDD9C-3027-4AF8-B6CA-AD7F9819F821}" type="presParOf" srcId="{B9815A41-8C8E-4A26-81A9-6929C3E17D21}" destId="{075F776D-A18F-4196-8536-A0379AD2EDC2}" srcOrd="0" destOrd="0" presId="urn:microsoft.com/office/officeart/2005/8/layout/hierarchy1"/>
    <dgm:cxn modelId="{0BE42901-2A33-4572-ACF2-F52DDF2ACB86}" type="presParOf" srcId="{B9815A41-8C8E-4A26-81A9-6929C3E17D21}" destId="{C0ED0243-AC4C-4180-95BD-D309973F2524}" srcOrd="1" destOrd="0" presId="urn:microsoft.com/office/officeart/2005/8/layout/hierarchy1"/>
    <dgm:cxn modelId="{29EA531D-2F17-4CE0-98F1-026DD5B4B02D}" type="presParOf" srcId="{2BC5C35E-DFE1-4ED1-9227-4E998EC9B1E5}" destId="{2AECAD9A-A3D7-4917-934F-5B7667B29B8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custT="1"/>
      <dgm:spPr/>
      <dgm:t>
        <a:bodyPr/>
        <a:lstStyle/>
        <a:p>
          <a:r>
            <a:rPr lang="en-CA" sz="1800" dirty="0"/>
            <a:t>Height</a:t>
          </a:r>
        </a:p>
      </dgm:t>
    </dgm:pt>
    <dgm:pt modelId="{29593563-95B4-4E62-B35F-9E793067DF5D}" type="parTrans" cxnId="{6DDE322B-E7AC-4A62-96A0-A7129ED17279}">
      <dgm:prSet/>
      <dgm:spPr/>
      <dgm:t>
        <a:bodyPr/>
        <a:lstStyle/>
        <a:p>
          <a:endParaRPr lang="en-CA" sz="1800"/>
        </a:p>
      </dgm:t>
    </dgm:pt>
    <dgm:pt modelId="{5B700393-37FE-48DB-A7E0-36CC2C04EDE0}" type="sibTrans" cxnId="{6DDE322B-E7AC-4A62-96A0-A7129ED17279}">
      <dgm:prSet/>
      <dgm:spPr/>
      <dgm:t>
        <a:bodyPr/>
        <a:lstStyle/>
        <a:p>
          <a:endParaRPr lang="en-CA" sz="1800"/>
        </a:p>
      </dgm:t>
    </dgm:pt>
    <dgm:pt modelId="{981B766F-4B43-4E90-BAB5-2137576E0FDE}" type="asst">
      <dgm:prSet phldrT="[Text]" custT="1"/>
      <dgm:spPr/>
      <dgm:t>
        <a:bodyPr/>
        <a:lstStyle/>
        <a:p>
          <a:r>
            <a:rPr lang="en-CA" sz="1800" dirty="0"/>
            <a:t>Age &gt; 10.25</a:t>
          </a:r>
        </a:p>
      </dgm:t>
    </dgm:pt>
    <dgm:pt modelId="{3FD7AFE3-0319-4A36-8A0B-AED7E489A5B1}" type="sibTrans" cxnId="{D88CCF75-1FF1-436A-BB69-B3E0DBAC4B1D}">
      <dgm:prSet/>
      <dgm:spPr/>
      <dgm:t>
        <a:bodyPr/>
        <a:lstStyle/>
        <a:p>
          <a:endParaRPr lang="en-CA" sz="1800"/>
        </a:p>
      </dgm:t>
    </dgm:pt>
    <dgm:pt modelId="{C00B1675-CD85-4564-88E9-09165BA30CD9}" type="parTrans" cxnId="{D88CCF75-1FF1-436A-BB69-B3E0DBAC4B1D}">
      <dgm:prSet/>
      <dgm:spPr/>
      <dgm:t>
        <a:bodyPr/>
        <a:lstStyle/>
        <a:p>
          <a:endParaRPr lang="en-CA" sz="1800"/>
        </a:p>
      </dgm:t>
    </dgm:pt>
    <dgm:pt modelId="{47BECFFB-76BB-4D19-9A25-AF06383E7657}" type="asst">
      <dgm:prSet phldrT="[Text]" custT="1"/>
      <dgm:spPr>
        <a:ln>
          <a:solidFill>
            <a:schemeClr val="accent2"/>
          </a:solidFill>
        </a:ln>
      </dgm:spPr>
      <dgm:t>
        <a:bodyPr/>
        <a:lstStyle/>
        <a:p>
          <a:r>
            <a:rPr lang="en-CA" sz="1800" dirty="0"/>
            <a:t>Age &lt;= 10.25</a:t>
          </a:r>
        </a:p>
      </dgm:t>
    </dgm:pt>
    <dgm:pt modelId="{BCF9C70D-8733-47F8-B90F-8B2815631F27}" type="sibTrans" cxnId="{FE086F59-DC4D-4BCD-AB29-4B1B85ADB0C0}">
      <dgm:prSet/>
      <dgm:spPr/>
      <dgm:t>
        <a:bodyPr/>
        <a:lstStyle/>
        <a:p>
          <a:endParaRPr lang="en-CA" sz="1800"/>
        </a:p>
      </dgm:t>
    </dgm:pt>
    <dgm:pt modelId="{90411DEC-97D3-4683-90B8-841CBB142372}" type="parTrans" cxnId="{FE086F59-DC4D-4BCD-AB29-4B1B85ADB0C0}">
      <dgm:prSet/>
      <dgm:spPr/>
      <dgm:t>
        <a:bodyPr/>
        <a:lstStyle/>
        <a:p>
          <a:endParaRPr lang="en-CA" sz="1800"/>
        </a:p>
      </dgm:t>
    </dgm:pt>
    <dgm:pt modelId="{A37B2AE2-F5A7-4E32-BDDB-624A2D91588E}" type="asst">
      <dgm:prSet phldrT="[Text]" custT="1"/>
      <dgm:spPr>
        <a:ln>
          <a:solidFill>
            <a:schemeClr val="accent2"/>
          </a:solidFill>
        </a:ln>
      </dgm:spPr>
      <dgm:t>
        <a:bodyPr/>
        <a:lstStyle/>
        <a:p>
          <a:r>
            <a:rPr lang="en-CA" sz="1800" dirty="0"/>
            <a:t>Foot Length &lt;= 22.5</a:t>
          </a:r>
        </a:p>
      </dgm:t>
    </dgm:pt>
    <dgm:pt modelId="{25556D99-27F1-4D93-9C38-611CC8E78241}" type="sibTrans" cxnId="{11870B03-FC8B-4ABD-9F2A-3C888FE6E97D}">
      <dgm:prSet/>
      <dgm:spPr/>
      <dgm:t>
        <a:bodyPr/>
        <a:lstStyle/>
        <a:p>
          <a:endParaRPr lang="en-CA" sz="1800"/>
        </a:p>
      </dgm:t>
    </dgm:pt>
    <dgm:pt modelId="{73A9C591-BFA1-4F6F-B326-D766EF702219}" type="parTrans" cxnId="{11870B03-FC8B-4ABD-9F2A-3C888FE6E97D}">
      <dgm:prSet/>
      <dgm:spPr/>
      <dgm:t>
        <a:bodyPr/>
        <a:lstStyle/>
        <a:p>
          <a:endParaRPr lang="en-CA" sz="1800"/>
        </a:p>
      </dgm:t>
    </dgm:pt>
    <dgm:pt modelId="{8A86F89F-182A-4DA3-8FE9-3FE551C7E5BA}" type="asst">
      <dgm:prSet phldrT="[Text]" custT="1"/>
      <dgm:spPr/>
      <dgm:t>
        <a:bodyPr/>
        <a:lstStyle/>
        <a:p>
          <a:r>
            <a:rPr lang="en-CA" sz="1800" dirty="0"/>
            <a:t>Foot Length &gt; 22.5</a:t>
          </a:r>
        </a:p>
      </dgm:t>
    </dgm:pt>
    <dgm:pt modelId="{C2DB7616-D3DF-4040-9750-4C847ACAFD35}" type="parTrans" cxnId="{BAF951F6-C1B8-4C8A-A0A7-D06DCAE8B24A}">
      <dgm:prSet/>
      <dgm:spPr/>
      <dgm:t>
        <a:bodyPr/>
        <a:lstStyle/>
        <a:p>
          <a:endParaRPr lang="en-CA" sz="1800"/>
        </a:p>
      </dgm:t>
    </dgm:pt>
    <dgm:pt modelId="{8B863744-EA9F-468A-90F1-93BC0AB14D2B}" type="sibTrans" cxnId="{BAF951F6-C1B8-4C8A-A0A7-D06DCAE8B24A}">
      <dgm:prSet/>
      <dgm:spPr/>
      <dgm:t>
        <a:bodyPr/>
        <a:lstStyle/>
        <a:p>
          <a:endParaRPr lang="en-CA" sz="1800"/>
        </a:p>
      </dgm:t>
    </dgm:pt>
    <dgm:pt modelId="{8CF11A3B-3005-4D74-8695-68F8E483A599}" type="asst">
      <dgm:prSet phldrT="[Text]" custT="1"/>
      <dgm:spPr/>
      <dgm:t>
        <a:bodyPr/>
        <a:lstStyle/>
        <a:p>
          <a:r>
            <a:rPr lang="en-CA" sz="1800" dirty="0"/>
            <a:t>Height = 158cm</a:t>
          </a:r>
        </a:p>
      </dgm:t>
    </dgm:pt>
    <dgm:pt modelId="{B84E688C-8C9A-4973-86D9-E75DA628C422}" type="parTrans" cxnId="{A142E9B9-88F9-4BEE-B335-A8B12B3C42B7}">
      <dgm:prSet/>
      <dgm:spPr/>
      <dgm:t>
        <a:bodyPr/>
        <a:lstStyle/>
        <a:p>
          <a:endParaRPr lang="en-CA" sz="1800"/>
        </a:p>
      </dgm:t>
    </dgm:pt>
    <dgm:pt modelId="{C5D29404-5DB3-4BFB-8C73-7EE210B81A44}" type="sibTrans" cxnId="{A142E9B9-88F9-4BEE-B335-A8B12B3C42B7}">
      <dgm:prSet/>
      <dgm:spPr/>
      <dgm:t>
        <a:bodyPr/>
        <a:lstStyle/>
        <a:p>
          <a:endParaRPr lang="en-CA" sz="1800"/>
        </a:p>
      </dgm:t>
    </dgm:pt>
    <dgm:pt modelId="{E4DDFA87-63CE-4C5A-BE7F-4FFFD47AFEA0}" type="asst">
      <dgm:prSet phldrT="[Text]" custT="1"/>
      <dgm:spPr>
        <a:ln>
          <a:solidFill>
            <a:schemeClr val="accent2"/>
          </a:solidFill>
        </a:ln>
      </dgm:spPr>
      <dgm:t>
        <a:bodyPr/>
        <a:lstStyle/>
        <a:p>
          <a:r>
            <a:rPr lang="en-CA" sz="1800" dirty="0"/>
            <a:t>Height = 139cm</a:t>
          </a:r>
        </a:p>
      </dgm:t>
    </dgm:pt>
    <dgm:pt modelId="{00850F81-651B-4F34-8E63-7509C120853A}" type="parTrans" cxnId="{B5466AF2-1CAC-47A0-ADAE-185371402F37}">
      <dgm:prSet/>
      <dgm:spPr/>
      <dgm:t>
        <a:bodyPr/>
        <a:lstStyle/>
        <a:p>
          <a:endParaRPr lang="en-CA" sz="1800"/>
        </a:p>
      </dgm:t>
    </dgm:pt>
    <dgm:pt modelId="{3241F673-AB4D-4017-9508-4F581BB3792D}" type="sibTrans" cxnId="{B5466AF2-1CAC-47A0-ADAE-185371402F37}">
      <dgm:prSet/>
      <dgm:spPr/>
      <dgm:t>
        <a:bodyPr/>
        <a:lstStyle/>
        <a:p>
          <a:endParaRPr lang="en-CA" sz="1800"/>
        </a:p>
      </dgm:t>
    </dgm:pt>
    <dgm:pt modelId="{8F0F86F7-C249-4109-BB15-1C942B438AE0}" type="asst">
      <dgm:prSet phldrT="[Text]" custT="1"/>
      <dgm:spPr/>
      <dgm:t>
        <a:bodyPr/>
        <a:lstStyle/>
        <a:p>
          <a:r>
            <a:rPr lang="en-CA" sz="1800" dirty="0"/>
            <a:t>Height = 146cm</a:t>
          </a:r>
        </a:p>
      </dgm:t>
    </dgm:pt>
    <dgm:pt modelId="{3ED6D97F-DC72-46B9-AD27-5F89E3E224C7}" type="parTrans" cxnId="{FF3DD523-BD42-495B-BBA9-07F5AF462BCB}">
      <dgm:prSet/>
      <dgm:spPr/>
      <dgm:t>
        <a:bodyPr/>
        <a:lstStyle/>
        <a:p>
          <a:endParaRPr lang="en-CA" sz="1800"/>
        </a:p>
      </dgm:t>
    </dgm:pt>
    <dgm:pt modelId="{9822520C-17C4-4858-9FD3-276F1308019B}" type="sibTrans" cxnId="{FF3DD523-BD42-495B-BBA9-07F5AF462BCB}">
      <dgm:prSet/>
      <dgm:spPr/>
      <dgm:t>
        <a:bodyPr/>
        <a:lstStyle/>
        <a:p>
          <a:endParaRPr lang="en-CA" sz="1800"/>
        </a:p>
      </dgm:t>
    </dgm:pt>
    <dgm:pt modelId="{CAF24EF6-61F1-4932-8C84-FDC12728D278}" type="asst">
      <dgm:prSet phldrT="[Text]" custT="1"/>
      <dgm:spPr/>
      <dgm:t>
        <a:bodyPr/>
        <a:lstStyle/>
        <a:p>
          <a:r>
            <a:rPr lang="en-CA" sz="1800" dirty="0"/>
            <a:t>Age &lt;= 12.8</a:t>
          </a:r>
        </a:p>
      </dgm:t>
    </dgm:pt>
    <dgm:pt modelId="{F7E3239D-3FF1-42CD-A9B2-E2D287B44C1A}" type="parTrans" cxnId="{9855397C-8E57-476D-BA1D-F3CD5F34C31F}">
      <dgm:prSet/>
      <dgm:spPr/>
      <dgm:t>
        <a:bodyPr/>
        <a:lstStyle/>
        <a:p>
          <a:endParaRPr lang="en-CA"/>
        </a:p>
      </dgm:t>
    </dgm:pt>
    <dgm:pt modelId="{4C6B4A89-50D6-47F1-956C-5143832A46EF}" type="sibTrans" cxnId="{9855397C-8E57-476D-BA1D-F3CD5F34C31F}">
      <dgm:prSet/>
      <dgm:spPr/>
      <dgm:t>
        <a:bodyPr/>
        <a:lstStyle/>
        <a:p>
          <a:endParaRPr lang="en-CA"/>
        </a:p>
      </dgm:t>
    </dgm:pt>
    <dgm:pt modelId="{7FAD009E-90EC-4F12-942E-5553D80F0557}" type="asst">
      <dgm:prSet phldrT="[Text]" custT="1"/>
      <dgm:spPr/>
      <dgm:t>
        <a:bodyPr/>
        <a:lstStyle/>
        <a:p>
          <a:r>
            <a:rPr lang="en-CA" sz="1800" dirty="0"/>
            <a:t>Age &gt; 12.8</a:t>
          </a:r>
        </a:p>
      </dgm:t>
    </dgm:pt>
    <dgm:pt modelId="{D8B3A83E-5A67-4C61-835E-F4C2D148B06E}" type="parTrans" cxnId="{CBC668E9-4B49-4339-9267-D08C79D5CC16}">
      <dgm:prSet/>
      <dgm:spPr/>
      <dgm:t>
        <a:bodyPr/>
        <a:lstStyle/>
        <a:p>
          <a:endParaRPr lang="en-CA"/>
        </a:p>
      </dgm:t>
    </dgm:pt>
    <dgm:pt modelId="{FF5DB8A6-7917-44AA-A282-9EA671A1BAC3}" type="sibTrans" cxnId="{CBC668E9-4B49-4339-9267-D08C79D5CC16}">
      <dgm:prSet/>
      <dgm:spPr/>
      <dgm:t>
        <a:bodyPr/>
        <a:lstStyle/>
        <a:p>
          <a:endParaRPr lang="en-CA"/>
        </a:p>
      </dgm:t>
    </dgm:pt>
    <dgm:pt modelId="{3C248820-36BC-4AE8-9E5A-BFD154D4825F}" type="asst">
      <dgm:prSet phldrT="[Text]" custT="1"/>
      <dgm:spPr/>
      <dgm:t>
        <a:bodyPr/>
        <a:lstStyle/>
        <a:p>
          <a:r>
            <a:rPr lang="en-CA" sz="1800" dirty="0"/>
            <a:t>Height = 170cm</a:t>
          </a:r>
        </a:p>
      </dgm:t>
    </dgm:pt>
    <dgm:pt modelId="{A3FC0247-D41F-44F3-BBE3-9A922D7929E2}" type="parTrans" cxnId="{4324DEEA-9C43-4C08-B626-6E8B9294EFCF}">
      <dgm:prSet/>
      <dgm:spPr/>
      <dgm:t>
        <a:bodyPr/>
        <a:lstStyle/>
        <a:p>
          <a:endParaRPr lang="en-CA"/>
        </a:p>
      </dgm:t>
    </dgm:pt>
    <dgm:pt modelId="{CB9FB310-8AED-4F88-8FE7-AA778C8B623E}" type="sibTrans" cxnId="{4324DEEA-9C43-4C08-B626-6E8B9294EFCF}">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10"/>
      <dgm:spPr>
        <a:solidFill>
          <a:schemeClr val="accent2"/>
        </a:solidFill>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8CBAB1D6-092E-41B1-8781-C9A0724D2820}" type="pres">
      <dgm:prSet presAssocID="{90411DEC-97D3-4683-90B8-841CBB142372}" presName="Name17" presStyleLbl="parChTrans1D3" presStyleIdx="0" presStyleCnt="4"/>
      <dgm:spPr/>
    </dgm:pt>
    <dgm:pt modelId="{4951F94C-6AFC-460B-937B-E28D06CF9A5C}" type="pres">
      <dgm:prSet presAssocID="{47BECFFB-76BB-4D19-9A25-AF06383E7657}" presName="hierRoot3" presStyleCnt="0"/>
      <dgm:spPr/>
    </dgm:pt>
    <dgm:pt modelId="{C043086D-D09A-4FBB-9978-D0853912DAF4}" type="pres">
      <dgm:prSet presAssocID="{47BECFFB-76BB-4D19-9A25-AF06383E7657}" presName="composite3" presStyleCnt="0"/>
      <dgm:spPr/>
    </dgm:pt>
    <dgm:pt modelId="{0ADC8960-1232-4EDD-83AD-1679EA1079A9}" type="pres">
      <dgm:prSet presAssocID="{47BECFFB-76BB-4D19-9A25-AF06383E7657}" presName="background3" presStyleLbl="asst1" presStyleIdx="1" presStyleCnt="10"/>
      <dgm:spPr>
        <a:solidFill>
          <a:schemeClr val="accent2"/>
        </a:solidFill>
      </dgm:spPr>
    </dgm:pt>
    <dgm:pt modelId="{DECAF49E-1221-4AE5-807A-C6D3121669CF}" type="pres">
      <dgm:prSet presAssocID="{47BECFFB-76BB-4D19-9A25-AF06383E7657}" presName="text3" presStyleLbl="fgAcc3" presStyleIdx="0" presStyleCnt="4">
        <dgm:presLayoutVars>
          <dgm:chPref val="3"/>
        </dgm:presLayoutVars>
      </dgm:prSet>
      <dgm:spPr/>
    </dgm:pt>
    <dgm:pt modelId="{59A519CD-6219-4E39-A5F3-83C5E9D7580B}" type="pres">
      <dgm:prSet presAssocID="{47BECFFB-76BB-4D19-9A25-AF06383E7657}" presName="hierChild4" presStyleCnt="0"/>
      <dgm:spPr/>
    </dgm:pt>
    <dgm:pt modelId="{E1EB06D0-7BC3-43B8-9F22-BBE41EFBDC0F}" type="pres">
      <dgm:prSet presAssocID="{00850F81-651B-4F34-8E63-7509C120853A}" presName="Name23" presStyleLbl="parChTrans1D4" presStyleIdx="0" presStyleCnt="4"/>
      <dgm:spPr/>
    </dgm:pt>
    <dgm:pt modelId="{84CF10BD-786C-4868-A5C2-148243B657B1}" type="pres">
      <dgm:prSet presAssocID="{E4DDFA87-63CE-4C5A-BE7F-4FFFD47AFEA0}" presName="hierRoot4" presStyleCnt="0"/>
      <dgm:spPr/>
    </dgm:pt>
    <dgm:pt modelId="{CCB6ED89-29CF-4F4E-B4D3-9AFB66EE3D5D}" type="pres">
      <dgm:prSet presAssocID="{E4DDFA87-63CE-4C5A-BE7F-4FFFD47AFEA0}" presName="composite4" presStyleCnt="0"/>
      <dgm:spPr/>
    </dgm:pt>
    <dgm:pt modelId="{C1779A42-E38F-413C-A7FB-951F8297435B}" type="pres">
      <dgm:prSet presAssocID="{E4DDFA87-63CE-4C5A-BE7F-4FFFD47AFEA0}" presName="background4" presStyleLbl="asst1" presStyleIdx="2" presStyleCnt="10"/>
      <dgm:spPr>
        <a:solidFill>
          <a:schemeClr val="accent2"/>
        </a:solidFill>
      </dgm:spPr>
    </dgm:pt>
    <dgm:pt modelId="{3DDF911E-FA04-4DEF-AD71-DC13C4D5A993}" type="pres">
      <dgm:prSet presAssocID="{E4DDFA87-63CE-4C5A-BE7F-4FFFD47AFEA0}" presName="text4" presStyleLbl="fgAcc4" presStyleIdx="0" presStyleCnt="4">
        <dgm:presLayoutVars>
          <dgm:chPref val="3"/>
        </dgm:presLayoutVars>
      </dgm:prSet>
      <dgm:spPr/>
    </dgm:pt>
    <dgm:pt modelId="{3D80B807-B95D-42A5-80F1-EC4C18286EEC}" type="pres">
      <dgm:prSet presAssocID="{E4DDFA87-63CE-4C5A-BE7F-4FFFD47AFEA0}" presName="hierChild5" presStyleCnt="0"/>
      <dgm:spPr/>
    </dgm:pt>
    <dgm:pt modelId="{6A5E0643-83C2-43EA-9173-41E471496800}" type="pres">
      <dgm:prSet presAssocID="{C00B1675-CD85-4564-88E9-09165BA30CD9}" presName="Name17" presStyleLbl="parChTrans1D3" presStyleIdx="1" presStyleCnt="4"/>
      <dgm:spPr/>
    </dgm:pt>
    <dgm:pt modelId="{08263A87-78E7-4903-BAF1-CF14BC430815}" type="pres">
      <dgm:prSet presAssocID="{981B766F-4B43-4E90-BAB5-2137576E0FDE}" presName="hierRoot3" presStyleCnt="0"/>
      <dgm:spPr/>
    </dgm:pt>
    <dgm:pt modelId="{5B9D0B08-498C-4DE6-943C-3D2E576D89E1}" type="pres">
      <dgm:prSet presAssocID="{981B766F-4B43-4E90-BAB5-2137576E0FDE}" presName="composite3" presStyleCnt="0"/>
      <dgm:spPr/>
    </dgm:pt>
    <dgm:pt modelId="{3BBF8338-C6C3-4147-B052-FF9CCD292BFB}" type="pres">
      <dgm:prSet presAssocID="{981B766F-4B43-4E90-BAB5-2137576E0FDE}" presName="background3" presStyleLbl="asst1" presStyleIdx="3" presStyleCnt="10"/>
      <dgm:spPr/>
    </dgm:pt>
    <dgm:pt modelId="{C1F1A6CE-9DF5-4A08-A5F1-BBDE1F853595}" type="pres">
      <dgm:prSet presAssocID="{981B766F-4B43-4E90-BAB5-2137576E0FDE}" presName="text3" presStyleLbl="fgAcc3" presStyleIdx="1" presStyleCnt="4">
        <dgm:presLayoutVars>
          <dgm:chPref val="3"/>
        </dgm:presLayoutVars>
      </dgm:prSet>
      <dgm:spPr/>
    </dgm:pt>
    <dgm:pt modelId="{3C9812F2-6C79-46DF-A7AD-142A499C5F0D}" type="pres">
      <dgm:prSet presAssocID="{981B766F-4B43-4E90-BAB5-2137576E0FDE}" presName="hierChild4" presStyleCnt="0"/>
      <dgm:spPr/>
    </dgm:pt>
    <dgm:pt modelId="{76EFF9F7-B679-4476-B7C1-E928ECAD6BE2}" type="pres">
      <dgm:prSet presAssocID="{3ED6D97F-DC72-46B9-AD27-5F89E3E224C7}" presName="Name23" presStyleLbl="parChTrans1D4" presStyleIdx="1" presStyleCnt="4"/>
      <dgm:spPr/>
    </dgm:pt>
    <dgm:pt modelId="{B85F57FC-552B-4BB7-891F-86166632EB74}" type="pres">
      <dgm:prSet presAssocID="{8F0F86F7-C249-4109-BB15-1C942B438AE0}" presName="hierRoot4" presStyleCnt="0"/>
      <dgm:spPr/>
    </dgm:pt>
    <dgm:pt modelId="{4ADFABCE-DEE4-4CD8-8111-44051CC31C31}" type="pres">
      <dgm:prSet presAssocID="{8F0F86F7-C249-4109-BB15-1C942B438AE0}" presName="composite4" presStyleCnt="0"/>
      <dgm:spPr/>
    </dgm:pt>
    <dgm:pt modelId="{32E873C2-D3AB-4870-8342-678BC2EFF0C6}" type="pres">
      <dgm:prSet presAssocID="{8F0F86F7-C249-4109-BB15-1C942B438AE0}" presName="background4" presStyleLbl="asst1" presStyleIdx="4" presStyleCnt="10"/>
      <dgm:spPr/>
    </dgm:pt>
    <dgm:pt modelId="{5D4A65C2-28FF-45B9-B424-483766FC9E52}" type="pres">
      <dgm:prSet presAssocID="{8F0F86F7-C249-4109-BB15-1C942B438AE0}" presName="text4" presStyleLbl="fgAcc4" presStyleIdx="1" presStyleCnt="4">
        <dgm:presLayoutVars>
          <dgm:chPref val="3"/>
        </dgm:presLayoutVars>
      </dgm:prSet>
      <dgm:spPr/>
    </dgm:pt>
    <dgm:pt modelId="{AF9CE779-2816-4B01-B433-3B71112767B0}" type="pres">
      <dgm:prSet presAssocID="{8F0F86F7-C249-4109-BB15-1C942B438AE0}" presName="hierChild5"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5" presStyleCnt="10"/>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708CE0A0-06E5-4B66-A33B-F1D25D59BA5C}" type="pres">
      <dgm:prSet presAssocID="{F7E3239D-3FF1-42CD-A9B2-E2D287B44C1A}" presName="Name17" presStyleLbl="parChTrans1D3" presStyleIdx="2" presStyleCnt="4"/>
      <dgm:spPr/>
    </dgm:pt>
    <dgm:pt modelId="{72849011-FB6E-4605-80C4-DAD8492ADF61}" type="pres">
      <dgm:prSet presAssocID="{CAF24EF6-61F1-4932-8C84-FDC12728D278}" presName="hierRoot3" presStyleCnt="0"/>
      <dgm:spPr/>
    </dgm:pt>
    <dgm:pt modelId="{EE01D49A-7022-449F-A51C-647A4415B159}" type="pres">
      <dgm:prSet presAssocID="{CAF24EF6-61F1-4932-8C84-FDC12728D278}" presName="composite3" presStyleCnt="0"/>
      <dgm:spPr/>
    </dgm:pt>
    <dgm:pt modelId="{D0DAB1FF-3942-4312-B424-FA94BD5EF1AB}" type="pres">
      <dgm:prSet presAssocID="{CAF24EF6-61F1-4932-8C84-FDC12728D278}" presName="background3" presStyleLbl="asst1" presStyleIdx="6" presStyleCnt="10"/>
      <dgm:spPr/>
    </dgm:pt>
    <dgm:pt modelId="{12316C05-A9AB-4C41-AE32-AF6494BE08BC}" type="pres">
      <dgm:prSet presAssocID="{CAF24EF6-61F1-4932-8C84-FDC12728D278}" presName="text3" presStyleLbl="fgAcc3" presStyleIdx="2" presStyleCnt="4">
        <dgm:presLayoutVars>
          <dgm:chPref val="3"/>
        </dgm:presLayoutVars>
      </dgm:prSet>
      <dgm:spPr/>
    </dgm:pt>
    <dgm:pt modelId="{B089BF56-A9A5-45C5-8B7D-CA3C897FFEAD}" type="pres">
      <dgm:prSet presAssocID="{CAF24EF6-61F1-4932-8C84-FDC12728D278}" presName="hierChild4" presStyleCnt="0"/>
      <dgm:spPr/>
    </dgm:pt>
    <dgm:pt modelId="{687E4E49-4D0E-4180-9A86-55A31CB3745E}" type="pres">
      <dgm:prSet presAssocID="{B84E688C-8C9A-4973-86D9-E75DA628C422}" presName="Name23" presStyleLbl="parChTrans1D4" presStyleIdx="2" presStyleCnt="4"/>
      <dgm:spPr/>
    </dgm:pt>
    <dgm:pt modelId="{3FB9A261-18AC-4C8F-844C-E9EEE2A5BF14}" type="pres">
      <dgm:prSet presAssocID="{8CF11A3B-3005-4D74-8695-68F8E483A599}" presName="hierRoot4" presStyleCnt="0"/>
      <dgm:spPr/>
    </dgm:pt>
    <dgm:pt modelId="{4353BFBB-24F4-4C86-A42D-D5F27B424930}" type="pres">
      <dgm:prSet presAssocID="{8CF11A3B-3005-4D74-8695-68F8E483A599}" presName="composite4" presStyleCnt="0"/>
      <dgm:spPr/>
    </dgm:pt>
    <dgm:pt modelId="{C37EC331-975D-4889-AD3A-751C0EA11DF5}" type="pres">
      <dgm:prSet presAssocID="{8CF11A3B-3005-4D74-8695-68F8E483A599}" presName="background4" presStyleLbl="asst1" presStyleIdx="7" presStyleCnt="10"/>
      <dgm:spPr/>
    </dgm:pt>
    <dgm:pt modelId="{22D45D3F-8B67-4109-9E8A-340FB125FF89}" type="pres">
      <dgm:prSet presAssocID="{8CF11A3B-3005-4D74-8695-68F8E483A599}" presName="text4" presStyleLbl="fgAcc4" presStyleIdx="2" presStyleCnt="4">
        <dgm:presLayoutVars>
          <dgm:chPref val="3"/>
        </dgm:presLayoutVars>
      </dgm:prSet>
      <dgm:spPr/>
    </dgm:pt>
    <dgm:pt modelId="{AFEE753B-AAE1-45F3-B0C4-B29A7C0A69CC}" type="pres">
      <dgm:prSet presAssocID="{8CF11A3B-3005-4D74-8695-68F8E483A599}" presName="hierChild5" presStyleCnt="0"/>
      <dgm:spPr/>
    </dgm:pt>
    <dgm:pt modelId="{8C820A84-23E0-4578-930E-5007A201A5EA}" type="pres">
      <dgm:prSet presAssocID="{D8B3A83E-5A67-4C61-835E-F4C2D148B06E}" presName="Name17" presStyleLbl="parChTrans1D3" presStyleIdx="3" presStyleCnt="4"/>
      <dgm:spPr/>
    </dgm:pt>
    <dgm:pt modelId="{1CE5C042-DAEC-4664-89C8-29ACAB09911E}" type="pres">
      <dgm:prSet presAssocID="{7FAD009E-90EC-4F12-942E-5553D80F0557}" presName="hierRoot3" presStyleCnt="0"/>
      <dgm:spPr/>
    </dgm:pt>
    <dgm:pt modelId="{703D0338-5952-448F-985A-1F4DBC369483}" type="pres">
      <dgm:prSet presAssocID="{7FAD009E-90EC-4F12-942E-5553D80F0557}" presName="composite3" presStyleCnt="0"/>
      <dgm:spPr/>
    </dgm:pt>
    <dgm:pt modelId="{2BB21461-F79C-4E13-A05E-70377FEAE161}" type="pres">
      <dgm:prSet presAssocID="{7FAD009E-90EC-4F12-942E-5553D80F0557}" presName="background3" presStyleLbl="asst1" presStyleIdx="8" presStyleCnt="10"/>
      <dgm:spPr/>
    </dgm:pt>
    <dgm:pt modelId="{11CA6EA2-E67C-44F0-B4BB-46D7AA6B091C}" type="pres">
      <dgm:prSet presAssocID="{7FAD009E-90EC-4F12-942E-5553D80F0557}" presName="text3" presStyleLbl="fgAcc3" presStyleIdx="3" presStyleCnt="4">
        <dgm:presLayoutVars>
          <dgm:chPref val="3"/>
        </dgm:presLayoutVars>
      </dgm:prSet>
      <dgm:spPr/>
    </dgm:pt>
    <dgm:pt modelId="{772A3C43-176C-4998-A517-3A233D8F9B50}" type="pres">
      <dgm:prSet presAssocID="{7FAD009E-90EC-4F12-942E-5553D80F0557}" presName="hierChild4" presStyleCnt="0"/>
      <dgm:spPr/>
    </dgm:pt>
    <dgm:pt modelId="{B22481EA-4A55-4B2D-A08E-1CD2AE9A7796}" type="pres">
      <dgm:prSet presAssocID="{A3FC0247-D41F-44F3-BBE3-9A922D7929E2}" presName="Name23" presStyleLbl="parChTrans1D4" presStyleIdx="3" presStyleCnt="4"/>
      <dgm:spPr/>
    </dgm:pt>
    <dgm:pt modelId="{2BC5C35E-DFE1-4ED1-9227-4E998EC9B1E5}" type="pres">
      <dgm:prSet presAssocID="{3C248820-36BC-4AE8-9E5A-BFD154D4825F}" presName="hierRoot4" presStyleCnt="0"/>
      <dgm:spPr/>
    </dgm:pt>
    <dgm:pt modelId="{B9815A41-8C8E-4A26-81A9-6929C3E17D21}" type="pres">
      <dgm:prSet presAssocID="{3C248820-36BC-4AE8-9E5A-BFD154D4825F}" presName="composite4" presStyleCnt="0"/>
      <dgm:spPr/>
    </dgm:pt>
    <dgm:pt modelId="{075F776D-A18F-4196-8536-A0379AD2EDC2}" type="pres">
      <dgm:prSet presAssocID="{3C248820-36BC-4AE8-9E5A-BFD154D4825F}" presName="background4" presStyleLbl="asst1" presStyleIdx="9" presStyleCnt="10"/>
      <dgm:spPr/>
    </dgm:pt>
    <dgm:pt modelId="{C0ED0243-AC4C-4180-95BD-D309973F2524}" type="pres">
      <dgm:prSet presAssocID="{3C248820-36BC-4AE8-9E5A-BFD154D4825F}" presName="text4" presStyleLbl="fgAcc4" presStyleIdx="3" presStyleCnt="4">
        <dgm:presLayoutVars>
          <dgm:chPref val="3"/>
        </dgm:presLayoutVars>
      </dgm:prSet>
      <dgm:spPr/>
    </dgm:pt>
    <dgm:pt modelId="{2AECAD9A-A3D7-4917-934F-5B7667B29B8D}" type="pres">
      <dgm:prSet presAssocID="{3C248820-36BC-4AE8-9E5A-BFD154D4825F}" presName="hierChild5"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8D8E5306-08F1-41F8-B352-2AC4F849A88A}" type="presOf" srcId="{A3FC0247-D41F-44F3-BBE3-9A922D7929E2}" destId="{B22481EA-4A55-4B2D-A08E-1CD2AE9A7796}" srcOrd="0" destOrd="0" presId="urn:microsoft.com/office/officeart/2005/8/layout/hierarchy1"/>
    <dgm:cxn modelId="{443F9E0B-095E-41AF-BB6D-11C3235BA7A1}" type="presOf" srcId="{D8B3A83E-5A67-4C61-835E-F4C2D148B06E}" destId="{8C820A84-23E0-4578-930E-5007A201A5EA}" srcOrd="0" destOrd="0" presId="urn:microsoft.com/office/officeart/2005/8/layout/hierarchy1"/>
    <dgm:cxn modelId="{5BB7D40F-4707-48E5-AAF5-BA94D9BD3A58}" type="presOf" srcId="{F7E3239D-3FF1-42CD-A9B2-E2D287B44C1A}" destId="{708CE0A0-06E5-4B66-A33B-F1D25D59BA5C}" srcOrd="0" destOrd="0" presId="urn:microsoft.com/office/officeart/2005/8/layout/hierarchy1"/>
    <dgm:cxn modelId="{1DD45F16-B693-405F-B174-58C9D8A1BA6B}" type="presOf" srcId="{C00B1675-CD85-4564-88E9-09165BA30CD9}" destId="{6A5E0643-83C2-43EA-9173-41E471496800}" srcOrd="0" destOrd="0" presId="urn:microsoft.com/office/officeart/2005/8/layout/hierarchy1"/>
    <dgm:cxn modelId="{4AEC0F1B-6E28-4F4F-A124-6534282A30D3}" type="presOf" srcId="{8F0F86F7-C249-4109-BB15-1C942B438AE0}" destId="{5D4A65C2-28FF-45B9-B424-483766FC9E52}" srcOrd="0" destOrd="0" presId="urn:microsoft.com/office/officeart/2005/8/layout/hierarchy1"/>
    <dgm:cxn modelId="{FF3DD523-BD42-495B-BBA9-07F5AF462BCB}" srcId="{981B766F-4B43-4E90-BAB5-2137576E0FDE}" destId="{8F0F86F7-C249-4109-BB15-1C942B438AE0}" srcOrd="0" destOrd="0" parTransId="{3ED6D97F-DC72-46B9-AD27-5F89E3E224C7}" sibTransId="{9822520C-17C4-4858-9FD3-276F1308019B}"/>
    <dgm:cxn modelId="{6DDE322B-E7AC-4A62-96A0-A7129ED17279}" srcId="{598E36CC-8178-4F6C-99E5-62E143A35641}" destId="{E6C72D40-29E2-4CB2-8B1E-C10A93862BE3}" srcOrd="0" destOrd="0" parTransId="{29593563-95B4-4E62-B35F-9E793067DF5D}" sibTransId="{5B700393-37FE-48DB-A7E0-36CC2C04EDE0}"/>
    <dgm:cxn modelId="{708E1138-42C6-4740-BF04-9C1C18B128A2}" type="presOf" srcId="{47BECFFB-76BB-4D19-9A25-AF06383E7657}" destId="{DECAF49E-1221-4AE5-807A-C6D3121669CF}" srcOrd="0" destOrd="0" presId="urn:microsoft.com/office/officeart/2005/8/layout/hierarchy1"/>
    <dgm:cxn modelId="{442D493C-24E6-4A43-BD95-01B591CD0B28}" type="presOf" srcId="{00850F81-651B-4F34-8E63-7509C120853A}" destId="{E1EB06D0-7BC3-43B8-9F22-BBE41EFBDC0F}" srcOrd="0" destOrd="0" presId="urn:microsoft.com/office/officeart/2005/8/layout/hierarchy1"/>
    <dgm:cxn modelId="{E83BAD41-237A-4BBD-92A9-9158AC2830E8}" type="presOf" srcId="{7FAD009E-90EC-4F12-942E-5553D80F0557}" destId="{11CA6EA2-E67C-44F0-B4BB-46D7AA6B091C}" srcOrd="0" destOrd="0" presId="urn:microsoft.com/office/officeart/2005/8/layout/hierarchy1"/>
    <dgm:cxn modelId="{B67F3654-0ED1-4C7C-A0DA-63906C82067C}" type="presOf" srcId="{981B766F-4B43-4E90-BAB5-2137576E0FDE}" destId="{C1F1A6CE-9DF5-4A08-A5F1-BBDE1F853595}" srcOrd="0" destOrd="0" presId="urn:microsoft.com/office/officeart/2005/8/layout/hierarchy1"/>
    <dgm:cxn modelId="{FE086F59-DC4D-4BCD-AB29-4B1B85ADB0C0}" srcId="{A37B2AE2-F5A7-4E32-BDDB-624A2D91588E}" destId="{47BECFFB-76BB-4D19-9A25-AF06383E7657}" srcOrd="0" destOrd="0" parTransId="{90411DEC-97D3-4683-90B8-841CBB142372}" sibTransId="{BCF9C70D-8733-47F8-B90F-8B2815631F27}"/>
    <dgm:cxn modelId="{C9F72D66-D58B-4641-BBD0-BC0CA00CA7CA}" type="presOf" srcId="{CAF24EF6-61F1-4932-8C84-FDC12728D278}" destId="{12316C05-A9AB-4C41-AE32-AF6494BE08BC}" srcOrd="0" destOrd="0" presId="urn:microsoft.com/office/officeart/2005/8/layout/hierarchy1"/>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D88CCF75-1FF1-436A-BB69-B3E0DBAC4B1D}" srcId="{A37B2AE2-F5A7-4E32-BDDB-624A2D91588E}" destId="{981B766F-4B43-4E90-BAB5-2137576E0FDE}" srcOrd="1" destOrd="0" parTransId="{C00B1675-CD85-4564-88E9-09165BA30CD9}" sibTransId="{3FD7AFE3-0319-4A36-8A0B-AED7E489A5B1}"/>
    <dgm:cxn modelId="{9855397C-8E57-476D-BA1D-F3CD5F34C31F}" srcId="{8A86F89F-182A-4DA3-8FE9-3FE551C7E5BA}" destId="{CAF24EF6-61F1-4932-8C84-FDC12728D278}" srcOrd="0" destOrd="0" parTransId="{F7E3239D-3FF1-42CD-A9B2-E2D287B44C1A}" sibTransId="{4C6B4A89-50D6-47F1-956C-5143832A46EF}"/>
    <dgm:cxn modelId="{883ECA7F-289A-4EBA-9B76-D6B71AA63CFF}" type="presOf" srcId="{E6C72D40-29E2-4CB2-8B1E-C10A93862BE3}" destId="{635EE013-F30D-469C-9E53-004A9BB5AB3A}"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B474B8A8-A04D-4BE6-B7A6-3735D471F6C1}" type="presOf" srcId="{8CF11A3B-3005-4D74-8695-68F8E483A599}" destId="{22D45D3F-8B67-4109-9E8A-340FB125FF89}" srcOrd="0" destOrd="0" presId="urn:microsoft.com/office/officeart/2005/8/layout/hierarchy1"/>
    <dgm:cxn modelId="{FF2329B6-A804-428E-86B9-FE7113961DF2}" type="presOf" srcId="{3C248820-36BC-4AE8-9E5A-BFD154D4825F}" destId="{C0ED0243-AC4C-4180-95BD-D309973F2524}" srcOrd="0" destOrd="0" presId="urn:microsoft.com/office/officeart/2005/8/layout/hierarchy1"/>
    <dgm:cxn modelId="{34438FB6-594A-4E32-8FCC-E058299F5CBC}" type="presOf" srcId="{3ED6D97F-DC72-46B9-AD27-5F89E3E224C7}" destId="{76EFF9F7-B679-4476-B7C1-E928ECAD6BE2}" srcOrd="0" destOrd="0" presId="urn:microsoft.com/office/officeart/2005/8/layout/hierarchy1"/>
    <dgm:cxn modelId="{A142E9B9-88F9-4BEE-B335-A8B12B3C42B7}" srcId="{CAF24EF6-61F1-4932-8C84-FDC12728D278}"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0C4329C4-0F3D-46A5-BF5C-E56AE47C6150}" type="presOf" srcId="{90411DEC-97D3-4683-90B8-841CBB142372}" destId="{8CBAB1D6-092E-41B1-8781-C9A0724D2820}" srcOrd="0" destOrd="0" presId="urn:microsoft.com/office/officeart/2005/8/layout/hierarchy1"/>
    <dgm:cxn modelId="{CBC668E9-4B49-4339-9267-D08C79D5CC16}" srcId="{8A86F89F-182A-4DA3-8FE9-3FE551C7E5BA}" destId="{7FAD009E-90EC-4F12-942E-5553D80F0557}" srcOrd="1" destOrd="0" parTransId="{D8B3A83E-5A67-4C61-835E-F4C2D148B06E}" sibTransId="{FF5DB8A6-7917-44AA-A282-9EA671A1BAC3}"/>
    <dgm:cxn modelId="{4324DEEA-9C43-4C08-B626-6E8B9294EFCF}" srcId="{7FAD009E-90EC-4F12-942E-5553D80F0557}" destId="{3C248820-36BC-4AE8-9E5A-BFD154D4825F}" srcOrd="0" destOrd="0" parTransId="{A3FC0247-D41F-44F3-BBE3-9A922D7929E2}" sibTransId="{CB9FB310-8AED-4F88-8FE7-AA778C8B623E}"/>
    <dgm:cxn modelId="{02E819EB-CAB5-4A70-8DC1-A655542C30E4}" type="presOf" srcId="{B84E688C-8C9A-4973-86D9-E75DA628C422}" destId="{687E4E49-4D0E-4180-9A86-55A31CB3745E}" srcOrd="0" destOrd="0" presId="urn:microsoft.com/office/officeart/2005/8/layout/hierarchy1"/>
    <dgm:cxn modelId="{B5466AF2-1CAC-47A0-ADAE-185371402F37}" srcId="{47BECFFB-76BB-4D19-9A25-AF06383E7657}"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174A7EFA-1C98-4063-B605-EAE3E64DEF8B}" type="presOf" srcId="{E4DDFA87-63CE-4C5A-BE7F-4FFFD47AFEA0}" destId="{3DDF911E-FA04-4DEF-AD71-DC13C4D5A993}" srcOrd="0" destOrd="0" presId="urn:microsoft.com/office/officeart/2005/8/layout/hierarchy1"/>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7DA6C69F-4D9F-458E-97AD-33EA24EA1CB6}" type="presParOf" srcId="{FEDCB251-6836-4379-956D-EE79413A8CE5}" destId="{8CBAB1D6-092E-41B1-8781-C9A0724D2820}" srcOrd="0" destOrd="0" presId="urn:microsoft.com/office/officeart/2005/8/layout/hierarchy1"/>
    <dgm:cxn modelId="{D928749E-5574-40E3-86EA-8434DE67856B}" type="presParOf" srcId="{FEDCB251-6836-4379-956D-EE79413A8CE5}" destId="{4951F94C-6AFC-460B-937B-E28D06CF9A5C}" srcOrd="1" destOrd="0" presId="urn:microsoft.com/office/officeart/2005/8/layout/hierarchy1"/>
    <dgm:cxn modelId="{D40E6EDD-DD4D-40A4-8971-97F2D48335F1}" type="presParOf" srcId="{4951F94C-6AFC-460B-937B-E28D06CF9A5C}" destId="{C043086D-D09A-4FBB-9978-D0853912DAF4}" srcOrd="0" destOrd="0" presId="urn:microsoft.com/office/officeart/2005/8/layout/hierarchy1"/>
    <dgm:cxn modelId="{2FAAB9C7-B9D2-4BD9-9FC9-A64A739C772F}" type="presParOf" srcId="{C043086D-D09A-4FBB-9978-D0853912DAF4}" destId="{0ADC8960-1232-4EDD-83AD-1679EA1079A9}" srcOrd="0" destOrd="0" presId="urn:microsoft.com/office/officeart/2005/8/layout/hierarchy1"/>
    <dgm:cxn modelId="{B2A29B42-66F1-469B-9766-D3595289CE23}" type="presParOf" srcId="{C043086D-D09A-4FBB-9978-D0853912DAF4}" destId="{DECAF49E-1221-4AE5-807A-C6D3121669CF}" srcOrd="1" destOrd="0" presId="urn:microsoft.com/office/officeart/2005/8/layout/hierarchy1"/>
    <dgm:cxn modelId="{568B3149-86D8-4EFF-9693-4D0171A1BEE7}" type="presParOf" srcId="{4951F94C-6AFC-460B-937B-E28D06CF9A5C}" destId="{59A519CD-6219-4E39-A5F3-83C5E9D7580B}" srcOrd="1" destOrd="0" presId="urn:microsoft.com/office/officeart/2005/8/layout/hierarchy1"/>
    <dgm:cxn modelId="{F43A1D24-34C0-4C5B-A591-833C198400C2}" type="presParOf" srcId="{59A519CD-6219-4E39-A5F3-83C5E9D7580B}" destId="{E1EB06D0-7BC3-43B8-9F22-BBE41EFBDC0F}" srcOrd="0" destOrd="0" presId="urn:microsoft.com/office/officeart/2005/8/layout/hierarchy1"/>
    <dgm:cxn modelId="{D6A35D89-EC6A-4699-8B91-353D2B65D64F}" type="presParOf" srcId="{59A519CD-6219-4E39-A5F3-83C5E9D7580B}" destId="{84CF10BD-786C-4868-A5C2-148243B657B1}" srcOrd="1" destOrd="0" presId="urn:microsoft.com/office/officeart/2005/8/layout/hierarchy1"/>
    <dgm:cxn modelId="{99EA24F2-BDA6-459B-8DEC-D331D8066E91}" type="presParOf" srcId="{84CF10BD-786C-4868-A5C2-148243B657B1}" destId="{CCB6ED89-29CF-4F4E-B4D3-9AFB66EE3D5D}" srcOrd="0" destOrd="0" presId="urn:microsoft.com/office/officeart/2005/8/layout/hierarchy1"/>
    <dgm:cxn modelId="{F4F4F20C-99E6-47F0-91D9-13726A914CBF}" type="presParOf" srcId="{CCB6ED89-29CF-4F4E-B4D3-9AFB66EE3D5D}" destId="{C1779A42-E38F-413C-A7FB-951F8297435B}" srcOrd="0" destOrd="0" presId="urn:microsoft.com/office/officeart/2005/8/layout/hierarchy1"/>
    <dgm:cxn modelId="{DD86C9D6-5531-4F14-893E-DC9A18A0E678}" type="presParOf" srcId="{CCB6ED89-29CF-4F4E-B4D3-9AFB66EE3D5D}" destId="{3DDF911E-FA04-4DEF-AD71-DC13C4D5A993}" srcOrd="1" destOrd="0" presId="urn:microsoft.com/office/officeart/2005/8/layout/hierarchy1"/>
    <dgm:cxn modelId="{977492DF-FECC-4159-85A0-288068CF5492}" type="presParOf" srcId="{84CF10BD-786C-4868-A5C2-148243B657B1}" destId="{3D80B807-B95D-42A5-80F1-EC4C18286EEC}" srcOrd="1" destOrd="0" presId="urn:microsoft.com/office/officeart/2005/8/layout/hierarchy1"/>
    <dgm:cxn modelId="{1221FF9F-D36F-4705-8284-9F5053181D52}" type="presParOf" srcId="{FEDCB251-6836-4379-956D-EE79413A8CE5}" destId="{6A5E0643-83C2-43EA-9173-41E471496800}" srcOrd="2" destOrd="0" presId="urn:microsoft.com/office/officeart/2005/8/layout/hierarchy1"/>
    <dgm:cxn modelId="{F9837E50-36B1-49F0-8A9A-E4421374B688}" type="presParOf" srcId="{FEDCB251-6836-4379-956D-EE79413A8CE5}" destId="{08263A87-78E7-4903-BAF1-CF14BC430815}" srcOrd="3" destOrd="0" presId="urn:microsoft.com/office/officeart/2005/8/layout/hierarchy1"/>
    <dgm:cxn modelId="{1F2C90AC-3DF2-4287-A4DD-4405C87790E3}" type="presParOf" srcId="{08263A87-78E7-4903-BAF1-CF14BC430815}" destId="{5B9D0B08-498C-4DE6-943C-3D2E576D89E1}" srcOrd="0" destOrd="0" presId="urn:microsoft.com/office/officeart/2005/8/layout/hierarchy1"/>
    <dgm:cxn modelId="{1B2EA1B5-7F23-4B7B-8D42-CF1B65617AC8}" type="presParOf" srcId="{5B9D0B08-498C-4DE6-943C-3D2E576D89E1}" destId="{3BBF8338-C6C3-4147-B052-FF9CCD292BFB}" srcOrd="0" destOrd="0" presId="urn:microsoft.com/office/officeart/2005/8/layout/hierarchy1"/>
    <dgm:cxn modelId="{CC6EA350-23EA-40DA-A0CE-8951D204D583}" type="presParOf" srcId="{5B9D0B08-498C-4DE6-943C-3D2E576D89E1}" destId="{C1F1A6CE-9DF5-4A08-A5F1-BBDE1F853595}" srcOrd="1" destOrd="0" presId="urn:microsoft.com/office/officeart/2005/8/layout/hierarchy1"/>
    <dgm:cxn modelId="{907A8C15-1725-44F0-86F6-3B7E29601582}" type="presParOf" srcId="{08263A87-78E7-4903-BAF1-CF14BC430815}" destId="{3C9812F2-6C79-46DF-A7AD-142A499C5F0D}" srcOrd="1" destOrd="0" presId="urn:microsoft.com/office/officeart/2005/8/layout/hierarchy1"/>
    <dgm:cxn modelId="{5C159FC6-FB87-4636-AE3B-7AE156BF11A6}" type="presParOf" srcId="{3C9812F2-6C79-46DF-A7AD-142A499C5F0D}" destId="{76EFF9F7-B679-4476-B7C1-E928ECAD6BE2}" srcOrd="0" destOrd="0" presId="urn:microsoft.com/office/officeart/2005/8/layout/hierarchy1"/>
    <dgm:cxn modelId="{E1B8DA73-61A2-4C7F-AA13-6B56813AB6C5}" type="presParOf" srcId="{3C9812F2-6C79-46DF-A7AD-142A499C5F0D}" destId="{B85F57FC-552B-4BB7-891F-86166632EB74}" srcOrd="1" destOrd="0" presId="urn:microsoft.com/office/officeart/2005/8/layout/hierarchy1"/>
    <dgm:cxn modelId="{6CE314B2-9123-4E57-B93A-57CBB74D86A3}" type="presParOf" srcId="{B85F57FC-552B-4BB7-891F-86166632EB74}" destId="{4ADFABCE-DEE4-4CD8-8111-44051CC31C31}" srcOrd="0" destOrd="0" presId="urn:microsoft.com/office/officeart/2005/8/layout/hierarchy1"/>
    <dgm:cxn modelId="{F63E482D-577D-427D-B747-1D2E6C76CFA9}" type="presParOf" srcId="{4ADFABCE-DEE4-4CD8-8111-44051CC31C31}" destId="{32E873C2-D3AB-4870-8342-678BC2EFF0C6}" srcOrd="0" destOrd="0" presId="urn:microsoft.com/office/officeart/2005/8/layout/hierarchy1"/>
    <dgm:cxn modelId="{4526B2A8-3FC4-4EC0-8CE0-7AD0986A9A59}" type="presParOf" srcId="{4ADFABCE-DEE4-4CD8-8111-44051CC31C31}" destId="{5D4A65C2-28FF-45B9-B424-483766FC9E52}" srcOrd="1" destOrd="0" presId="urn:microsoft.com/office/officeart/2005/8/layout/hierarchy1"/>
    <dgm:cxn modelId="{41F67E54-0303-4D79-879A-020AB200D767}" type="presParOf" srcId="{B85F57FC-552B-4BB7-891F-86166632EB74}" destId="{AF9CE779-2816-4B01-B433-3B71112767B0}"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940FD486-347A-4E32-9C19-07A5659BE843}" type="presParOf" srcId="{DB248D52-F9F8-4636-A036-18B8A7C423B7}" destId="{708CE0A0-06E5-4B66-A33B-F1D25D59BA5C}" srcOrd="0" destOrd="0" presId="urn:microsoft.com/office/officeart/2005/8/layout/hierarchy1"/>
    <dgm:cxn modelId="{3BAB734F-9CA6-4898-80BB-1BFFCC1BDC6F}" type="presParOf" srcId="{DB248D52-F9F8-4636-A036-18B8A7C423B7}" destId="{72849011-FB6E-4605-80C4-DAD8492ADF61}" srcOrd="1" destOrd="0" presId="urn:microsoft.com/office/officeart/2005/8/layout/hierarchy1"/>
    <dgm:cxn modelId="{D9F2AA52-C150-4371-870C-A37DA06942BB}" type="presParOf" srcId="{72849011-FB6E-4605-80C4-DAD8492ADF61}" destId="{EE01D49A-7022-449F-A51C-647A4415B159}" srcOrd="0" destOrd="0" presId="urn:microsoft.com/office/officeart/2005/8/layout/hierarchy1"/>
    <dgm:cxn modelId="{DBACC2BE-2005-478B-AEA9-D1372845E701}" type="presParOf" srcId="{EE01D49A-7022-449F-A51C-647A4415B159}" destId="{D0DAB1FF-3942-4312-B424-FA94BD5EF1AB}" srcOrd="0" destOrd="0" presId="urn:microsoft.com/office/officeart/2005/8/layout/hierarchy1"/>
    <dgm:cxn modelId="{EACFB160-FC52-42F2-99EF-2FDCE24D4BA9}" type="presParOf" srcId="{EE01D49A-7022-449F-A51C-647A4415B159}" destId="{12316C05-A9AB-4C41-AE32-AF6494BE08BC}" srcOrd="1" destOrd="0" presId="urn:microsoft.com/office/officeart/2005/8/layout/hierarchy1"/>
    <dgm:cxn modelId="{570BF41F-604F-4F10-A7E3-4D7FE5DCB74C}" type="presParOf" srcId="{72849011-FB6E-4605-80C4-DAD8492ADF61}" destId="{B089BF56-A9A5-45C5-8B7D-CA3C897FFEAD}" srcOrd="1" destOrd="0" presId="urn:microsoft.com/office/officeart/2005/8/layout/hierarchy1"/>
    <dgm:cxn modelId="{3172776B-E459-4A3D-92B9-68C50CB9DFE8}" type="presParOf" srcId="{B089BF56-A9A5-45C5-8B7D-CA3C897FFEAD}" destId="{687E4E49-4D0E-4180-9A86-55A31CB3745E}" srcOrd="0" destOrd="0" presId="urn:microsoft.com/office/officeart/2005/8/layout/hierarchy1"/>
    <dgm:cxn modelId="{398F7FF7-5F5F-42F6-B349-F8081671347B}" type="presParOf" srcId="{B089BF56-A9A5-45C5-8B7D-CA3C897FFEAD}" destId="{3FB9A261-18AC-4C8F-844C-E9EEE2A5BF14}" srcOrd="1" destOrd="0" presId="urn:microsoft.com/office/officeart/2005/8/layout/hierarchy1"/>
    <dgm:cxn modelId="{FF3C05EA-860C-493A-A287-1311383AF5DD}" type="presParOf" srcId="{3FB9A261-18AC-4C8F-844C-E9EEE2A5BF14}" destId="{4353BFBB-24F4-4C86-A42D-D5F27B424930}" srcOrd="0" destOrd="0" presId="urn:microsoft.com/office/officeart/2005/8/layout/hierarchy1"/>
    <dgm:cxn modelId="{C2DDE8C4-19BA-405E-8514-1F7B313CA694}" type="presParOf" srcId="{4353BFBB-24F4-4C86-A42D-D5F27B424930}" destId="{C37EC331-975D-4889-AD3A-751C0EA11DF5}" srcOrd="0" destOrd="0" presId="urn:microsoft.com/office/officeart/2005/8/layout/hierarchy1"/>
    <dgm:cxn modelId="{74A30DE4-9B4E-4B07-8A05-A7D10F50799E}" type="presParOf" srcId="{4353BFBB-24F4-4C86-A42D-D5F27B424930}" destId="{22D45D3F-8B67-4109-9E8A-340FB125FF89}" srcOrd="1" destOrd="0" presId="urn:microsoft.com/office/officeart/2005/8/layout/hierarchy1"/>
    <dgm:cxn modelId="{A197B482-311D-4269-A852-99D97B4F6BC8}" type="presParOf" srcId="{3FB9A261-18AC-4C8F-844C-E9EEE2A5BF14}" destId="{AFEE753B-AAE1-45F3-B0C4-B29A7C0A69CC}" srcOrd="1" destOrd="0" presId="urn:microsoft.com/office/officeart/2005/8/layout/hierarchy1"/>
    <dgm:cxn modelId="{6313630F-B365-4E50-A76A-C1829B526918}" type="presParOf" srcId="{DB248D52-F9F8-4636-A036-18B8A7C423B7}" destId="{8C820A84-23E0-4578-930E-5007A201A5EA}" srcOrd="2" destOrd="0" presId="urn:microsoft.com/office/officeart/2005/8/layout/hierarchy1"/>
    <dgm:cxn modelId="{1A5392DC-9AC1-4CD4-9033-99DA7FCC5029}" type="presParOf" srcId="{DB248D52-F9F8-4636-A036-18B8A7C423B7}" destId="{1CE5C042-DAEC-4664-89C8-29ACAB09911E}" srcOrd="3" destOrd="0" presId="urn:microsoft.com/office/officeart/2005/8/layout/hierarchy1"/>
    <dgm:cxn modelId="{CAE45BF5-F3F6-418F-AC00-B9440B48E4CD}" type="presParOf" srcId="{1CE5C042-DAEC-4664-89C8-29ACAB09911E}" destId="{703D0338-5952-448F-985A-1F4DBC369483}" srcOrd="0" destOrd="0" presId="urn:microsoft.com/office/officeart/2005/8/layout/hierarchy1"/>
    <dgm:cxn modelId="{56AFA2C6-9A87-4677-BD1F-BFAECF21B956}" type="presParOf" srcId="{703D0338-5952-448F-985A-1F4DBC369483}" destId="{2BB21461-F79C-4E13-A05E-70377FEAE161}" srcOrd="0" destOrd="0" presId="urn:microsoft.com/office/officeart/2005/8/layout/hierarchy1"/>
    <dgm:cxn modelId="{84EE45EA-1BDA-4EF8-B0FB-F2B9B3151001}" type="presParOf" srcId="{703D0338-5952-448F-985A-1F4DBC369483}" destId="{11CA6EA2-E67C-44F0-B4BB-46D7AA6B091C}" srcOrd="1" destOrd="0" presId="urn:microsoft.com/office/officeart/2005/8/layout/hierarchy1"/>
    <dgm:cxn modelId="{F7BE6BEC-A9B6-418A-867B-C709B8F20B2F}" type="presParOf" srcId="{1CE5C042-DAEC-4664-89C8-29ACAB09911E}" destId="{772A3C43-176C-4998-A517-3A233D8F9B50}" srcOrd="1" destOrd="0" presId="urn:microsoft.com/office/officeart/2005/8/layout/hierarchy1"/>
    <dgm:cxn modelId="{BC067A38-CD76-446B-9E18-B2700DC16B66}" type="presParOf" srcId="{772A3C43-176C-4998-A517-3A233D8F9B50}" destId="{B22481EA-4A55-4B2D-A08E-1CD2AE9A7796}" srcOrd="0" destOrd="0" presId="urn:microsoft.com/office/officeart/2005/8/layout/hierarchy1"/>
    <dgm:cxn modelId="{FA827C59-ED7E-47BB-B92E-4BFCDD6A14E7}" type="presParOf" srcId="{772A3C43-176C-4998-A517-3A233D8F9B50}" destId="{2BC5C35E-DFE1-4ED1-9227-4E998EC9B1E5}" srcOrd="1" destOrd="0" presId="urn:microsoft.com/office/officeart/2005/8/layout/hierarchy1"/>
    <dgm:cxn modelId="{7D2B988E-890A-486E-88AB-C844B07C0081}" type="presParOf" srcId="{2BC5C35E-DFE1-4ED1-9227-4E998EC9B1E5}" destId="{B9815A41-8C8E-4A26-81A9-6929C3E17D21}" srcOrd="0" destOrd="0" presId="urn:microsoft.com/office/officeart/2005/8/layout/hierarchy1"/>
    <dgm:cxn modelId="{AA4CDD9C-3027-4AF8-B6CA-AD7F9819F821}" type="presParOf" srcId="{B9815A41-8C8E-4A26-81A9-6929C3E17D21}" destId="{075F776D-A18F-4196-8536-A0379AD2EDC2}" srcOrd="0" destOrd="0" presId="urn:microsoft.com/office/officeart/2005/8/layout/hierarchy1"/>
    <dgm:cxn modelId="{0BE42901-2A33-4572-ACF2-F52DDF2ACB86}" type="presParOf" srcId="{B9815A41-8C8E-4A26-81A9-6929C3E17D21}" destId="{C0ED0243-AC4C-4180-95BD-D309973F2524}" srcOrd="1" destOrd="0" presId="urn:microsoft.com/office/officeart/2005/8/layout/hierarchy1"/>
    <dgm:cxn modelId="{29EA531D-2F17-4CE0-98F1-026DD5B4B02D}" type="presParOf" srcId="{2BC5C35E-DFE1-4ED1-9227-4E998EC9B1E5}" destId="{2AECAD9A-A3D7-4917-934F-5B7667B29B8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dgm:spPr/>
      <dgm:t>
        <a:bodyPr/>
        <a:lstStyle/>
        <a:p>
          <a:r>
            <a:rPr lang="en-CA" dirty="0"/>
            <a:t>Height</a:t>
          </a:r>
        </a:p>
      </dgm:t>
    </dgm:pt>
    <dgm:pt modelId="{29593563-95B4-4E62-B35F-9E793067DF5D}" type="parTrans" cxnId="{6DDE322B-E7AC-4A62-96A0-A7129ED17279}">
      <dgm:prSet/>
      <dgm:spPr/>
      <dgm:t>
        <a:bodyPr/>
        <a:lstStyle/>
        <a:p>
          <a:endParaRPr lang="en-CA"/>
        </a:p>
      </dgm:t>
    </dgm:pt>
    <dgm:pt modelId="{5B700393-37FE-48DB-A7E0-36CC2C04EDE0}" type="sibTrans" cxnId="{6DDE322B-E7AC-4A62-96A0-A7129ED17279}">
      <dgm:prSet/>
      <dgm:spPr/>
      <dgm:t>
        <a:bodyPr/>
        <a:lstStyle/>
        <a:p>
          <a:endParaRPr lang="en-CA"/>
        </a:p>
      </dgm:t>
    </dgm:pt>
    <dgm:pt modelId="{981B766F-4B43-4E90-BAB5-2137576E0FDE}" type="asst">
      <dgm:prSet phldrT="[Text]"/>
      <dgm:spPr/>
      <dgm:t>
        <a:bodyPr/>
        <a:lstStyle/>
        <a:p>
          <a:r>
            <a:rPr lang="en-CA" dirty="0"/>
            <a:t>Age &gt; 13.5</a:t>
          </a:r>
        </a:p>
      </dgm:t>
    </dgm:pt>
    <dgm:pt modelId="{3FD7AFE3-0319-4A36-8A0B-AED7E489A5B1}" type="sibTrans" cxnId="{D88CCF75-1FF1-436A-BB69-B3E0DBAC4B1D}">
      <dgm:prSet/>
      <dgm:spPr/>
      <dgm:t>
        <a:bodyPr/>
        <a:lstStyle/>
        <a:p>
          <a:endParaRPr lang="en-CA"/>
        </a:p>
      </dgm:t>
    </dgm:pt>
    <dgm:pt modelId="{C00B1675-CD85-4564-88E9-09165BA30CD9}" type="parTrans" cxnId="{D88CCF75-1FF1-436A-BB69-B3E0DBAC4B1D}">
      <dgm:prSet/>
      <dgm:spPr/>
      <dgm:t>
        <a:bodyPr/>
        <a:lstStyle/>
        <a:p>
          <a:endParaRPr lang="en-CA"/>
        </a:p>
      </dgm:t>
    </dgm:pt>
    <dgm:pt modelId="{47BECFFB-76BB-4D19-9A25-AF06383E7657}" type="asst">
      <dgm:prSet phldrT="[Text]"/>
      <dgm:spPr/>
      <dgm:t>
        <a:bodyPr/>
        <a:lstStyle/>
        <a:p>
          <a:r>
            <a:rPr lang="en-CA" dirty="0"/>
            <a:t>Age &lt; 13.5</a:t>
          </a:r>
        </a:p>
      </dgm:t>
    </dgm:pt>
    <dgm:pt modelId="{BCF9C70D-8733-47F8-B90F-8B2815631F27}" type="sibTrans" cxnId="{FE086F59-DC4D-4BCD-AB29-4B1B85ADB0C0}">
      <dgm:prSet/>
      <dgm:spPr/>
      <dgm:t>
        <a:bodyPr/>
        <a:lstStyle/>
        <a:p>
          <a:endParaRPr lang="en-CA"/>
        </a:p>
      </dgm:t>
    </dgm:pt>
    <dgm:pt modelId="{90411DEC-97D3-4683-90B8-841CBB142372}" type="parTrans" cxnId="{FE086F59-DC4D-4BCD-AB29-4B1B85ADB0C0}">
      <dgm:prSet/>
      <dgm:spPr/>
      <dgm:t>
        <a:bodyPr/>
        <a:lstStyle/>
        <a:p>
          <a:endParaRPr lang="en-CA"/>
        </a:p>
      </dgm:t>
    </dgm:pt>
    <dgm:pt modelId="{A37B2AE2-F5A7-4E32-BDDB-624A2D91588E}" type="asst">
      <dgm:prSet phldrT="[Text]"/>
      <dgm:spPr/>
      <dgm:t>
        <a:bodyPr/>
        <a:lstStyle/>
        <a:p>
          <a:r>
            <a:rPr lang="en-CA" dirty="0"/>
            <a:t>Shoe size &lt;5</a:t>
          </a:r>
        </a:p>
      </dgm:t>
    </dgm:pt>
    <dgm:pt modelId="{25556D99-27F1-4D93-9C38-611CC8E78241}" type="sibTrans" cxnId="{11870B03-FC8B-4ABD-9F2A-3C888FE6E97D}">
      <dgm:prSet/>
      <dgm:spPr/>
      <dgm:t>
        <a:bodyPr/>
        <a:lstStyle/>
        <a:p>
          <a:endParaRPr lang="en-CA"/>
        </a:p>
      </dgm:t>
    </dgm:pt>
    <dgm:pt modelId="{73A9C591-BFA1-4F6F-B326-D766EF702219}" type="parTrans" cxnId="{11870B03-FC8B-4ABD-9F2A-3C888FE6E97D}">
      <dgm:prSet/>
      <dgm:spPr/>
      <dgm:t>
        <a:bodyPr/>
        <a:lstStyle/>
        <a:p>
          <a:endParaRPr lang="en-CA"/>
        </a:p>
      </dgm:t>
    </dgm:pt>
    <dgm:pt modelId="{8A86F89F-182A-4DA3-8FE9-3FE551C7E5BA}" type="asst">
      <dgm:prSet phldrT="[Text]"/>
      <dgm:spPr/>
      <dgm:t>
        <a:bodyPr/>
        <a:lstStyle/>
        <a:p>
          <a:r>
            <a:rPr lang="en-CA" dirty="0"/>
            <a:t>Shoe size 5+</a:t>
          </a:r>
        </a:p>
      </dgm:t>
    </dgm:pt>
    <dgm:pt modelId="{C2DB7616-D3DF-4040-9750-4C847ACAFD35}" type="parTrans" cxnId="{BAF951F6-C1B8-4C8A-A0A7-D06DCAE8B24A}">
      <dgm:prSet/>
      <dgm:spPr/>
      <dgm:t>
        <a:bodyPr/>
        <a:lstStyle/>
        <a:p>
          <a:endParaRPr lang="en-CA"/>
        </a:p>
      </dgm:t>
    </dgm:pt>
    <dgm:pt modelId="{8B863744-EA9F-468A-90F1-93BC0AB14D2B}" type="sibTrans" cxnId="{BAF951F6-C1B8-4C8A-A0A7-D06DCAE8B24A}">
      <dgm:prSet/>
      <dgm:spPr/>
      <dgm:t>
        <a:bodyPr/>
        <a:lstStyle/>
        <a:p>
          <a:endParaRPr lang="en-CA"/>
        </a:p>
      </dgm:t>
    </dgm:pt>
    <dgm:pt modelId="{8CF11A3B-3005-4D74-8695-68F8E483A599}" type="asst">
      <dgm:prSet phldrT="[Text]"/>
      <dgm:spPr/>
      <dgm:t>
        <a:bodyPr/>
        <a:lstStyle/>
        <a:p>
          <a:r>
            <a:rPr lang="en-CA" dirty="0"/>
            <a:t>Height = 5’5”</a:t>
          </a:r>
        </a:p>
      </dgm:t>
    </dgm:pt>
    <dgm:pt modelId="{B84E688C-8C9A-4973-86D9-E75DA628C422}" type="parTrans" cxnId="{A142E9B9-88F9-4BEE-B335-A8B12B3C42B7}">
      <dgm:prSet/>
      <dgm:spPr/>
      <dgm:t>
        <a:bodyPr/>
        <a:lstStyle/>
        <a:p>
          <a:endParaRPr lang="en-CA"/>
        </a:p>
      </dgm:t>
    </dgm:pt>
    <dgm:pt modelId="{C5D29404-5DB3-4BFB-8C73-7EE210B81A44}" type="sibTrans" cxnId="{A142E9B9-88F9-4BEE-B335-A8B12B3C42B7}">
      <dgm:prSet/>
      <dgm:spPr/>
      <dgm:t>
        <a:bodyPr/>
        <a:lstStyle/>
        <a:p>
          <a:endParaRPr lang="en-CA"/>
        </a:p>
      </dgm:t>
    </dgm:pt>
    <dgm:pt modelId="{E4DDFA87-63CE-4C5A-BE7F-4FFFD47AFEA0}" type="asst">
      <dgm:prSet phldrT="[Text]"/>
      <dgm:spPr/>
      <dgm:t>
        <a:bodyPr/>
        <a:lstStyle/>
        <a:p>
          <a:r>
            <a:rPr lang="en-CA" dirty="0"/>
            <a:t>Height = 5’0”</a:t>
          </a:r>
        </a:p>
      </dgm:t>
    </dgm:pt>
    <dgm:pt modelId="{00850F81-651B-4F34-8E63-7509C120853A}" type="parTrans" cxnId="{B5466AF2-1CAC-47A0-ADAE-185371402F37}">
      <dgm:prSet/>
      <dgm:spPr/>
      <dgm:t>
        <a:bodyPr/>
        <a:lstStyle/>
        <a:p>
          <a:endParaRPr lang="en-CA"/>
        </a:p>
      </dgm:t>
    </dgm:pt>
    <dgm:pt modelId="{3241F673-AB4D-4017-9508-4F581BB3792D}" type="sibTrans" cxnId="{B5466AF2-1CAC-47A0-ADAE-185371402F37}">
      <dgm:prSet/>
      <dgm:spPr/>
      <dgm:t>
        <a:bodyPr/>
        <a:lstStyle/>
        <a:p>
          <a:endParaRPr lang="en-CA"/>
        </a:p>
      </dgm:t>
    </dgm:pt>
    <dgm:pt modelId="{8F0F86F7-C249-4109-BB15-1C942B438AE0}" type="asst">
      <dgm:prSet phldrT="[Text]"/>
      <dgm:spPr/>
      <dgm:t>
        <a:bodyPr/>
        <a:lstStyle/>
        <a:p>
          <a:r>
            <a:rPr lang="en-CA" dirty="0"/>
            <a:t>Height = 5’3”</a:t>
          </a:r>
        </a:p>
      </dgm:t>
    </dgm:pt>
    <dgm:pt modelId="{3ED6D97F-DC72-46B9-AD27-5F89E3E224C7}" type="parTrans" cxnId="{FF3DD523-BD42-495B-BBA9-07F5AF462BCB}">
      <dgm:prSet/>
      <dgm:spPr/>
      <dgm:t>
        <a:bodyPr/>
        <a:lstStyle/>
        <a:p>
          <a:endParaRPr lang="en-CA"/>
        </a:p>
      </dgm:t>
    </dgm:pt>
    <dgm:pt modelId="{9822520C-17C4-4858-9FD3-276F1308019B}" type="sibTrans" cxnId="{FF3DD523-BD42-495B-BBA9-07F5AF462BCB}">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7"/>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8CBAB1D6-092E-41B1-8781-C9A0724D2820}" type="pres">
      <dgm:prSet presAssocID="{90411DEC-97D3-4683-90B8-841CBB142372}" presName="Name17" presStyleLbl="parChTrans1D3" presStyleIdx="0" presStyleCnt="3"/>
      <dgm:spPr/>
    </dgm:pt>
    <dgm:pt modelId="{4951F94C-6AFC-460B-937B-E28D06CF9A5C}" type="pres">
      <dgm:prSet presAssocID="{47BECFFB-76BB-4D19-9A25-AF06383E7657}" presName="hierRoot3" presStyleCnt="0"/>
      <dgm:spPr/>
    </dgm:pt>
    <dgm:pt modelId="{C043086D-D09A-4FBB-9978-D0853912DAF4}" type="pres">
      <dgm:prSet presAssocID="{47BECFFB-76BB-4D19-9A25-AF06383E7657}" presName="composite3" presStyleCnt="0"/>
      <dgm:spPr/>
    </dgm:pt>
    <dgm:pt modelId="{0ADC8960-1232-4EDD-83AD-1679EA1079A9}" type="pres">
      <dgm:prSet presAssocID="{47BECFFB-76BB-4D19-9A25-AF06383E7657}" presName="background3" presStyleLbl="asst1" presStyleIdx="1" presStyleCnt="7"/>
      <dgm:spPr/>
    </dgm:pt>
    <dgm:pt modelId="{DECAF49E-1221-4AE5-807A-C6D3121669CF}" type="pres">
      <dgm:prSet presAssocID="{47BECFFB-76BB-4D19-9A25-AF06383E7657}" presName="text3" presStyleLbl="fgAcc3" presStyleIdx="0" presStyleCnt="3">
        <dgm:presLayoutVars>
          <dgm:chPref val="3"/>
        </dgm:presLayoutVars>
      </dgm:prSet>
      <dgm:spPr/>
    </dgm:pt>
    <dgm:pt modelId="{59A519CD-6219-4E39-A5F3-83C5E9D7580B}" type="pres">
      <dgm:prSet presAssocID="{47BECFFB-76BB-4D19-9A25-AF06383E7657}" presName="hierChild4" presStyleCnt="0"/>
      <dgm:spPr/>
    </dgm:pt>
    <dgm:pt modelId="{E1EB06D0-7BC3-43B8-9F22-BBE41EFBDC0F}" type="pres">
      <dgm:prSet presAssocID="{00850F81-651B-4F34-8E63-7509C120853A}" presName="Name23" presStyleLbl="parChTrans1D4" presStyleIdx="0" presStyleCnt="2"/>
      <dgm:spPr/>
    </dgm:pt>
    <dgm:pt modelId="{84CF10BD-786C-4868-A5C2-148243B657B1}" type="pres">
      <dgm:prSet presAssocID="{E4DDFA87-63CE-4C5A-BE7F-4FFFD47AFEA0}" presName="hierRoot4" presStyleCnt="0"/>
      <dgm:spPr/>
    </dgm:pt>
    <dgm:pt modelId="{CCB6ED89-29CF-4F4E-B4D3-9AFB66EE3D5D}" type="pres">
      <dgm:prSet presAssocID="{E4DDFA87-63CE-4C5A-BE7F-4FFFD47AFEA0}" presName="composite4" presStyleCnt="0"/>
      <dgm:spPr/>
    </dgm:pt>
    <dgm:pt modelId="{C1779A42-E38F-413C-A7FB-951F8297435B}" type="pres">
      <dgm:prSet presAssocID="{E4DDFA87-63CE-4C5A-BE7F-4FFFD47AFEA0}" presName="background4" presStyleLbl="asst1" presStyleIdx="2" presStyleCnt="7"/>
      <dgm:spPr/>
    </dgm:pt>
    <dgm:pt modelId="{3DDF911E-FA04-4DEF-AD71-DC13C4D5A993}" type="pres">
      <dgm:prSet presAssocID="{E4DDFA87-63CE-4C5A-BE7F-4FFFD47AFEA0}" presName="text4" presStyleLbl="fgAcc4" presStyleIdx="0" presStyleCnt="2">
        <dgm:presLayoutVars>
          <dgm:chPref val="3"/>
        </dgm:presLayoutVars>
      </dgm:prSet>
      <dgm:spPr/>
    </dgm:pt>
    <dgm:pt modelId="{3D80B807-B95D-42A5-80F1-EC4C18286EEC}" type="pres">
      <dgm:prSet presAssocID="{E4DDFA87-63CE-4C5A-BE7F-4FFFD47AFEA0}" presName="hierChild5" presStyleCnt="0"/>
      <dgm:spPr/>
    </dgm:pt>
    <dgm:pt modelId="{6A5E0643-83C2-43EA-9173-41E471496800}" type="pres">
      <dgm:prSet presAssocID="{C00B1675-CD85-4564-88E9-09165BA30CD9}" presName="Name17" presStyleLbl="parChTrans1D3" presStyleIdx="1" presStyleCnt="3"/>
      <dgm:spPr/>
    </dgm:pt>
    <dgm:pt modelId="{08263A87-78E7-4903-BAF1-CF14BC430815}" type="pres">
      <dgm:prSet presAssocID="{981B766F-4B43-4E90-BAB5-2137576E0FDE}" presName="hierRoot3" presStyleCnt="0"/>
      <dgm:spPr/>
    </dgm:pt>
    <dgm:pt modelId="{5B9D0B08-498C-4DE6-943C-3D2E576D89E1}" type="pres">
      <dgm:prSet presAssocID="{981B766F-4B43-4E90-BAB5-2137576E0FDE}" presName="composite3" presStyleCnt="0"/>
      <dgm:spPr/>
    </dgm:pt>
    <dgm:pt modelId="{3BBF8338-C6C3-4147-B052-FF9CCD292BFB}" type="pres">
      <dgm:prSet presAssocID="{981B766F-4B43-4E90-BAB5-2137576E0FDE}" presName="background3" presStyleLbl="asst1" presStyleIdx="3" presStyleCnt="7"/>
      <dgm:spPr/>
    </dgm:pt>
    <dgm:pt modelId="{C1F1A6CE-9DF5-4A08-A5F1-BBDE1F853595}" type="pres">
      <dgm:prSet presAssocID="{981B766F-4B43-4E90-BAB5-2137576E0FDE}" presName="text3" presStyleLbl="fgAcc3" presStyleIdx="1" presStyleCnt="3">
        <dgm:presLayoutVars>
          <dgm:chPref val="3"/>
        </dgm:presLayoutVars>
      </dgm:prSet>
      <dgm:spPr/>
    </dgm:pt>
    <dgm:pt modelId="{3C9812F2-6C79-46DF-A7AD-142A499C5F0D}" type="pres">
      <dgm:prSet presAssocID="{981B766F-4B43-4E90-BAB5-2137576E0FDE}" presName="hierChild4" presStyleCnt="0"/>
      <dgm:spPr/>
    </dgm:pt>
    <dgm:pt modelId="{76EFF9F7-B679-4476-B7C1-E928ECAD6BE2}" type="pres">
      <dgm:prSet presAssocID="{3ED6D97F-DC72-46B9-AD27-5F89E3E224C7}" presName="Name23" presStyleLbl="parChTrans1D4" presStyleIdx="1" presStyleCnt="2"/>
      <dgm:spPr/>
    </dgm:pt>
    <dgm:pt modelId="{B85F57FC-552B-4BB7-891F-86166632EB74}" type="pres">
      <dgm:prSet presAssocID="{8F0F86F7-C249-4109-BB15-1C942B438AE0}" presName="hierRoot4" presStyleCnt="0"/>
      <dgm:spPr/>
    </dgm:pt>
    <dgm:pt modelId="{4ADFABCE-DEE4-4CD8-8111-44051CC31C31}" type="pres">
      <dgm:prSet presAssocID="{8F0F86F7-C249-4109-BB15-1C942B438AE0}" presName="composite4" presStyleCnt="0"/>
      <dgm:spPr/>
    </dgm:pt>
    <dgm:pt modelId="{32E873C2-D3AB-4870-8342-678BC2EFF0C6}" type="pres">
      <dgm:prSet presAssocID="{8F0F86F7-C249-4109-BB15-1C942B438AE0}" presName="background4" presStyleLbl="asst1" presStyleIdx="4" presStyleCnt="7"/>
      <dgm:spPr/>
    </dgm:pt>
    <dgm:pt modelId="{5D4A65C2-28FF-45B9-B424-483766FC9E52}" type="pres">
      <dgm:prSet presAssocID="{8F0F86F7-C249-4109-BB15-1C942B438AE0}" presName="text4" presStyleLbl="fgAcc4" presStyleIdx="1" presStyleCnt="2">
        <dgm:presLayoutVars>
          <dgm:chPref val="3"/>
        </dgm:presLayoutVars>
      </dgm:prSet>
      <dgm:spPr/>
    </dgm:pt>
    <dgm:pt modelId="{AF9CE779-2816-4B01-B433-3B71112767B0}" type="pres">
      <dgm:prSet presAssocID="{8F0F86F7-C249-4109-BB15-1C942B438AE0}" presName="hierChild5"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5" presStyleCnt="7"/>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52F25CD9-4EF2-4B49-AEAC-C6AA4CB76869}" type="pres">
      <dgm:prSet presAssocID="{B84E688C-8C9A-4973-86D9-E75DA628C422}" presName="Name17" presStyleLbl="parChTrans1D3" presStyleIdx="2" presStyleCnt="3"/>
      <dgm:spPr/>
    </dgm:pt>
    <dgm:pt modelId="{E9A641D8-DF98-4A18-8764-2DEFCA5179D2}" type="pres">
      <dgm:prSet presAssocID="{8CF11A3B-3005-4D74-8695-68F8E483A599}" presName="hierRoot3" presStyleCnt="0"/>
      <dgm:spPr/>
    </dgm:pt>
    <dgm:pt modelId="{9D622A52-9EA9-4CF3-A976-147A88B89090}" type="pres">
      <dgm:prSet presAssocID="{8CF11A3B-3005-4D74-8695-68F8E483A599}" presName="composite3" presStyleCnt="0"/>
      <dgm:spPr/>
    </dgm:pt>
    <dgm:pt modelId="{67120CD0-59EC-4DF5-8841-BCDA0BA56533}" type="pres">
      <dgm:prSet presAssocID="{8CF11A3B-3005-4D74-8695-68F8E483A599}" presName="background3" presStyleLbl="asst1" presStyleIdx="6" presStyleCnt="7"/>
      <dgm:spPr/>
    </dgm:pt>
    <dgm:pt modelId="{B0487542-8420-4BA1-8121-45D7B42EF6C2}" type="pres">
      <dgm:prSet presAssocID="{8CF11A3B-3005-4D74-8695-68F8E483A599}" presName="text3" presStyleLbl="fgAcc3" presStyleIdx="2" presStyleCnt="3">
        <dgm:presLayoutVars>
          <dgm:chPref val="3"/>
        </dgm:presLayoutVars>
      </dgm:prSet>
      <dgm:spPr/>
    </dgm:pt>
    <dgm:pt modelId="{C9A4A321-C1A3-45B6-8689-D716F460D2BB}" type="pres">
      <dgm:prSet presAssocID="{8CF11A3B-3005-4D74-8695-68F8E483A599}" presName="hierChild4"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B7430114-F7A5-4D8A-AC13-1A4D39B31EFC}" type="presOf" srcId="{B84E688C-8C9A-4973-86D9-E75DA628C422}" destId="{52F25CD9-4EF2-4B49-AEAC-C6AA4CB76869}" srcOrd="0" destOrd="0" presId="urn:microsoft.com/office/officeart/2005/8/layout/hierarchy1"/>
    <dgm:cxn modelId="{1DD45F16-B693-405F-B174-58C9D8A1BA6B}" type="presOf" srcId="{C00B1675-CD85-4564-88E9-09165BA30CD9}" destId="{6A5E0643-83C2-43EA-9173-41E471496800}" srcOrd="0" destOrd="0" presId="urn:microsoft.com/office/officeart/2005/8/layout/hierarchy1"/>
    <dgm:cxn modelId="{4AEC0F1B-6E28-4F4F-A124-6534282A30D3}" type="presOf" srcId="{8F0F86F7-C249-4109-BB15-1C942B438AE0}" destId="{5D4A65C2-28FF-45B9-B424-483766FC9E52}" srcOrd="0" destOrd="0" presId="urn:microsoft.com/office/officeart/2005/8/layout/hierarchy1"/>
    <dgm:cxn modelId="{DAB81720-5DA0-4D2A-86AB-3D33533FB46D}" type="presOf" srcId="{8CF11A3B-3005-4D74-8695-68F8E483A599}" destId="{B0487542-8420-4BA1-8121-45D7B42EF6C2}" srcOrd="0" destOrd="0" presId="urn:microsoft.com/office/officeart/2005/8/layout/hierarchy1"/>
    <dgm:cxn modelId="{FF3DD523-BD42-495B-BBA9-07F5AF462BCB}" srcId="{981B766F-4B43-4E90-BAB5-2137576E0FDE}" destId="{8F0F86F7-C249-4109-BB15-1C942B438AE0}" srcOrd="0" destOrd="0" parTransId="{3ED6D97F-DC72-46B9-AD27-5F89E3E224C7}" sibTransId="{9822520C-17C4-4858-9FD3-276F1308019B}"/>
    <dgm:cxn modelId="{6DDE322B-E7AC-4A62-96A0-A7129ED17279}" srcId="{598E36CC-8178-4F6C-99E5-62E143A35641}" destId="{E6C72D40-29E2-4CB2-8B1E-C10A93862BE3}" srcOrd="0" destOrd="0" parTransId="{29593563-95B4-4E62-B35F-9E793067DF5D}" sibTransId="{5B700393-37FE-48DB-A7E0-36CC2C04EDE0}"/>
    <dgm:cxn modelId="{708E1138-42C6-4740-BF04-9C1C18B128A2}" type="presOf" srcId="{47BECFFB-76BB-4D19-9A25-AF06383E7657}" destId="{DECAF49E-1221-4AE5-807A-C6D3121669CF}" srcOrd="0" destOrd="0" presId="urn:microsoft.com/office/officeart/2005/8/layout/hierarchy1"/>
    <dgm:cxn modelId="{442D493C-24E6-4A43-BD95-01B591CD0B28}" type="presOf" srcId="{00850F81-651B-4F34-8E63-7509C120853A}" destId="{E1EB06D0-7BC3-43B8-9F22-BBE41EFBDC0F}" srcOrd="0" destOrd="0" presId="urn:microsoft.com/office/officeart/2005/8/layout/hierarchy1"/>
    <dgm:cxn modelId="{B67F3654-0ED1-4C7C-A0DA-63906C82067C}" type="presOf" srcId="{981B766F-4B43-4E90-BAB5-2137576E0FDE}" destId="{C1F1A6CE-9DF5-4A08-A5F1-BBDE1F853595}" srcOrd="0" destOrd="0" presId="urn:microsoft.com/office/officeart/2005/8/layout/hierarchy1"/>
    <dgm:cxn modelId="{FE086F59-DC4D-4BCD-AB29-4B1B85ADB0C0}" srcId="{A37B2AE2-F5A7-4E32-BDDB-624A2D91588E}" destId="{47BECFFB-76BB-4D19-9A25-AF06383E7657}" srcOrd="0" destOrd="0" parTransId="{90411DEC-97D3-4683-90B8-841CBB142372}" sibTransId="{BCF9C70D-8733-47F8-B90F-8B2815631F27}"/>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D88CCF75-1FF1-436A-BB69-B3E0DBAC4B1D}" srcId="{A37B2AE2-F5A7-4E32-BDDB-624A2D91588E}" destId="{981B766F-4B43-4E90-BAB5-2137576E0FDE}" srcOrd="1" destOrd="0" parTransId="{C00B1675-CD85-4564-88E9-09165BA30CD9}" sibTransId="{3FD7AFE3-0319-4A36-8A0B-AED7E489A5B1}"/>
    <dgm:cxn modelId="{883ECA7F-289A-4EBA-9B76-D6B71AA63CFF}" type="presOf" srcId="{E6C72D40-29E2-4CB2-8B1E-C10A93862BE3}" destId="{635EE013-F30D-469C-9E53-004A9BB5AB3A}"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34438FB6-594A-4E32-8FCC-E058299F5CBC}" type="presOf" srcId="{3ED6D97F-DC72-46B9-AD27-5F89E3E224C7}" destId="{76EFF9F7-B679-4476-B7C1-E928ECAD6BE2}" srcOrd="0" destOrd="0" presId="urn:microsoft.com/office/officeart/2005/8/layout/hierarchy1"/>
    <dgm:cxn modelId="{A142E9B9-88F9-4BEE-B335-A8B12B3C42B7}" srcId="{8A86F89F-182A-4DA3-8FE9-3FE551C7E5BA}"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0C4329C4-0F3D-46A5-BF5C-E56AE47C6150}" type="presOf" srcId="{90411DEC-97D3-4683-90B8-841CBB142372}" destId="{8CBAB1D6-092E-41B1-8781-C9A0724D2820}" srcOrd="0" destOrd="0" presId="urn:microsoft.com/office/officeart/2005/8/layout/hierarchy1"/>
    <dgm:cxn modelId="{B5466AF2-1CAC-47A0-ADAE-185371402F37}" srcId="{47BECFFB-76BB-4D19-9A25-AF06383E7657}"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174A7EFA-1C98-4063-B605-EAE3E64DEF8B}" type="presOf" srcId="{E4DDFA87-63CE-4C5A-BE7F-4FFFD47AFEA0}" destId="{3DDF911E-FA04-4DEF-AD71-DC13C4D5A993}" srcOrd="0" destOrd="0" presId="urn:microsoft.com/office/officeart/2005/8/layout/hierarchy1"/>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7DA6C69F-4D9F-458E-97AD-33EA24EA1CB6}" type="presParOf" srcId="{FEDCB251-6836-4379-956D-EE79413A8CE5}" destId="{8CBAB1D6-092E-41B1-8781-C9A0724D2820}" srcOrd="0" destOrd="0" presId="urn:microsoft.com/office/officeart/2005/8/layout/hierarchy1"/>
    <dgm:cxn modelId="{D928749E-5574-40E3-86EA-8434DE67856B}" type="presParOf" srcId="{FEDCB251-6836-4379-956D-EE79413A8CE5}" destId="{4951F94C-6AFC-460B-937B-E28D06CF9A5C}" srcOrd="1" destOrd="0" presId="urn:microsoft.com/office/officeart/2005/8/layout/hierarchy1"/>
    <dgm:cxn modelId="{D40E6EDD-DD4D-40A4-8971-97F2D48335F1}" type="presParOf" srcId="{4951F94C-6AFC-460B-937B-E28D06CF9A5C}" destId="{C043086D-D09A-4FBB-9978-D0853912DAF4}" srcOrd="0" destOrd="0" presId="urn:microsoft.com/office/officeart/2005/8/layout/hierarchy1"/>
    <dgm:cxn modelId="{2FAAB9C7-B9D2-4BD9-9FC9-A64A739C772F}" type="presParOf" srcId="{C043086D-D09A-4FBB-9978-D0853912DAF4}" destId="{0ADC8960-1232-4EDD-83AD-1679EA1079A9}" srcOrd="0" destOrd="0" presId="urn:microsoft.com/office/officeart/2005/8/layout/hierarchy1"/>
    <dgm:cxn modelId="{B2A29B42-66F1-469B-9766-D3595289CE23}" type="presParOf" srcId="{C043086D-D09A-4FBB-9978-D0853912DAF4}" destId="{DECAF49E-1221-4AE5-807A-C6D3121669CF}" srcOrd="1" destOrd="0" presId="urn:microsoft.com/office/officeart/2005/8/layout/hierarchy1"/>
    <dgm:cxn modelId="{568B3149-86D8-4EFF-9693-4D0171A1BEE7}" type="presParOf" srcId="{4951F94C-6AFC-460B-937B-E28D06CF9A5C}" destId="{59A519CD-6219-4E39-A5F3-83C5E9D7580B}" srcOrd="1" destOrd="0" presId="urn:microsoft.com/office/officeart/2005/8/layout/hierarchy1"/>
    <dgm:cxn modelId="{F43A1D24-34C0-4C5B-A591-833C198400C2}" type="presParOf" srcId="{59A519CD-6219-4E39-A5F3-83C5E9D7580B}" destId="{E1EB06D0-7BC3-43B8-9F22-BBE41EFBDC0F}" srcOrd="0" destOrd="0" presId="urn:microsoft.com/office/officeart/2005/8/layout/hierarchy1"/>
    <dgm:cxn modelId="{D6A35D89-EC6A-4699-8B91-353D2B65D64F}" type="presParOf" srcId="{59A519CD-6219-4E39-A5F3-83C5E9D7580B}" destId="{84CF10BD-786C-4868-A5C2-148243B657B1}" srcOrd="1" destOrd="0" presId="urn:microsoft.com/office/officeart/2005/8/layout/hierarchy1"/>
    <dgm:cxn modelId="{99EA24F2-BDA6-459B-8DEC-D331D8066E91}" type="presParOf" srcId="{84CF10BD-786C-4868-A5C2-148243B657B1}" destId="{CCB6ED89-29CF-4F4E-B4D3-9AFB66EE3D5D}" srcOrd="0" destOrd="0" presId="urn:microsoft.com/office/officeart/2005/8/layout/hierarchy1"/>
    <dgm:cxn modelId="{F4F4F20C-99E6-47F0-91D9-13726A914CBF}" type="presParOf" srcId="{CCB6ED89-29CF-4F4E-B4D3-9AFB66EE3D5D}" destId="{C1779A42-E38F-413C-A7FB-951F8297435B}" srcOrd="0" destOrd="0" presId="urn:microsoft.com/office/officeart/2005/8/layout/hierarchy1"/>
    <dgm:cxn modelId="{DD86C9D6-5531-4F14-893E-DC9A18A0E678}" type="presParOf" srcId="{CCB6ED89-29CF-4F4E-B4D3-9AFB66EE3D5D}" destId="{3DDF911E-FA04-4DEF-AD71-DC13C4D5A993}" srcOrd="1" destOrd="0" presId="urn:microsoft.com/office/officeart/2005/8/layout/hierarchy1"/>
    <dgm:cxn modelId="{977492DF-FECC-4159-85A0-288068CF5492}" type="presParOf" srcId="{84CF10BD-786C-4868-A5C2-148243B657B1}" destId="{3D80B807-B95D-42A5-80F1-EC4C18286EEC}" srcOrd="1" destOrd="0" presId="urn:microsoft.com/office/officeart/2005/8/layout/hierarchy1"/>
    <dgm:cxn modelId="{1221FF9F-D36F-4705-8284-9F5053181D52}" type="presParOf" srcId="{FEDCB251-6836-4379-956D-EE79413A8CE5}" destId="{6A5E0643-83C2-43EA-9173-41E471496800}" srcOrd="2" destOrd="0" presId="urn:microsoft.com/office/officeart/2005/8/layout/hierarchy1"/>
    <dgm:cxn modelId="{F9837E50-36B1-49F0-8A9A-E4421374B688}" type="presParOf" srcId="{FEDCB251-6836-4379-956D-EE79413A8CE5}" destId="{08263A87-78E7-4903-BAF1-CF14BC430815}" srcOrd="3" destOrd="0" presId="urn:microsoft.com/office/officeart/2005/8/layout/hierarchy1"/>
    <dgm:cxn modelId="{1F2C90AC-3DF2-4287-A4DD-4405C87790E3}" type="presParOf" srcId="{08263A87-78E7-4903-BAF1-CF14BC430815}" destId="{5B9D0B08-498C-4DE6-943C-3D2E576D89E1}" srcOrd="0" destOrd="0" presId="urn:microsoft.com/office/officeart/2005/8/layout/hierarchy1"/>
    <dgm:cxn modelId="{1B2EA1B5-7F23-4B7B-8D42-CF1B65617AC8}" type="presParOf" srcId="{5B9D0B08-498C-4DE6-943C-3D2E576D89E1}" destId="{3BBF8338-C6C3-4147-B052-FF9CCD292BFB}" srcOrd="0" destOrd="0" presId="urn:microsoft.com/office/officeart/2005/8/layout/hierarchy1"/>
    <dgm:cxn modelId="{CC6EA350-23EA-40DA-A0CE-8951D204D583}" type="presParOf" srcId="{5B9D0B08-498C-4DE6-943C-3D2E576D89E1}" destId="{C1F1A6CE-9DF5-4A08-A5F1-BBDE1F853595}" srcOrd="1" destOrd="0" presId="urn:microsoft.com/office/officeart/2005/8/layout/hierarchy1"/>
    <dgm:cxn modelId="{907A8C15-1725-44F0-86F6-3B7E29601582}" type="presParOf" srcId="{08263A87-78E7-4903-BAF1-CF14BC430815}" destId="{3C9812F2-6C79-46DF-A7AD-142A499C5F0D}" srcOrd="1" destOrd="0" presId="urn:microsoft.com/office/officeart/2005/8/layout/hierarchy1"/>
    <dgm:cxn modelId="{5C159FC6-FB87-4636-AE3B-7AE156BF11A6}" type="presParOf" srcId="{3C9812F2-6C79-46DF-A7AD-142A499C5F0D}" destId="{76EFF9F7-B679-4476-B7C1-E928ECAD6BE2}" srcOrd="0" destOrd="0" presId="urn:microsoft.com/office/officeart/2005/8/layout/hierarchy1"/>
    <dgm:cxn modelId="{E1B8DA73-61A2-4C7F-AA13-6B56813AB6C5}" type="presParOf" srcId="{3C9812F2-6C79-46DF-A7AD-142A499C5F0D}" destId="{B85F57FC-552B-4BB7-891F-86166632EB74}" srcOrd="1" destOrd="0" presId="urn:microsoft.com/office/officeart/2005/8/layout/hierarchy1"/>
    <dgm:cxn modelId="{6CE314B2-9123-4E57-B93A-57CBB74D86A3}" type="presParOf" srcId="{B85F57FC-552B-4BB7-891F-86166632EB74}" destId="{4ADFABCE-DEE4-4CD8-8111-44051CC31C31}" srcOrd="0" destOrd="0" presId="urn:microsoft.com/office/officeart/2005/8/layout/hierarchy1"/>
    <dgm:cxn modelId="{F63E482D-577D-427D-B747-1D2E6C76CFA9}" type="presParOf" srcId="{4ADFABCE-DEE4-4CD8-8111-44051CC31C31}" destId="{32E873C2-D3AB-4870-8342-678BC2EFF0C6}" srcOrd="0" destOrd="0" presId="urn:microsoft.com/office/officeart/2005/8/layout/hierarchy1"/>
    <dgm:cxn modelId="{4526B2A8-3FC4-4EC0-8CE0-7AD0986A9A59}" type="presParOf" srcId="{4ADFABCE-DEE4-4CD8-8111-44051CC31C31}" destId="{5D4A65C2-28FF-45B9-B424-483766FC9E52}" srcOrd="1" destOrd="0" presId="urn:microsoft.com/office/officeart/2005/8/layout/hierarchy1"/>
    <dgm:cxn modelId="{41F67E54-0303-4D79-879A-020AB200D767}" type="presParOf" srcId="{B85F57FC-552B-4BB7-891F-86166632EB74}" destId="{AF9CE779-2816-4B01-B433-3B71112767B0}"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DCB7D0FF-EE75-436C-B40B-7A15FC61C649}" type="presParOf" srcId="{DB248D52-F9F8-4636-A036-18B8A7C423B7}" destId="{52F25CD9-4EF2-4B49-AEAC-C6AA4CB76869}" srcOrd="0" destOrd="0" presId="urn:microsoft.com/office/officeart/2005/8/layout/hierarchy1"/>
    <dgm:cxn modelId="{4A4CA9C2-2D07-47A4-9027-C36E03846FC6}" type="presParOf" srcId="{DB248D52-F9F8-4636-A036-18B8A7C423B7}" destId="{E9A641D8-DF98-4A18-8764-2DEFCA5179D2}" srcOrd="1" destOrd="0" presId="urn:microsoft.com/office/officeart/2005/8/layout/hierarchy1"/>
    <dgm:cxn modelId="{9AF61A3E-9B05-4930-9FEE-251598776D4B}" type="presParOf" srcId="{E9A641D8-DF98-4A18-8764-2DEFCA5179D2}" destId="{9D622A52-9EA9-4CF3-A976-147A88B89090}" srcOrd="0" destOrd="0" presId="urn:microsoft.com/office/officeart/2005/8/layout/hierarchy1"/>
    <dgm:cxn modelId="{830B73BF-8F5B-4228-BE3C-D54A8DE08DA5}" type="presParOf" srcId="{9D622A52-9EA9-4CF3-A976-147A88B89090}" destId="{67120CD0-59EC-4DF5-8841-BCDA0BA56533}" srcOrd="0" destOrd="0" presId="urn:microsoft.com/office/officeart/2005/8/layout/hierarchy1"/>
    <dgm:cxn modelId="{6F9BBE4E-2C7A-4A7F-AA22-A3581FCD5577}" type="presParOf" srcId="{9D622A52-9EA9-4CF3-A976-147A88B89090}" destId="{B0487542-8420-4BA1-8121-45D7B42EF6C2}" srcOrd="1" destOrd="0" presId="urn:microsoft.com/office/officeart/2005/8/layout/hierarchy1"/>
    <dgm:cxn modelId="{24883AE7-FEE8-4941-B6C9-257F7E961E6C}" type="presParOf" srcId="{E9A641D8-DF98-4A18-8764-2DEFCA5179D2}" destId="{C9A4A321-C1A3-45B6-8689-D716F460D2B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dgm:spPr/>
      <dgm:t>
        <a:bodyPr/>
        <a:lstStyle/>
        <a:p>
          <a:r>
            <a:rPr lang="en-CA" dirty="0"/>
            <a:t>Height</a:t>
          </a:r>
        </a:p>
      </dgm:t>
    </dgm:pt>
    <dgm:pt modelId="{29593563-95B4-4E62-B35F-9E793067DF5D}" type="parTrans" cxnId="{6DDE322B-E7AC-4A62-96A0-A7129ED17279}">
      <dgm:prSet/>
      <dgm:spPr/>
      <dgm:t>
        <a:bodyPr/>
        <a:lstStyle/>
        <a:p>
          <a:endParaRPr lang="en-CA"/>
        </a:p>
      </dgm:t>
    </dgm:pt>
    <dgm:pt modelId="{5B700393-37FE-48DB-A7E0-36CC2C04EDE0}" type="sibTrans" cxnId="{6DDE322B-E7AC-4A62-96A0-A7129ED17279}">
      <dgm:prSet/>
      <dgm:spPr/>
      <dgm:t>
        <a:bodyPr/>
        <a:lstStyle/>
        <a:p>
          <a:endParaRPr lang="en-CA"/>
        </a:p>
      </dgm:t>
    </dgm:pt>
    <dgm:pt modelId="{981B766F-4B43-4E90-BAB5-2137576E0FDE}" type="asst">
      <dgm:prSet phldrT="[Text]"/>
      <dgm:spPr/>
      <dgm:t>
        <a:bodyPr/>
        <a:lstStyle/>
        <a:p>
          <a:r>
            <a:rPr lang="en-CA" dirty="0"/>
            <a:t>Age &gt; 13.5</a:t>
          </a:r>
        </a:p>
      </dgm:t>
    </dgm:pt>
    <dgm:pt modelId="{3FD7AFE3-0319-4A36-8A0B-AED7E489A5B1}" type="sibTrans" cxnId="{D88CCF75-1FF1-436A-BB69-B3E0DBAC4B1D}">
      <dgm:prSet/>
      <dgm:spPr/>
      <dgm:t>
        <a:bodyPr/>
        <a:lstStyle/>
        <a:p>
          <a:endParaRPr lang="en-CA"/>
        </a:p>
      </dgm:t>
    </dgm:pt>
    <dgm:pt modelId="{C00B1675-CD85-4564-88E9-09165BA30CD9}" type="parTrans" cxnId="{D88CCF75-1FF1-436A-BB69-B3E0DBAC4B1D}">
      <dgm:prSet/>
      <dgm:spPr/>
      <dgm:t>
        <a:bodyPr/>
        <a:lstStyle/>
        <a:p>
          <a:endParaRPr lang="en-CA"/>
        </a:p>
      </dgm:t>
    </dgm:pt>
    <dgm:pt modelId="{A37B2AE2-F5A7-4E32-BDDB-624A2D91588E}" type="asst">
      <dgm:prSet phldrT="[Text]"/>
      <dgm:spPr/>
      <dgm:t>
        <a:bodyPr/>
        <a:lstStyle/>
        <a:p>
          <a:r>
            <a:rPr lang="en-CA" dirty="0"/>
            <a:t>Shoe size &lt;5</a:t>
          </a:r>
        </a:p>
      </dgm:t>
    </dgm:pt>
    <dgm:pt modelId="{25556D99-27F1-4D93-9C38-611CC8E78241}" type="sibTrans" cxnId="{11870B03-FC8B-4ABD-9F2A-3C888FE6E97D}">
      <dgm:prSet/>
      <dgm:spPr/>
      <dgm:t>
        <a:bodyPr/>
        <a:lstStyle/>
        <a:p>
          <a:endParaRPr lang="en-CA"/>
        </a:p>
      </dgm:t>
    </dgm:pt>
    <dgm:pt modelId="{73A9C591-BFA1-4F6F-B326-D766EF702219}" type="parTrans" cxnId="{11870B03-FC8B-4ABD-9F2A-3C888FE6E97D}">
      <dgm:prSet/>
      <dgm:spPr/>
      <dgm:t>
        <a:bodyPr/>
        <a:lstStyle/>
        <a:p>
          <a:endParaRPr lang="en-CA"/>
        </a:p>
      </dgm:t>
    </dgm:pt>
    <dgm:pt modelId="{8A86F89F-182A-4DA3-8FE9-3FE551C7E5BA}" type="asst">
      <dgm:prSet phldrT="[Text]"/>
      <dgm:spPr/>
      <dgm:t>
        <a:bodyPr/>
        <a:lstStyle/>
        <a:p>
          <a:r>
            <a:rPr lang="en-CA" dirty="0"/>
            <a:t>Shoe size 5+</a:t>
          </a:r>
        </a:p>
      </dgm:t>
    </dgm:pt>
    <dgm:pt modelId="{C2DB7616-D3DF-4040-9750-4C847ACAFD35}" type="parTrans" cxnId="{BAF951F6-C1B8-4C8A-A0A7-D06DCAE8B24A}">
      <dgm:prSet/>
      <dgm:spPr/>
      <dgm:t>
        <a:bodyPr/>
        <a:lstStyle/>
        <a:p>
          <a:endParaRPr lang="en-CA"/>
        </a:p>
      </dgm:t>
    </dgm:pt>
    <dgm:pt modelId="{8B863744-EA9F-468A-90F1-93BC0AB14D2B}" type="sibTrans" cxnId="{BAF951F6-C1B8-4C8A-A0A7-D06DCAE8B24A}">
      <dgm:prSet/>
      <dgm:spPr/>
      <dgm:t>
        <a:bodyPr/>
        <a:lstStyle/>
        <a:p>
          <a:endParaRPr lang="en-CA"/>
        </a:p>
      </dgm:t>
    </dgm:pt>
    <dgm:pt modelId="{8CF11A3B-3005-4D74-8695-68F8E483A599}" type="asst">
      <dgm:prSet phldrT="[Text]"/>
      <dgm:spPr/>
      <dgm:t>
        <a:bodyPr/>
        <a:lstStyle/>
        <a:p>
          <a:r>
            <a:rPr lang="en-CA" dirty="0"/>
            <a:t>Height = 5’5”</a:t>
          </a:r>
        </a:p>
      </dgm:t>
    </dgm:pt>
    <dgm:pt modelId="{B84E688C-8C9A-4973-86D9-E75DA628C422}" type="parTrans" cxnId="{A142E9B9-88F9-4BEE-B335-A8B12B3C42B7}">
      <dgm:prSet/>
      <dgm:spPr/>
      <dgm:t>
        <a:bodyPr/>
        <a:lstStyle/>
        <a:p>
          <a:endParaRPr lang="en-CA"/>
        </a:p>
      </dgm:t>
    </dgm:pt>
    <dgm:pt modelId="{C5D29404-5DB3-4BFB-8C73-7EE210B81A44}" type="sibTrans" cxnId="{A142E9B9-88F9-4BEE-B335-A8B12B3C42B7}">
      <dgm:prSet/>
      <dgm:spPr/>
      <dgm:t>
        <a:bodyPr/>
        <a:lstStyle/>
        <a:p>
          <a:endParaRPr lang="en-CA"/>
        </a:p>
      </dgm:t>
    </dgm:pt>
    <dgm:pt modelId="{E4DDFA87-63CE-4C5A-BE7F-4FFFD47AFEA0}" type="asst">
      <dgm:prSet phldrT="[Text]"/>
      <dgm:spPr/>
      <dgm:t>
        <a:bodyPr/>
        <a:lstStyle/>
        <a:p>
          <a:r>
            <a:rPr lang="en-CA" dirty="0"/>
            <a:t>Height = 5’0”</a:t>
          </a:r>
        </a:p>
      </dgm:t>
    </dgm:pt>
    <dgm:pt modelId="{00850F81-651B-4F34-8E63-7509C120853A}" type="parTrans" cxnId="{B5466AF2-1CAC-47A0-ADAE-185371402F37}">
      <dgm:prSet/>
      <dgm:spPr/>
      <dgm:t>
        <a:bodyPr/>
        <a:lstStyle/>
        <a:p>
          <a:endParaRPr lang="en-CA"/>
        </a:p>
      </dgm:t>
    </dgm:pt>
    <dgm:pt modelId="{3241F673-AB4D-4017-9508-4F581BB3792D}" type="sibTrans" cxnId="{B5466AF2-1CAC-47A0-ADAE-185371402F37}">
      <dgm:prSet/>
      <dgm:spPr/>
      <dgm:t>
        <a:bodyPr/>
        <a:lstStyle/>
        <a:p>
          <a:endParaRPr lang="en-CA"/>
        </a:p>
      </dgm:t>
    </dgm:pt>
    <dgm:pt modelId="{8F0F86F7-C249-4109-BB15-1C942B438AE0}" type="asst">
      <dgm:prSet phldrT="[Text]"/>
      <dgm:spPr/>
      <dgm:t>
        <a:bodyPr/>
        <a:lstStyle/>
        <a:p>
          <a:r>
            <a:rPr lang="en-CA" dirty="0"/>
            <a:t>Height = 5’3”</a:t>
          </a:r>
        </a:p>
      </dgm:t>
    </dgm:pt>
    <dgm:pt modelId="{3ED6D97F-DC72-46B9-AD27-5F89E3E224C7}" type="parTrans" cxnId="{FF3DD523-BD42-495B-BBA9-07F5AF462BCB}">
      <dgm:prSet/>
      <dgm:spPr/>
      <dgm:t>
        <a:bodyPr/>
        <a:lstStyle/>
        <a:p>
          <a:endParaRPr lang="en-CA"/>
        </a:p>
      </dgm:t>
    </dgm:pt>
    <dgm:pt modelId="{9822520C-17C4-4858-9FD3-276F1308019B}" type="sibTrans" cxnId="{FF3DD523-BD42-495B-BBA9-07F5AF462BCB}">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6"/>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6332D46F-DAC0-4D0A-BCD2-8D7D036CD48F}" type="pres">
      <dgm:prSet presAssocID="{00850F81-651B-4F34-8E63-7509C120853A}" presName="Name17" presStyleLbl="parChTrans1D3" presStyleIdx="0" presStyleCnt="3"/>
      <dgm:spPr/>
    </dgm:pt>
    <dgm:pt modelId="{A2372651-4698-4DAB-9A0C-29E60836374D}" type="pres">
      <dgm:prSet presAssocID="{E4DDFA87-63CE-4C5A-BE7F-4FFFD47AFEA0}" presName="hierRoot3" presStyleCnt="0"/>
      <dgm:spPr/>
    </dgm:pt>
    <dgm:pt modelId="{9BAFD7CF-97B7-4032-B517-7CE7232B9CA7}" type="pres">
      <dgm:prSet presAssocID="{E4DDFA87-63CE-4C5A-BE7F-4FFFD47AFEA0}" presName="composite3" presStyleCnt="0"/>
      <dgm:spPr/>
    </dgm:pt>
    <dgm:pt modelId="{6B15D42B-9A13-4C10-92E0-D75A78B4AD61}" type="pres">
      <dgm:prSet presAssocID="{E4DDFA87-63CE-4C5A-BE7F-4FFFD47AFEA0}" presName="background3" presStyleLbl="asst1" presStyleIdx="1" presStyleCnt="6"/>
      <dgm:spPr/>
    </dgm:pt>
    <dgm:pt modelId="{6D63EF03-C6D1-4787-B1B6-98AF69CCB2A8}" type="pres">
      <dgm:prSet presAssocID="{E4DDFA87-63CE-4C5A-BE7F-4FFFD47AFEA0}" presName="text3" presStyleLbl="fgAcc3" presStyleIdx="0" presStyleCnt="3">
        <dgm:presLayoutVars>
          <dgm:chPref val="3"/>
        </dgm:presLayoutVars>
      </dgm:prSet>
      <dgm:spPr/>
    </dgm:pt>
    <dgm:pt modelId="{D483C799-0726-4B7F-B308-F376FAB5C519}" type="pres">
      <dgm:prSet presAssocID="{E4DDFA87-63CE-4C5A-BE7F-4FFFD47AFEA0}" presName="hierChild4" presStyleCnt="0"/>
      <dgm:spPr/>
    </dgm:pt>
    <dgm:pt modelId="{6A5E0643-83C2-43EA-9173-41E471496800}" type="pres">
      <dgm:prSet presAssocID="{C00B1675-CD85-4564-88E9-09165BA30CD9}" presName="Name17" presStyleLbl="parChTrans1D3" presStyleIdx="1" presStyleCnt="3"/>
      <dgm:spPr/>
    </dgm:pt>
    <dgm:pt modelId="{08263A87-78E7-4903-BAF1-CF14BC430815}" type="pres">
      <dgm:prSet presAssocID="{981B766F-4B43-4E90-BAB5-2137576E0FDE}" presName="hierRoot3" presStyleCnt="0"/>
      <dgm:spPr/>
    </dgm:pt>
    <dgm:pt modelId="{5B9D0B08-498C-4DE6-943C-3D2E576D89E1}" type="pres">
      <dgm:prSet presAssocID="{981B766F-4B43-4E90-BAB5-2137576E0FDE}" presName="composite3" presStyleCnt="0"/>
      <dgm:spPr/>
    </dgm:pt>
    <dgm:pt modelId="{3BBF8338-C6C3-4147-B052-FF9CCD292BFB}" type="pres">
      <dgm:prSet presAssocID="{981B766F-4B43-4E90-BAB5-2137576E0FDE}" presName="background3" presStyleLbl="asst1" presStyleIdx="2" presStyleCnt="6"/>
      <dgm:spPr/>
    </dgm:pt>
    <dgm:pt modelId="{C1F1A6CE-9DF5-4A08-A5F1-BBDE1F853595}" type="pres">
      <dgm:prSet presAssocID="{981B766F-4B43-4E90-BAB5-2137576E0FDE}" presName="text3" presStyleLbl="fgAcc3" presStyleIdx="1" presStyleCnt="3">
        <dgm:presLayoutVars>
          <dgm:chPref val="3"/>
        </dgm:presLayoutVars>
      </dgm:prSet>
      <dgm:spPr/>
    </dgm:pt>
    <dgm:pt modelId="{3C9812F2-6C79-46DF-A7AD-142A499C5F0D}" type="pres">
      <dgm:prSet presAssocID="{981B766F-4B43-4E90-BAB5-2137576E0FDE}" presName="hierChild4" presStyleCnt="0"/>
      <dgm:spPr/>
    </dgm:pt>
    <dgm:pt modelId="{76EFF9F7-B679-4476-B7C1-E928ECAD6BE2}" type="pres">
      <dgm:prSet presAssocID="{3ED6D97F-DC72-46B9-AD27-5F89E3E224C7}" presName="Name23" presStyleLbl="parChTrans1D4" presStyleIdx="0" presStyleCnt="1"/>
      <dgm:spPr/>
    </dgm:pt>
    <dgm:pt modelId="{B85F57FC-552B-4BB7-891F-86166632EB74}" type="pres">
      <dgm:prSet presAssocID="{8F0F86F7-C249-4109-BB15-1C942B438AE0}" presName="hierRoot4" presStyleCnt="0"/>
      <dgm:spPr/>
    </dgm:pt>
    <dgm:pt modelId="{4ADFABCE-DEE4-4CD8-8111-44051CC31C31}" type="pres">
      <dgm:prSet presAssocID="{8F0F86F7-C249-4109-BB15-1C942B438AE0}" presName="composite4" presStyleCnt="0"/>
      <dgm:spPr/>
    </dgm:pt>
    <dgm:pt modelId="{32E873C2-D3AB-4870-8342-678BC2EFF0C6}" type="pres">
      <dgm:prSet presAssocID="{8F0F86F7-C249-4109-BB15-1C942B438AE0}" presName="background4" presStyleLbl="asst1" presStyleIdx="3" presStyleCnt="6"/>
      <dgm:spPr/>
    </dgm:pt>
    <dgm:pt modelId="{5D4A65C2-28FF-45B9-B424-483766FC9E52}" type="pres">
      <dgm:prSet presAssocID="{8F0F86F7-C249-4109-BB15-1C942B438AE0}" presName="text4" presStyleLbl="fgAcc4" presStyleIdx="0" presStyleCnt="1">
        <dgm:presLayoutVars>
          <dgm:chPref val="3"/>
        </dgm:presLayoutVars>
      </dgm:prSet>
      <dgm:spPr/>
    </dgm:pt>
    <dgm:pt modelId="{AF9CE779-2816-4B01-B433-3B71112767B0}" type="pres">
      <dgm:prSet presAssocID="{8F0F86F7-C249-4109-BB15-1C942B438AE0}" presName="hierChild5"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4" presStyleCnt="6"/>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52F25CD9-4EF2-4B49-AEAC-C6AA4CB76869}" type="pres">
      <dgm:prSet presAssocID="{B84E688C-8C9A-4973-86D9-E75DA628C422}" presName="Name17" presStyleLbl="parChTrans1D3" presStyleIdx="2" presStyleCnt="3"/>
      <dgm:spPr/>
    </dgm:pt>
    <dgm:pt modelId="{E9A641D8-DF98-4A18-8764-2DEFCA5179D2}" type="pres">
      <dgm:prSet presAssocID="{8CF11A3B-3005-4D74-8695-68F8E483A599}" presName="hierRoot3" presStyleCnt="0"/>
      <dgm:spPr/>
    </dgm:pt>
    <dgm:pt modelId="{9D622A52-9EA9-4CF3-A976-147A88B89090}" type="pres">
      <dgm:prSet presAssocID="{8CF11A3B-3005-4D74-8695-68F8E483A599}" presName="composite3" presStyleCnt="0"/>
      <dgm:spPr/>
    </dgm:pt>
    <dgm:pt modelId="{67120CD0-59EC-4DF5-8841-BCDA0BA56533}" type="pres">
      <dgm:prSet presAssocID="{8CF11A3B-3005-4D74-8695-68F8E483A599}" presName="background3" presStyleLbl="asst1" presStyleIdx="5" presStyleCnt="6"/>
      <dgm:spPr/>
    </dgm:pt>
    <dgm:pt modelId="{B0487542-8420-4BA1-8121-45D7B42EF6C2}" type="pres">
      <dgm:prSet presAssocID="{8CF11A3B-3005-4D74-8695-68F8E483A599}" presName="text3" presStyleLbl="fgAcc3" presStyleIdx="2" presStyleCnt="3">
        <dgm:presLayoutVars>
          <dgm:chPref val="3"/>
        </dgm:presLayoutVars>
      </dgm:prSet>
      <dgm:spPr/>
    </dgm:pt>
    <dgm:pt modelId="{C9A4A321-C1A3-45B6-8689-D716F460D2BB}" type="pres">
      <dgm:prSet presAssocID="{8CF11A3B-3005-4D74-8695-68F8E483A599}" presName="hierChild4"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B7430114-F7A5-4D8A-AC13-1A4D39B31EFC}" type="presOf" srcId="{B84E688C-8C9A-4973-86D9-E75DA628C422}" destId="{52F25CD9-4EF2-4B49-AEAC-C6AA4CB76869}" srcOrd="0" destOrd="0" presId="urn:microsoft.com/office/officeart/2005/8/layout/hierarchy1"/>
    <dgm:cxn modelId="{1DD45F16-B693-405F-B174-58C9D8A1BA6B}" type="presOf" srcId="{C00B1675-CD85-4564-88E9-09165BA30CD9}" destId="{6A5E0643-83C2-43EA-9173-41E471496800}" srcOrd="0" destOrd="0" presId="urn:microsoft.com/office/officeart/2005/8/layout/hierarchy1"/>
    <dgm:cxn modelId="{4AEC0F1B-6E28-4F4F-A124-6534282A30D3}" type="presOf" srcId="{8F0F86F7-C249-4109-BB15-1C942B438AE0}" destId="{5D4A65C2-28FF-45B9-B424-483766FC9E52}" srcOrd="0" destOrd="0" presId="urn:microsoft.com/office/officeart/2005/8/layout/hierarchy1"/>
    <dgm:cxn modelId="{DAB81720-5DA0-4D2A-86AB-3D33533FB46D}" type="presOf" srcId="{8CF11A3B-3005-4D74-8695-68F8E483A599}" destId="{B0487542-8420-4BA1-8121-45D7B42EF6C2}" srcOrd="0" destOrd="0" presId="urn:microsoft.com/office/officeart/2005/8/layout/hierarchy1"/>
    <dgm:cxn modelId="{FF3DD523-BD42-495B-BBA9-07F5AF462BCB}" srcId="{981B766F-4B43-4E90-BAB5-2137576E0FDE}" destId="{8F0F86F7-C249-4109-BB15-1C942B438AE0}" srcOrd="0" destOrd="0" parTransId="{3ED6D97F-DC72-46B9-AD27-5F89E3E224C7}" sibTransId="{9822520C-17C4-4858-9FD3-276F1308019B}"/>
    <dgm:cxn modelId="{6DDE322B-E7AC-4A62-96A0-A7129ED17279}" srcId="{598E36CC-8178-4F6C-99E5-62E143A35641}" destId="{E6C72D40-29E2-4CB2-8B1E-C10A93862BE3}" srcOrd="0" destOrd="0" parTransId="{29593563-95B4-4E62-B35F-9E793067DF5D}" sibTransId="{5B700393-37FE-48DB-A7E0-36CC2C04EDE0}"/>
    <dgm:cxn modelId="{B67F3654-0ED1-4C7C-A0DA-63906C82067C}" type="presOf" srcId="{981B766F-4B43-4E90-BAB5-2137576E0FDE}" destId="{C1F1A6CE-9DF5-4A08-A5F1-BBDE1F853595}" srcOrd="0" destOrd="0" presId="urn:microsoft.com/office/officeart/2005/8/layout/hierarchy1"/>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D88CCF75-1FF1-436A-BB69-B3E0DBAC4B1D}" srcId="{A37B2AE2-F5A7-4E32-BDDB-624A2D91588E}" destId="{981B766F-4B43-4E90-BAB5-2137576E0FDE}" srcOrd="1" destOrd="0" parTransId="{C00B1675-CD85-4564-88E9-09165BA30CD9}" sibTransId="{3FD7AFE3-0319-4A36-8A0B-AED7E489A5B1}"/>
    <dgm:cxn modelId="{883ECA7F-289A-4EBA-9B76-D6B71AA63CFF}" type="presOf" srcId="{E6C72D40-29E2-4CB2-8B1E-C10A93862BE3}" destId="{635EE013-F30D-469C-9E53-004A9BB5AB3A}" srcOrd="0" destOrd="0" presId="urn:microsoft.com/office/officeart/2005/8/layout/hierarchy1"/>
    <dgm:cxn modelId="{16B4AC8B-00EF-40C3-B20E-237B60FC7BBC}" type="presOf" srcId="{00850F81-651B-4F34-8E63-7509C120853A}" destId="{6332D46F-DAC0-4D0A-BCD2-8D7D036CD48F}"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34438FB6-594A-4E32-8FCC-E058299F5CBC}" type="presOf" srcId="{3ED6D97F-DC72-46B9-AD27-5F89E3E224C7}" destId="{76EFF9F7-B679-4476-B7C1-E928ECAD6BE2}" srcOrd="0" destOrd="0" presId="urn:microsoft.com/office/officeart/2005/8/layout/hierarchy1"/>
    <dgm:cxn modelId="{A142E9B9-88F9-4BEE-B335-A8B12B3C42B7}" srcId="{8A86F89F-182A-4DA3-8FE9-3FE551C7E5BA}"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6A7E19EF-8CE6-4F33-A5BE-2B59FD8E3448}" type="presOf" srcId="{E4DDFA87-63CE-4C5A-BE7F-4FFFD47AFEA0}" destId="{6D63EF03-C6D1-4787-B1B6-98AF69CCB2A8}" srcOrd="0" destOrd="0" presId="urn:microsoft.com/office/officeart/2005/8/layout/hierarchy1"/>
    <dgm:cxn modelId="{B5466AF2-1CAC-47A0-ADAE-185371402F37}" srcId="{A37B2AE2-F5A7-4E32-BDDB-624A2D91588E}"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46274BE5-9AF4-46AD-AA00-30E036ECCD14}" type="presParOf" srcId="{FEDCB251-6836-4379-956D-EE79413A8CE5}" destId="{6332D46F-DAC0-4D0A-BCD2-8D7D036CD48F}" srcOrd="0" destOrd="0" presId="urn:microsoft.com/office/officeart/2005/8/layout/hierarchy1"/>
    <dgm:cxn modelId="{24D14370-EA6C-41D1-B541-D7D594144088}" type="presParOf" srcId="{FEDCB251-6836-4379-956D-EE79413A8CE5}" destId="{A2372651-4698-4DAB-9A0C-29E60836374D}" srcOrd="1" destOrd="0" presId="urn:microsoft.com/office/officeart/2005/8/layout/hierarchy1"/>
    <dgm:cxn modelId="{4329FE27-3927-43A3-9D0F-36F41EDE4B94}" type="presParOf" srcId="{A2372651-4698-4DAB-9A0C-29E60836374D}" destId="{9BAFD7CF-97B7-4032-B517-7CE7232B9CA7}" srcOrd="0" destOrd="0" presId="urn:microsoft.com/office/officeart/2005/8/layout/hierarchy1"/>
    <dgm:cxn modelId="{16D2A87B-B9A6-43E9-8548-5160769ED01B}" type="presParOf" srcId="{9BAFD7CF-97B7-4032-B517-7CE7232B9CA7}" destId="{6B15D42B-9A13-4C10-92E0-D75A78B4AD61}" srcOrd="0" destOrd="0" presId="urn:microsoft.com/office/officeart/2005/8/layout/hierarchy1"/>
    <dgm:cxn modelId="{92BDF0DB-58BA-4F9E-9642-035CFCFE741A}" type="presParOf" srcId="{9BAFD7CF-97B7-4032-B517-7CE7232B9CA7}" destId="{6D63EF03-C6D1-4787-B1B6-98AF69CCB2A8}" srcOrd="1" destOrd="0" presId="urn:microsoft.com/office/officeart/2005/8/layout/hierarchy1"/>
    <dgm:cxn modelId="{8619FEB3-0906-4C3F-8C76-656CD024B204}" type="presParOf" srcId="{A2372651-4698-4DAB-9A0C-29E60836374D}" destId="{D483C799-0726-4B7F-B308-F376FAB5C519}" srcOrd="1" destOrd="0" presId="urn:microsoft.com/office/officeart/2005/8/layout/hierarchy1"/>
    <dgm:cxn modelId="{1221FF9F-D36F-4705-8284-9F5053181D52}" type="presParOf" srcId="{FEDCB251-6836-4379-956D-EE79413A8CE5}" destId="{6A5E0643-83C2-43EA-9173-41E471496800}" srcOrd="2" destOrd="0" presId="urn:microsoft.com/office/officeart/2005/8/layout/hierarchy1"/>
    <dgm:cxn modelId="{F9837E50-36B1-49F0-8A9A-E4421374B688}" type="presParOf" srcId="{FEDCB251-6836-4379-956D-EE79413A8CE5}" destId="{08263A87-78E7-4903-BAF1-CF14BC430815}" srcOrd="3" destOrd="0" presId="urn:microsoft.com/office/officeart/2005/8/layout/hierarchy1"/>
    <dgm:cxn modelId="{1F2C90AC-3DF2-4287-A4DD-4405C87790E3}" type="presParOf" srcId="{08263A87-78E7-4903-BAF1-CF14BC430815}" destId="{5B9D0B08-498C-4DE6-943C-3D2E576D89E1}" srcOrd="0" destOrd="0" presId="urn:microsoft.com/office/officeart/2005/8/layout/hierarchy1"/>
    <dgm:cxn modelId="{1B2EA1B5-7F23-4B7B-8D42-CF1B65617AC8}" type="presParOf" srcId="{5B9D0B08-498C-4DE6-943C-3D2E576D89E1}" destId="{3BBF8338-C6C3-4147-B052-FF9CCD292BFB}" srcOrd="0" destOrd="0" presId="urn:microsoft.com/office/officeart/2005/8/layout/hierarchy1"/>
    <dgm:cxn modelId="{CC6EA350-23EA-40DA-A0CE-8951D204D583}" type="presParOf" srcId="{5B9D0B08-498C-4DE6-943C-3D2E576D89E1}" destId="{C1F1A6CE-9DF5-4A08-A5F1-BBDE1F853595}" srcOrd="1" destOrd="0" presId="urn:microsoft.com/office/officeart/2005/8/layout/hierarchy1"/>
    <dgm:cxn modelId="{907A8C15-1725-44F0-86F6-3B7E29601582}" type="presParOf" srcId="{08263A87-78E7-4903-BAF1-CF14BC430815}" destId="{3C9812F2-6C79-46DF-A7AD-142A499C5F0D}" srcOrd="1" destOrd="0" presId="urn:microsoft.com/office/officeart/2005/8/layout/hierarchy1"/>
    <dgm:cxn modelId="{5C159FC6-FB87-4636-AE3B-7AE156BF11A6}" type="presParOf" srcId="{3C9812F2-6C79-46DF-A7AD-142A499C5F0D}" destId="{76EFF9F7-B679-4476-B7C1-E928ECAD6BE2}" srcOrd="0" destOrd="0" presId="urn:microsoft.com/office/officeart/2005/8/layout/hierarchy1"/>
    <dgm:cxn modelId="{E1B8DA73-61A2-4C7F-AA13-6B56813AB6C5}" type="presParOf" srcId="{3C9812F2-6C79-46DF-A7AD-142A499C5F0D}" destId="{B85F57FC-552B-4BB7-891F-86166632EB74}" srcOrd="1" destOrd="0" presId="urn:microsoft.com/office/officeart/2005/8/layout/hierarchy1"/>
    <dgm:cxn modelId="{6CE314B2-9123-4E57-B93A-57CBB74D86A3}" type="presParOf" srcId="{B85F57FC-552B-4BB7-891F-86166632EB74}" destId="{4ADFABCE-DEE4-4CD8-8111-44051CC31C31}" srcOrd="0" destOrd="0" presId="urn:microsoft.com/office/officeart/2005/8/layout/hierarchy1"/>
    <dgm:cxn modelId="{F63E482D-577D-427D-B747-1D2E6C76CFA9}" type="presParOf" srcId="{4ADFABCE-DEE4-4CD8-8111-44051CC31C31}" destId="{32E873C2-D3AB-4870-8342-678BC2EFF0C6}" srcOrd="0" destOrd="0" presId="urn:microsoft.com/office/officeart/2005/8/layout/hierarchy1"/>
    <dgm:cxn modelId="{4526B2A8-3FC4-4EC0-8CE0-7AD0986A9A59}" type="presParOf" srcId="{4ADFABCE-DEE4-4CD8-8111-44051CC31C31}" destId="{5D4A65C2-28FF-45B9-B424-483766FC9E52}" srcOrd="1" destOrd="0" presId="urn:microsoft.com/office/officeart/2005/8/layout/hierarchy1"/>
    <dgm:cxn modelId="{41F67E54-0303-4D79-879A-020AB200D767}" type="presParOf" srcId="{B85F57FC-552B-4BB7-891F-86166632EB74}" destId="{AF9CE779-2816-4B01-B433-3B71112767B0}"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DCB7D0FF-EE75-436C-B40B-7A15FC61C649}" type="presParOf" srcId="{DB248D52-F9F8-4636-A036-18B8A7C423B7}" destId="{52F25CD9-4EF2-4B49-AEAC-C6AA4CB76869}" srcOrd="0" destOrd="0" presId="urn:microsoft.com/office/officeart/2005/8/layout/hierarchy1"/>
    <dgm:cxn modelId="{4A4CA9C2-2D07-47A4-9027-C36E03846FC6}" type="presParOf" srcId="{DB248D52-F9F8-4636-A036-18B8A7C423B7}" destId="{E9A641D8-DF98-4A18-8764-2DEFCA5179D2}" srcOrd="1" destOrd="0" presId="urn:microsoft.com/office/officeart/2005/8/layout/hierarchy1"/>
    <dgm:cxn modelId="{9AF61A3E-9B05-4930-9FEE-251598776D4B}" type="presParOf" srcId="{E9A641D8-DF98-4A18-8764-2DEFCA5179D2}" destId="{9D622A52-9EA9-4CF3-A976-147A88B89090}" srcOrd="0" destOrd="0" presId="urn:microsoft.com/office/officeart/2005/8/layout/hierarchy1"/>
    <dgm:cxn modelId="{830B73BF-8F5B-4228-BE3C-D54A8DE08DA5}" type="presParOf" srcId="{9D622A52-9EA9-4CF3-A976-147A88B89090}" destId="{67120CD0-59EC-4DF5-8841-BCDA0BA56533}" srcOrd="0" destOrd="0" presId="urn:microsoft.com/office/officeart/2005/8/layout/hierarchy1"/>
    <dgm:cxn modelId="{6F9BBE4E-2C7A-4A7F-AA22-A3581FCD5577}" type="presParOf" srcId="{9D622A52-9EA9-4CF3-A976-147A88B89090}" destId="{B0487542-8420-4BA1-8121-45D7B42EF6C2}" srcOrd="1" destOrd="0" presId="urn:microsoft.com/office/officeart/2005/8/layout/hierarchy1"/>
    <dgm:cxn modelId="{24883AE7-FEE8-4941-B6C9-257F7E961E6C}" type="presParOf" srcId="{E9A641D8-DF98-4A18-8764-2DEFCA5179D2}" destId="{C9A4A321-C1A3-45B6-8689-D716F460D2BB}"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dgm:spPr/>
      <dgm:t>
        <a:bodyPr/>
        <a:lstStyle/>
        <a:p>
          <a:r>
            <a:rPr lang="en-CA" dirty="0"/>
            <a:t>Height</a:t>
          </a:r>
        </a:p>
      </dgm:t>
    </dgm:pt>
    <dgm:pt modelId="{29593563-95B4-4E62-B35F-9E793067DF5D}" type="parTrans" cxnId="{6DDE322B-E7AC-4A62-96A0-A7129ED17279}">
      <dgm:prSet/>
      <dgm:spPr/>
      <dgm:t>
        <a:bodyPr/>
        <a:lstStyle/>
        <a:p>
          <a:endParaRPr lang="en-CA"/>
        </a:p>
      </dgm:t>
    </dgm:pt>
    <dgm:pt modelId="{5B700393-37FE-48DB-A7E0-36CC2C04EDE0}" type="sibTrans" cxnId="{6DDE322B-E7AC-4A62-96A0-A7129ED17279}">
      <dgm:prSet/>
      <dgm:spPr/>
      <dgm:t>
        <a:bodyPr/>
        <a:lstStyle/>
        <a:p>
          <a:endParaRPr lang="en-CA"/>
        </a:p>
      </dgm:t>
    </dgm:pt>
    <dgm:pt modelId="{47BECFFB-76BB-4D19-9A25-AF06383E7657}" type="asst">
      <dgm:prSet phldrT="[Text]"/>
      <dgm:spPr/>
      <dgm:t>
        <a:bodyPr/>
        <a:lstStyle/>
        <a:p>
          <a:r>
            <a:rPr lang="en-CA" dirty="0"/>
            <a:t>Age &lt; 13.5</a:t>
          </a:r>
        </a:p>
      </dgm:t>
    </dgm:pt>
    <dgm:pt modelId="{BCF9C70D-8733-47F8-B90F-8B2815631F27}" type="sibTrans" cxnId="{FE086F59-DC4D-4BCD-AB29-4B1B85ADB0C0}">
      <dgm:prSet/>
      <dgm:spPr/>
      <dgm:t>
        <a:bodyPr/>
        <a:lstStyle/>
        <a:p>
          <a:endParaRPr lang="en-CA"/>
        </a:p>
      </dgm:t>
    </dgm:pt>
    <dgm:pt modelId="{90411DEC-97D3-4683-90B8-841CBB142372}" type="parTrans" cxnId="{FE086F59-DC4D-4BCD-AB29-4B1B85ADB0C0}">
      <dgm:prSet/>
      <dgm:spPr/>
      <dgm:t>
        <a:bodyPr/>
        <a:lstStyle/>
        <a:p>
          <a:endParaRPr lang="en-CA"/>
        </a:p>
      </dgm:t>
    </dgm:pt>
    <dgm:pt modelId="{A37B2AE2-F5A7-4E32-BDDB-624A2D91588E}" type="asst">
      <dgm:prSet phldrT="[Text]"/>
      <dgm:spPr/>
      <dgm:t>
        <a:bodyPr/>
        <a:lstStyle/>
        <a:p>
          <a:r>
            <a:rPr lang="en-CA" dirty="0"/>
            <a:t>Shoe size &lt;5</a:t>
          </a:r>
        </a:p>
      </dgm:t>
    </dgm:pt>
    <dgm:pt modelId="{25556D99-27F1-4D93-9C38-611CC8E78241}" type="sibTrans" cxnId="{11870B03-FC8B-4ABD-9F2A-3C888FE6E97D}">
      <dgm:prSet/>
      <dgm:spPr/>
      <dgm:t>
        <a:bodyPr/>
        <a:lstStyle/>
        <a:p>
          <a:endParaRPr lang="en-CA"/>
        </a:p>
      </dgm:t>
    </dgm:pt>
    <dgm:pt modelId="{73A9C591-BFA1-4F6F-B326-D766EF702219}" type="parTrans" cxnId="{11870B03-FC8B-4ABD-9F2A-3C888FE6E97D}">
      <dgm:prSet/>
      <dgm:spPr/>
      <dgm:t>
        <a:bodyPr/>
        <a:lstStyle/>
        <a:p>
          <a:endParaRPr lang="en-CA"/>
        </a:p>
      </dgm:t>
    </dgm:pt>
    <dgm:pt modelId="{8A86F89F-182A-4DA3-8FE9-3FE551C7E5BA}" type="asst">
      <dgm:prSet phldrT="[Text]"/>
      <dgm:spPr/>
      <dgm:t>
        <a:bodyPr/>
        <a:lstStyle/>
        <a:p>
          <a:r>
            <a:rPr lang="en-CA" dirty="0"/>
            <a:t>Shoe size 5+</a:t>
          </a:r>
        </a:p>
      </dgm:t>
    </dgm:pt>
    <dgm:pt modelId="{C2DB7616-D3DF-4040-9750-4C847ACAFD35}" type="parTrans" cxnId="{BAF951F6-C1B8-4C8A-A0A7-D06DCAE8B24A}">
      <dgm:prSet/>
      <dgm:spPr/>
      <dgm:t>
        <a:bodyPr/>
        <a:lstStyle/>
        <a:p>
          <a:endParaRPr lang="en-CA"/>
        </a:p>
      </dgm:t>
    </dgm:pt>
    <dgm:pt modelId="{8B863744-EA9F-468A-90F1-93BC0AB14D2B}" type="sibTrans" cxnId="{BAF951F6-C1B8-4C8A-A0A7-D06DCAE8B24A}">
      <dgm:prSet/>
      <dgm:spPr/>
      <dgm:t>
        <a:bodyPr/>
        <a:lstStyle/>
        <a:p>
          <a:endParaRPr lang="en-CA"/>
        </a:p>
      </dgm:t>
    </dgm:pt>
    <dgm:pt modelId="{8CF11A3B-3005-4D74-8695-68F8E483A599}" type="asst">
      <dgm:prSet phldrT="[Text]"/>
      <dgm:spPr/>
      <dgm:t>
        <a:bodyPr/>
        <a:lstStyle/>
        <a:p>
          <a:r>
            <a:rPr lang="en-CA" dirty="0"/>
            <a:t>Height = 5’5”</a:t>
          </a:r>
        </a:p>
      </dgm:t>
    </dgm:pt>
    <dgm:pt modelId="{B84E688C-8C9A-4973-86D9-E75DA628C422}" type="parTrans" cxnId="{A142E9B9-88F9-4BEE-B335-A8B12B3C42B7}">
      <dgm:prSet/>
      <dgm:spPr/>
      <dgm:t>
        <a:bodyPr/>
        <a:lstStyle/>
        <a:p>
          <a:endParaRPr lang="en-CA"/>
        </a:p>
      </dgm:t>
    </dgm:pt>
    <dgm:pt modelId="{C5D29404-5DB3-4BFB-8C73-7EE210B81A44}" type="sibTrans" cxnId="{A142E9B9-88F9-4BEE-B335-A8B12B3C42B7}">
      <dgm:prSet/>
      <dgm:spPr/>
      <dgm:t>
        <a:bodyPr/>
        <a:lstStyle/>
        <a:p>
          <a:endParaRPr lang="en-CA"/>
        </a:p>
      </dgm:t>
    </dgm:pt>
    <dgm:pt modelId="{E4DDFA87-63CE-4C5A-BE7F-4FFFD47AFEA0}" type="asst">
      <dgm:prSet phldrT="[Text]"/>
      <dgm:spPr/>
      <dgm:t>
        <a:bodyPr/>
        <a:lstStyle/>
        <a:p>
          <a:r>
            <a:rPr lang="en-CA" dirty="0"/>
            <a:t>Height = 5’0”</a:t>
          </a:r>
        </a:p>
      </dgm:t>
    </dgm:pt>
    <dgm:pt modelId="{00850F81-651B-4F34-8E63-7509C120853A}" type="parTrans" cxnId="{B5466AF2-1CAC-47A0-ADAE-185371402F37}">
      <dgm:prSet/>
      <dgm:spPr/>
      <dgm:t>
        <a:bodyPr/>
        <a:lstStyle/>
        <a:p>
          <a:endParaRPr lang="en-CA"/>
        </a:p>
      </dgm:t>
    </dgm:pt>
    <dgm:pt modelId="{3241F673-AB4D-4017-9508-4F581BB3792D}" type="sibTrans" cxnId="{B5466AF2-1CAC-47A0-ADAE-185371402F37}">
      <dgm:prSet/>
      <dgm:spPr/>
      <dgm:t>
        <a:bodyPr/>
        <a:lstStyle/>
        <a:p>
          <a:endParaRPr lang="en-CA"/>
        </a:p>
      </dgm:t>
    </dgm:pt>
    <dgm:pt modelId="{8F0F86F7-C249-4109-BB15-1C942B438AE0}" type="asst">
      <dgm:prSet phldrT="[Text]"/>
      <dgm:spPr/>
      <dgm:t>
        <a:bodyPr/>
        <a:lstStyle/>
        <a:p>
          <a:r>
            <a:rPr lang="en-CA" dirty="0"/>
            <a:t>Height = 5’3”</a:t>
          </a:r>
        </a:p>
      </dgm:t>
    </dgm:pt>
    <dgm:pt modelId="{3ED6D97F-DC72-46B9-AD27-5F89E3E224C7}" type="parTrans" cxnId="{FF3DD523-BD42-495B-BBA9-07F5AF462BCB}">
      <dgm:prSet/>
      <dgm:spPr/>
      <dgm:t>
        <a:bodyPr/>
        <a:lstStyle/>
        <a:p>
          <a:endParaRPr lang="en-CA"/>
        </a:p>
      </dgm:t>
    </dgm:pt>
    <dgm:pt modelId="{9822520C-17C4-4858-9FD3-276F1308019B}" type="sibTrans" cxnId="{FF3DD523-BD42-495B-BBA9-07F5AF462BCB}">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6"/>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8CBAB1D6-092E-41B1-8781-C9A0724D2820}" type="pres">
      <dgm:prSet presAssocID="{90411DEC-97D3-4683-90B8-841CBB142372}" presName="Name17" presStyleLbl="parChTrans1D3" presStyleIdx="0" presStyleCnt="3"/>
      <dgm:spPr/>
    </dgm:pt>
    <dgm:pt modelId="{4951F94C-6AFC-460B-937B-E28D06CF9A5C}" type="pres">
      <dgm:prSet presAssocID="{47BECFFB-76BB-4D19-9A25-AF06383E7657}" presName="hierRoot3" presStyleCnt="0"/>
      <dgm:spPr/>
    </dgm:pt>
    <dgm:pt modelId="{C043086D-D09A-4FBB-9978-D0853912DAF4}" type="pres">
      <dgm:prSet presAssocID="{47BECFFB-76BB-4D19-9A25-AF06383E7657}" presName="composite3" presStyleCnt="0"/>
      <dgm:spPr/>
    </dgm:pt>
    <dgm:pt modelId="{0ADC8960-1232-4EDD-83AD-1679EA1079A9}" type="pres">
      <dgm:prSet presAssocID="{47BECFFB-76BB-4D19-9A25-AF06383E7657}" presName="background3" presStyleLbl="asst1" presStyleIdx="1" presStyleCnt="6"/>
      <dgm:spPr/>
    </dgm:pt>
    <dgm:pt modelId="{DECAF49E-1221-4AE5-807A-C6D3121669CF}" type="pres">
      <dgm:prSet presAssocID="{47BECFFB-76BB-4D19-9A25-AF06383E7657}" presName="text3" presStyleLbl="fgAcc3" presStyleIdx="0" presStyleCnt="3">
        <dgm:presLayoutVars>
          <dgm:chPref val="3"/>
        </dgm:presLayoutVars>
      </dgm:prSet>
      <dgm:spPr/>
    </dgm:pt>
    <dgm:pt modelId="{59A519CD-6219-4E39-A5F3-83C5E9D7580B}" type="pres">
      <dgm:prSet presAssocID="{47BECFFB-76BB-4D19-9A25-AF06383E7657}" presName="hierChild4" presStyleCnt="0"/>
      <dgm:spPr/>
    </dgm:pt>
    <dgm:pt modelId="{E1EB06D0-7BC3-43B8-9F22-BBE41EFBDC0F}" type="pres">
      <dgm:prSet presAssocID="{00850F81-651B-4F34-8E63-7509C120853A}" presName="Name23" presStyleLbl="parChTrans1D4" presStyleIdx="0" presStyleCnt="1"/>
      <dgm:spPr/>
    </dgm:pt>
    <dgm:pt modelId="{84CF10BD-786C-4868-A5C2-148243B657B1}" type="pres">
      <dgm:prSet presAssocID="{E4DDFA87-63CE-4C5A-BE7F-4FFFD47AFEA0}" presName="hierRoot4" presStyleCnt="0"/>
      <dgm:spPr/>
    </dgm:pt>
    <dgm:pt modelId="{CCB6ED89-29CF-4F4E-B4D3-9AFB66EE3D5D}" type="pres">
      <dgm:prSet presAssocID="{E4DDFA87-63CE-4C5A-BE7F-4FFFD47AFEA0}" presName="composite4" presStyleCnt="0"/>
      <dgm:spPr/>
    </dgm:pt>
    <dgm:pt modelId="{C1779A42-E38F-413C-A7FB-951F8297435B}" type="pres">
      <dgm:prSet presAssocID="{E4DDFA87-63CE-4C5A-BE7F-4FFFD47AFEA0}" presName="background4" presStyleLbl="asst1" presStyleIdx="2" presStyleCnt="6"/>
      <dgm:spPr/>
    </dgm:pt>
    <dgm:pt modelId="{3DDF911E-FA04-4DEF-AD71-DC13C4D5A993}" type="pres">
      <dgm:prSet presAssocID="{E4DDFA87-63CE-4C5A-BE7F-4FFFD47AFEA0}" presName="text4" presStyleLbl="fgAcc4" presStyleIdx="0" presStyleCnt="1">
        <dgm:presLayoutVars>
          <dgm:chPref val="3"/>
        </dgm:presLayoutVars>
      </dgm:prSet>
      <dgm:spPr/>
    </dgm:pt>
    <dgm:pt modelId="{3D80B807-B95D-42A5-80F1-EC4C18286EEC}" type="pres">
      <dgm:prSet presAssocID="{E4DDFA87-63CE-4C5A-BE7F-4FFFD47AFEA0}" presName="hierChild5" presStyleCnt="0"/>
      <dgm:spPr/>
    </dgm:pt>
    <dgm:pt modelId="{B5D0D254-B8BF-46D1-ACDA-1025548A152D}" type="pres">
      <dgm:prSet presAssocID="{3ED6D97F-DC72-46B9-AD27-5F89E3E224C7}" presName="Name17" presStyleLbl="parChTrans1D3" presStyleIdx="1" presStyleCnt="3"/>
      <dgm:spPr/>
    </dgm:pt>
    <dgm:pt modelId="{26D6270F-E713-460D-BAE7-C3924E519C6D}" type="pres">
      <dgm:prSet presAssocID="{8F0F86F7-C249-4109-BB15-1C942B438AE0}" presName="hierRoot3" presStyleCnt="0"/>
      <dgm:spPr/>
    </dgm:pt>
    <dgm:pt modelId="{61AD03F3-6D36-438D-A21C-A11B9581EBDE}" type="pres">
      <dgm:prSet presAssocID="{8F0F86F7-C249-4109-BB15-1C942B438AE0}" presName="composite3" presStyleCnt="0"/>
      <dgm:spPr/>
    </dgm:pt>
    <dgm:pt modelId="{E8FA8150-31B7-4062-BD66-4E7841ECB57F}" type="pres">
      <dgm:prSet presAssocID="{8F0F86F7-C249-4109-BB15-1C942B438AE0}" presName="background3" presStyleLbl="asst1" presStyleIdx="3" presStyleCnt="6"/>
      <dgm:spPr/>
    </dgm:pt>
    <dgm:pt modelId="{DACB1174-6D1E-4459-9C64-53ADEFB675CB}" type="pres">
      <dgm:prSet presAssocID="{8F0F86F7-C249-4109-BB15-1C942B438AE0}" presName="text3" presStyleLbl="fgAcc3" presStyleIdx="1" presStyleCnt="3">
        <dgm:presLayoutVars>
          <dgm:chPref val="3"/>
        </dgm:presLayoutVars>
      </dgm:prSet>
      <dgm:spPr/>
    </dgm:pt>
    <dgm:pt modelId="{BD1F348E-4D10-44DC-ABC0-B64A88883ED5}" type="pres">
      <dgm:prSet presAssocID="{8F0F86F7-C249-4109-BB15-1C942B438AE0}" presName="hierChild4"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4" presStyleCnt="6"/>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52F25CD9-4EF2-4B49-AEAC-C6AA4CB76869}" type="pres">
      <dgm:prSet presAssocID="{B84E688C-8C9A-4973-86D9-E75DA628C422}" presName="Name17" presStyleLbl="parChTrans1D3" presStyleIdx="2" presStyleCnt="3"/>
      <dgm:spPr/>
    </dgm:pt>
    <dgm:pt modelId="{E9A641D8-DF98-4A18-8764-2DEFCA5179D2}" type="pres">
      <dgm:prSet presAssocID="{8CF11A3B-3005-4D74-8695-68F8E483A599}" presName="hierRoot3" presStyleCnt="0"/>
      <dgm:spPr/>
    </dgm:pt>
    <dgm:pt modelId="{9D622A52-9EA9-4CF3-A976-147A88B89090}" type="pres">
      <dgm:prSet presAssocID="{8CF11A3B-3005-4D74-8695-68F8E483A599}" presName="composite3" presStyleCnt="0"/>
      <dgm:spPr/>
    </dgm:pt>
    <dgm:pt modelId="{67120CD0-59EC-4DF5-8841-BCDA0BA56533}" type="pres">
      <dgm:prSet presAssocID="{8CF11A3B-3005-4D74-8695-68F8E483A599}" presName="background3" presStyleLbl="asst1" presStyleIdx="5" presStyleCnt="6"/>
      <dgm:spPr/>
    </dgm:pt>
    <dgm:pt modelId="{B0487542-8420-4BA1-8121-45D7B42EF6C2}" type="pres">
      <dgm:prSet presAssocID="{8CF11A3B-3005-4D74-8695-68F8E483A599}" presName="text3" presStyleLbl="fgAcc3" presStyleIdx="2" presStyleCnt="3">
        <dgm:presLayoutVars>
          <dgm:chPref val="3"/>
        </dgm:presLayoutVars>
      </dgm:prSet>
      <dgm:spPr/>
    </dgm:pt>
    <dgm:pt modelId="{C9A4A321-C1A3-45B6-8689-D716F460D2BB}" type="pres">
      <dgm:prSet presAssocID="{8CF11A3B-3005-4D74-8695-68F8E483A599}" presName="hierChild4" presStyleCnt="0"/>
      <dgm:spPr/>
    </dgm:pt>
  </dgm:ptLst>
  <dgm:cxnLst>
    <dgm:cxn modelId="{11870B03-FC8B-4ABD-9F2A-3C888FE6E97D}" srcId="{E6C72D40-29E2-4CB2-8B1E-C10A93862BE3}" destId="{A37B2AE2-F5A7-4E32-BDDB-624A2D91588E}" srcOrd="0" destOrd="0" parTransId="{73A9C591-BFA1-4F6F-B326-D766EF702219}" sibTransId="{25556D99-27F1-4D93-9C38-611CC8E78241}"/>
    <dgm:cxn modelId="{B7430114-F7A5-4D8A-AC13-1A4D39B31EFC}" type="presOf" srcId="{B84E688C-8C9A-4973-86D9-E75DA628C422}" destId="{52F25CD9-4EF2-4B49-AEAC-C6AA4CB76869}" srcOrd="0" destOrd="0" presId="urn:microsoft.com/office/officeart/2005/8/layout/hierarchy1"/>
    <dgm:cxn modelId="{DAB81720-5DA0-4D2A-86AB-3D33533FB46D}" type="presOf" srcId="{8CF11A3B-3005-4D74-8695-68F8E483A599}" destId="{B0487542-8420-4BA1-8121-45D7B42EF6C2}" srcOrd="0" destOrd="0" presId="urn:microsoft.com/office/officeart/2005/8/layout/hierarchy1"/>
    <dgm:cxn modelId="{FF3DD523-BD42-495B-BBA9-07F5AF462BCB}" srcId="{A37B2AE2-F5A7-4E32-BDDB-624A2D91588E}" destId="{8F0F86F7-C249-4109-BB15-1C942B438AE0}" srcOrd="1" destOrd="0" parTransId="{3ED6D97F-DC72-46B9-AD27-5F89E3E224C7}" sibTransId="{9822520C-17C4-4858-9FD3-276F1308019B}"/>
    <dgm:cxn modelId="{6DDE322B-E7AC-4A62-96A0-A7129ED17279}" srcId="{598E36CC-8178-4F6C-99E5-62E143A35641}" destId="{E6C72D40-29E2-4CB2-8B1E-C10A93862BE3}" srcOrd="0" destOrd="0" parTransId="{29593563-95B4-4E62-B35F-9E793067DF5D}" sibTransId="{5B700393-37FE-48DB-A7E0-36CC2C04EDE0}"/>
    <dgm:cxn modelId="{708E1138-42C6-4740-BF04-9C1C18B128A2}" type="presOf" srcId="{47BECFFB-76BB-4D19-9A25-AF06383E7657}" destId="{DECAF49E-1221-4AE5-807A-C6D3121669CF}" srcOrd="0" destOrd="0" presId="urn:microsoft.com/office/officeart/2005/8/layout/hierarchy1"/>
    <dgm:cxn modelId="{87E59438-8DC6-4216-83D9-7DC6BB8A7FCD}" type="presOf" srcId="{8F0F86F7-C249-4109-BB15-1C942B438AE0}" destId="{DACB1174-6D1E-4459-9C64-53ADEFB675CB}" srcOrd="0" destOrd="0" presId="urn:microsoft.com/office/officeart/2005/8/layout/hierarchy1"/>
    <dgm:cxn modelId="{442D493C-24E6-4A43-BD95-01B591CD0B28}" type="presOf" srcId="{00850F81-651B-4F34-8E63-7509C120853A}" destId="{E1EB06D0-7BC3-43B8-9F22-BBE41EFBDC0F}" srcOrd="0" destOrd="0" presId="urn:microsoft.com/office/officeart/2005/8/layout/hierarchy1"/>
    <dgm:cxn modelId="{FE086F59-DC4D-4BCD-AB29-4B1B85ADB0C0}" srcId="{A37B2AE2-F5A7-4E32-BDDB-624A2D91588E}" destId="{47BECFFB-76BB-4D19-9A25-AF06383E7657}" srcOrd="0" destOrd="0" parTransId="{90411DEC-97D3-4683-90B8-841CBB142372}" sibTransId="{BCF9C70D-8733-47F8-B90F-8B2815631F27}"/>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883ECA7F-289A-4EBA-9B76-D6B71AA63CFF}" type="presOf" srcId="{E6C72D40-29E2-4CB2-8B1E-C10A93862BE3}" destId="{635EE013-F30D-469C-9E53-004A9BB5AB3A}"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A142E9B9-88F9-4BEE-B335-A8B12B3C42B7}" srcId="{8A86F89F-182A-4DA3-8FE9-3FE551C7E5BA}"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0C4329C4-0F3D-46A5-BF5C-E56AE47C6150}" type="presOf" srcId="{90411DEC-97D3-4683-90B8-841CBB142372}" destId="{8CBAB1D6-092E-41B1-8781-C9A0724D2820}" srcOrd="0" destOrd="0" presId="urn:microsoft.com/office/officeart/2005/8/layout/hierarchy1"/>
    <dgm:cxn modelId="{7D7FB6EA-7E64-4762-B2D0-61D15DBBC4D5}" type="presOf" srcId="{3ED6D97F-DC72-46B9-AD27-5F89E3E224C7}" destId="{B5D0D254-B8BF-46D1-ACDA-1025548A152D}" srcOrd="0" destOrd="0" presId="urn:microsoft.com/office/officeart/2005/8/layout/hierarchy1"/>
    <dgm:cxn modelId="{B5466AF2-1CAC-47A0-ADAE-185371402F37}" srcId="{47BECFFB-76BB-4D19-9A25-AF06383E7657}"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174A7EFA-1C98-4063-B605-EAE3E64DEF8B}" type="presOf" srcId="{E4DDFA87-63CE-4C5A-BE7F-4FFFD47AFEA0}" destId="{3DDF911E-FA04-4DEF-AD71-DC13C4D5A993}" srcOrd="0" destOrd="0" presId="urn:microsoft.com/office/officeart/2005/8/layout/hierarchy1"/>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7DA6C69F-4D9F-458E-97AD-33EA24EA1CB6}" type="presParOf" srcId="{FEDCB251-6836-4379-956D-EE79413A8CE5}" destId="{8CBAB1D6-092E-41B1-8781-C9A0724D2820}" srcOrd="0" destOrd="0" presId="urn:microsoft.com/office/officeart/2005/8/layout/hierarchy1"/>
    <dgm:cxn modelId="{D928749E-5574-40E3-86EA-8434DE67856B}" type="presParOf" srcId="{FEDCB251-6836-4379-956D-EE79413A8CE5}" destId="{4951F94C-6AFC-460B-937B-E28D06CF9A5C}" srcOrd="1" destOrd="0" presId="urn:microsoft.com/office/officeart/2005/8/layout/hierarchy1"/>
    <dgm:cxn modelId="{D40E6EDD-DD4D-40A4-8971-97F2D48335F1}" type="presParOf" srcId="{4951F94C-6AFC-460B-937B-E28D06CF9A5C}" destId="{C043086D-D09A-4FBB-9978-D0853912DAF4}" srcOrd="0" destOrd="0" presId="urn:microsoft.com/office/officeart/2005/8/layout/hierarchy1"/>
    <dgm:cxn modelId="{2FAAB9C7-B9D2-4BD9-9FC9-A64A739C772F}" type="presParOf" srcId="{C043086D-D09A-4FBB-9978-D0853912DAF4}" destId="{0ADC8960-1232-4EDD-83AD-1679EA1079A9}" srcOrd="0" destOrd="0" presId="urn:microsoft.com/office/officeart/2005/8/layout/hierarchy1"/>
    <dgm:cxn modelId="{B2A29B42-66F1-469B-9766-D3595289CE23}" type="presParOf" srcId="{C043086D-D09A-4FBB-9978-D0853912DAF4}" destId="{DECAF49E-1221-4AE5-807A-C6D3121669CF}" srcOrd="1" destOrd="0" presId="urn:microsoft.com/office/officeart/2005/8/layout/hierarchy1"/>
    <dgm:cxn modelId="{568B3149-86D8-4EFF-9693-4D0171A1BEE7}" type="presParOf" srcId="{4951F94C-6AFC-460B-937B-E28D06CF9A5C}" destId="{59A519CD-6219-4E39-A5F3-83C5E9D7580B}" srcOrd="1" destOrd="0" presId="urn:microsoft.com/office/officeart/2005/8/layout/hierarchy1"/>
    <dgm:cxn modelId="{F43A1D24-34C0-4C5B-A591-833C198400C2}" type="presParOf" srcId="{59A519CD-6219-4E39-A5F3-83C5E9D7580B}" destId="{E1EB06D0-7BC3-43B8-9F22-BBE41EFBDC0F}" srcOrd="0" destOrd="0" presId="urn:microsoft.com/office/officeart/2005/8/layout/hierarchy1"/>
    <dgm:cxn modelId="{D6A35D89-EC6A-4699-8B91-353D2B65D64F}" type="presParOf" srcId="{59A519CD-6219-4E39-A5F3-83C5E9D7580B}" destId="{84CF10BD-786C-4868-A5C2-148243B657B1}" srcOrd="1" destOrd="0" presId="urn:microsoft.com/office/officeart/2005/8/layout/hierarchy1"/>
    <dgm:cxn modelId="{99EA24F2-BDA6-459B-8DEC-D331D8066E91}" type="presParOf" srcId="{84CF10BD-786C-4868-A5C2-148243B657B1}" destId="{CCB6ED89-29CF-4F4E-B4D3-9AFB66EE3D5D}" srcOrd="0" destOrd="0" presId="urn:microsoft.com/office/officeart/2005/8/layout/hierarchy1"/>
    <dgm:cxn modelId="{F4F4F20C-99E6-47F0-91D9-13726A914CBF}" type="presParOf" srcId="{CCB6ED89-29CF-4F4E-B4D3-9AFB66EE3D5D}" destId="{C1779A42-E38F-413C-A7FB-951F8297435B}" srcOrd="0" destOrd="0" presId="urn:microsoft.com/office/officeart/2005/8/layout/hierarchy1"/>
    <dgm:cxn modelId="{DD86C9D6-5531-4F14-893E-DC9A18A0E678}" type="presParOf" srcId="{CCB6ED89-29CF-4F4E-B4D3-9AFB66EE3D5D}" destId="{3DDF911E-FA04-4DEF-AD71-DC13C4D5A993}" srcOrd="1" destOrd="0" presId="urn:microsoft.com/office/officeart/2005/8/layout/hierarchy1"/>
    <dgm:cxn modelId="{977492DF-FECC-4159-85A0-288068CF5492}" type="presParOf" srcId="{84CF10BD-786C-4868-A5C2-148243B657B1}" destId="{3D80B807-B95D-42A5-80F1-EC4C18286EEC}" srcOrd="1" destOrd="0" presId="urn:microsoft.com/office/officeart/2005/8/layout/hierarchy1"/>
    <dgm:cxn modelId="{56E5BA96-5988-4CC2-A674-DD46AC17B69B}" type="presParOf" srcId="{FEDCB251-6836-4379-956D-EE79413A8CE5}" destId="{B5D0D254-B8BF-46D1-ACDA-1025548A152D}" srcOrd="2" destOrd="0" presId="urn:microsoft.com/office/officeart/2005/8/layout/hierarchy1"/>
    <dgm:cxn modelId="{2C65411D-E3C1-414E-8256-12DDBF088BA8}" type="presParOf" srcId="{FEDCB251-6836-4379-956D-EE79413A8CE5}" destId="{26D6270F-E713-460D-BAE7-C3924E519C6D}" srcOrd="3" destOrd="0" presId="urn:microsoft.com/office/officeart/2005/8/layout/hierarchy1"/>
    <dgm:cxn modelId="{CEBBFD9F-BA39-4E32-BE02-6F84FF8391F5}" type="presParOf" srcId="{26D6270F-E713-460D-BAE7-C3924E519C6D}" destId="{61AD03F3-6D36-438D-A21C-A11B9581EBDE}" srcOrd="0" destOrd="0" presId="urn:microsoft.com/office/officeart/2005/8/layout/hierarchy1"/>
    <dgm:cxn modelId="{03A73277-8F57-43CF-8B65-07B73517B74F}" type="presParOf" srcId="{61AD03F3-6D36-438D-A21C-A11B9581EBDE}" destId="{E8FA8150-31B7-4062-BD66-4E7841ECB57F}" srcOrd="0" destOrd="0" presId="urn:microsoft.com/office/officeart/2005/8/layout/hierarchy1"/>
    <dgm:cxn modelId="{35E5C29C-A6D4-43C9-ADB2-CB9CBF24EE23}" type="presParOf" srcId="{61AD03F3-6D36-438D-A21C-A11B9581EBDE}" destId="{DACB1174-6D1E-4459-9C64-53ADEFB675CB}" srcOrd="1" destOrd="0" presId="urn:microsoft.com/office/officeart/2005/8/layout/hierarchy1"/>
    <dgm:cxn modelId="{42952F10-9938-4D07-9D9E-8361773BDADC}" type="presParOf" srcId="{26D6270F-E713-460D-BAE7-C3924E519C6D}" destId="{BD1F348E-4D10-44DC-ABC0-B64A88883ED5}"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DCB7D0FF-EE75-436C-B40B-7A15FC61C649}" type="presParOf" srcId="{DB248D52-F9F8-4636-A036-18B8A7C423B7}" destId="{52F25CD9-4EF2-4B49-AEAC-C6AA4CB76869}" srcOrd="0" destOrd="0" presId="urn:microsoft.com/office/officeart/2005/8/layout/hierarchy1"/>
    <dgm:cxn modelId="{4A4CA9C2-2D07-47A4-9027-C36E03846FC6}" type="presParOf" srcId="{DB248D52-F9F8-4636-A036-18B8A7C423B7}" destId="{E9A641D8-DF98-4A18-8764-2DEFCA5179D2}" srcOrd="1" destOrd="0" presId="urn:microsoft.com/office/officeart/2005/8/layout/hierarchy1"/>
    <dgm:cxn modelId="{9AF61A3E-9B05-4930-9FEE-251598776D4B}" type="presParOf" srcId="{E9A641D8-DF98-4A18-8764-2DEFCA5179D2}" destId="{9D622A52-9EA9-4CF3-A976-147A88B89090}" srcOrd="0" destOrd="0" presId="urn:microsoft.com/office/officeart/2005/8/layout/hierarchy1"/>
    <dgm:cxn modelId="{830B73BF-8F5B-4228-BE3C-D54A8DE08DA5}" type="presParOf" srcId="{9D622A52-9EA9-4CF3-A976-147A88B89090}" destId="{67120CD0-59EC-4DF5-8841-BCDA0BA56533}" srcOrd="0" destOrd="0" presId="urn:microsoft.com/office/officeart/2005/8/layout/hierarchy1"/>
    <dgm:cxn modelId="{6F9BBE4E-2C7A-4A7F-AA22-A3581FCD5577}" type="presParOf" srcId="{9D622A52-9EA9-4CF3-A976-147A88B89090}" destId="{B0487542-8420-4BA1-8121-45D7B42EF6C2}" srcOrd="1" destOrd="0" presId="urn:microsoft.com/office/officeart/2005/8/layout/hierarchy1"/>
    <dgm:cxn modelId="{24883AE7-FEE8-4941-B6C9-257F7E961E6C}" type="presParOf" srcId="{E9A641D8-DF98-4A18-8764-2DEFCA5179D2}" destId="{C9A4A321-C1A3-45B6-8689-D716F460D2BB}" srcOrd="1" destOrd="0" presId="urn:microsoft.com/office/officeart/2005/8/layout/hierarchy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98E36CC-8178-4F6C-99E5-62E143A356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CA"/>
        </a:p>
      </dgm:t>
    </dgm:pt>
    <dgm:pt modelId="{E6C72D40-29E2-4CB2-8B1E-C10A93862BE3}">
      <dgm:prSet phldrT="[Text]"/>
      <dgm:spPr/>
      <dgm:t>
        <a:bodyPr/>
        <a:lstStyle/>
        <a:p>
          <a:r>
            <a:rPr lang="en-CA" dirty="0"/>
            <a:t>Height</a:t>
          </a:r>
        </a:p>
      </dgm:t>
    </dgm:pt>
    <dgm:pt modelId="{29593563-95B4-4E62-B35F-9E793067DF5D}" type="parTrans" cxnId="{6DDE322B-E7AC-4A62-96A0-A7129ED17279}">
      <dgm:prSet/>
      <dgm:spPr/>
      <dgm:t>
        <a:bodyPr/>
        <a:lstStyle/>
        <a:p>
          <a:endParaRPr lang="en-CA"/>
        </a:p>
      </dgm:t>
    </dgm:pt>
    <dgm:pt modelId="{5B700393-37FE-48DB-A7E0-36CC2C04EDE0}" type="sibTrans" cxnId="{6DDE322B-E7AC-4A62-96A0-A7129ED17279}">
      <dgm:prSet/>
      <dgm:spPr/>
      <dgm:t>
        <a:bodyPr/>
        <a:lstStyle/>
        <a:p>
          <a:endParaRPr lang="en-CA"/>
        </a:p>
      </dgm:t>
    </dgm:pt>
    <dgm:pt modelId="{A37B2AE2-F5A7-4E32-BDDB-624A2D91588E}" type="asst">
      <dgm:prSet phldrT="[Text]"/>
      <dgm:spPr/>
      <dgm:t>
        <a:bodyPr/>
        <a:lstStyle/>
        <a:p>
          <a:r>
            <a:rPr lang="en-CA" dirty="0"/>
            <a:t>Shoe size &lt;5</a:t>
          </a:r>
        </a:p>
      </dgm:t>
    </dgm:pt>
    <dgm:pt modelId="{25556D99-27F1-4D93-9C38-611CC8E78241}" type="sibTrans" cxnId="{11870B03-FC8B-4ABD-9F2A-3C888FE6E97D}">
      <dgm:prSet/>
      <dgm:spPr/>
      <dgm:t>
        <a:bodyPr/>
        <a:lstStyle/>
        <a:p>
          <a:endParaRPr lang="en-CA"/>
        </a:p>
      </dgm:t>
    </dgm:pt>
    <dgm:pt modelId="{73A9C591-BFA1-4F6F-B326-D766EF702219}" type="parTrans" cxnId="{11870B03-FC8B-4ABD-9F2A-3C888FE6E97D}">
      <dgm:prSet/>
      <dgm:spPr/>
      <dgm:t>
        <a:bodyPr/>
        <a:lstStyle/>
        <a:p>
          <a:endParaRPr lang="en-CA"/>
        </a:p>
      </dgm:t>
    </dgm:pt>
    <dgm:pt modelId="{8A86F89F-182A-4DA3-8FE9-3FE551C7E5BA}" type="asst">
      <dgm:prSet phldrT="[Text]"/>
      <dgm:spPr/>
      <dgm:t>
        <a:bodyPr/>
        <a:lstStyle/>
        <a:p>
          <a:r>
            <a:rPr lang="en-CA" dirty="0"/>
            <a:t>Shoe size 5+</a:t>
          </a:r>
        </a:p>
      </dgm:t>
    </dgm:pt>
    <dgm:pt modelId="{C2DB7616-D3DF-4040-9750-4C847ACAFD35}" type="parTrans" cxnId="{BAF951F6-C1B8-4C8A-A0A7-D06DCAE8B24A}">
      <dgm:prSet/>
      <dgm:spPr/>
      <dgm:t>
        <a:bodyPr/>
        <a:lstStyle/>
        <a:p>
          <a:endParaRPr lang="en-CA"/>
        </a:p>
      </dgm:t>
    </dgm:pt>
    <dgm:pt modelId="{8B863744-EA9F-468A-90F1-93BC0AB14D2B}" type="sibTrans" cxnId="{BAF951F6-C1B8-4C8A-A0A7-D06DCAE8B24A}">
      <dgm:prSet/>
      <dgm:spPr/>
      <dgm:t>
        <a:bodyPr/>
        <a:lstStyle/>
        <a:p>
          <a:endParaRPr lang="en-CA"/>
        </a:p>
      </dgm:t>
    </dgm:pt>
    <dgm:pt modelId="{8CF11A3B-3005-4D74-8695-68F8E483A599}" type="asst">
      <dgm:prSet phldrT="[Text]"/>
      <dgm:spPr/>
      <dgm:t>
        <a:bodyPr/>
        <a:lstStyle/>
        <a:p>
          <a:r>
            <a:rPr lang="en-CA" dirty="0"/>
            <a:t>Height = 5’4”</a:t>
          </a:r>
        </a:p>
      </dgm:t>
    </dgm:pt>
    <dgm:pt modelId="{B84E688C-8C9A-4973-86D9-E75DA628C422}" type="parTrans" cxnId="{A142E9B9-88F9-4BEE-B335-A8B12B3C42B7}">
      <dgm:prSet/>
      <dgm:spPr/>
      <dgm:t>
        <a:bodyPr/>
        <a:lstStyle/>
        <a:p>
          <a:endParaRPr lang="en-CA"/>
        </a:p>
      </dgm:t>
    </dgm:pt>
    <dgm:pt modelId="{C5D29404-5DB3-4BFB-8C73-7EE210B81A44}" type="sibTrans" cxnId="{A142E9B9-88F9-4BEE-B335-A8B12B3C42B7}">
      <dgm:prSet/>
      <dgm:spPr/>
      <dgm:t>
        <a:bodyPr/>
        <a:lstStyle/>
        <a:p>
          <a:endParaRPr lang="en-CA"/>
        </a:p>
      </dgm:t>
    </dgm:pt>
    <dgm:pt modelId="{E4DDFA87-63CE-4C5A-BE7F-4FFFD47AFEA0}" type="asst">
      <dgm:prSet phldrT="[Text]"/>
      <dgm:spPr/>
      <dgm:t>
        <a:bodyPr/>
        <a:lstStyle/>
        <a:p>
          <a:r>
            <a:rPr lang="en-CA" dirty="0"/>
            <a:t>Height = 5’0”</a:t>
          </a:r>
        </a:p>
      </dgm:t>
    </dgm:pt>
    <dgm:pt modelId="{00850F81-651B-4F34-8E63-7509C120853A}" type="parTrans" cxnId="{B5466AF2-1CAC-47A0-ADAE-185371402F37}">
      <dgm:prSet/>
      <dgm:spPr/>
      <dgm:t>
        <a:bodyPr/>
        <a:lstStyle/>
        <a:p>
          <a:endParaRPr lang="en-CA"/>
        </a:p>
      </dgm:t>
    </dgm:pt>
    <dgm:pt modelId="{3241F673-AB4D-4017-9508-4F581BB3792D}" type="sibTrans" cxnId="{B5466AF2-1CAC-47A0-ADAE-185371402F37}">
      <dgm:prSet/>
      <dgm:spPr/>
      <dgm:t>
        <a:bodyPr/>
        <a:lstStyle/>
        <a:p>
          <a:endParaRPr lang="en-CA"/>
        </a:p>
      </dgm:t>
    </dgm:pt>
    <dgm:pt modelId="{9F98A82A-1631-43CA-B91A-9D8D6B1F1BB8}" type="asst">
      <dgm:prSet phldrT="[Text]"/>
      <dgm:spPr/>
      <dgm:t>
        <a:bodyPr/>
        <a:lstStyle/>
        <a:p>
          <a:r>
            <a:rPr lang="en-CA" dirty="0"/>
            <a:t>Gender = Girl</a:t>
          </a:r>
        </a:p>
      </dgm:t>
    </dgm:pt>
    <dgm:pt modelId="{707A903F-C6AC-4C55-BCE2-D406657A34B7}" type="parTrans" cxnId="{0EE82A94-84B5-4A30-85F6-BF6259B485F3}">
      <dgm:prSet/>
      <dgm:spPr/>
      <dgm:t>
        <a:bodyPr/>
        <a:lstStyle/>
        <a:p>
          <a:endParaRPr lang="en-CA"/>
        </a:p>
      </dgm:t>
    </dgm:pt>
    <dgm:pt modelId="{577038E3-93C5-402E-9C69-296F914D162B}" type="sibTrans" cxnId="{0EE82A94-84B5-4A30-85F6-BF6259B485F3}">
      <dgm:prSet/>
      <dgm:spPr/>
      <dgm:t>
        <a:bodyPr/>
        <a:lstStyle/>
        <a:p>
          <a:endParaRPr lang="en-CA"/>
        </a:p>
      </dgm:t>
    </dgm:pt>
    <dgm:pt modelId="{38F0302B-03E4-4AA2-9189-13E863133FAB}" type="asst">
      <dgm:prSet phldrT="[Text]"/>
      <dgm:spPr/>
      <dgm:t>
        <a:bodyPr/>
        <a:lstStyle/>
        <a:p>
          <a:r>
            <a:rPr lang="en-CA" dirty="0"/>
            <a:t>Gender = Boy</a:t>
          </a:r>
        </a:p>
      </dgm:t>
    </dgm:pt>
    <dgm:pt modelId="{8BC15050-FDFC-4D23-8698-B514DEEFB4C9}" type="parTrans" cxnId="{74F08668-4DEA-49F4-ACAE-86F5A9260812}">
      <dgm:prSet/>
      <dgm:spPr/>
      <dgm:t>
        <a:bodyPr/>
        <a:lstStyle/>
        <a:p>
          <a:endParaRPr lang="en-CA"/>
        </a:p>
      </dgm:t>
    </dgm:pt>
    <dgm:pt modelId="{80927CEE-AFDB-46A4-98C3-AF9F1AB5B88C}" type="sibTrans" cxnId="{74F08668-4DEA-49F4-ACAE-86F5A9260812}">
      <dgm:prSet/>
      <dgm:spPr/>
      <dgm:t>
        <a:bodyPr/>
        <a:lstStyle/>
        <a:p>
          <a:endParaRPr lang="en-CA"/>
        </a:p>
      </dgm:t>
    </dgm:pt>
    <dgm:pt modelId="{BF42C2BA-5452-43DE-B0E5-AA026E75DCCE}" type="asst">
      <dgm:prSet phldrT="[Text]"/>
      <dgm:spPr/>
      <dgm:t>
        <a:bodyPr/>
        <a:lstStyle/>
        <a:p>
          <a:r>
            <a:rPr lang="en-CA" dirty="0"/>
            <a:t>Height = 5’6”</a:t>
          </a:r>
        </a:p>
      </dgm:t>
    </dgm:pt>
    <dgm:pt modelId="{15556E04-F320-4C79-B393-00E5A82E5B7B}" type="parTrans" cxnId="{910F3585-EE02-47B7-97AF-4E6B18EDCEF1}">
      <dgm:prSet/>
      <dgm:spPr/>
      <dgm:t>
        <a:bodyPr/>
        <a:lstStyle/>
        <a:p>
          <a:endParaRPr lang="en-CA"/>
        </a:p>
      </dgm:t>
    </dgm:pt>
    <dgm:pt modelId="{C9F5308A-D627-43D8-9A50-EB1558412EA3}" type="sibTrans" cxnId="{910F3585-EE02-47B7-97AF-4E6B18EDCEF1}">
      <dgm:prSet/>
      <dgm:spPr/>
      <dgm:t>
        <a:bodyPr/>
        <a:lstStyle/>
        <a:p>
          <a:endParaRPr lang="en-CA"/>
        </a:p>
      </dgm:t>
    </dgm:pt>
    <dgm:pt modelId="{EFE9CD4D-2C3A-4054-B4B5-183CEE3D0932}" type="pres">
      <dgm:prSet presAssocID="{598E36CC-8178-4F6C-99E5-62E143A35641}" presName="hierChild1" presStyleCnt="0">
        <dgm:presLayoutVars>
          <dgm:chPref val="1"/>
          <dgm:dir/>
          <dgm:animOne val="branch"/>
          <dgm:animLvl val="lvl"/>
          <dgm:resizeHandles/>
        </dgm:presLayoutVars>
      </dgm:prSet>
      <dgm:spPr/>
    </dgm:pt>
    <dgm:pt modelId="{94C8F2FC-A4DF-44FF-B5ED-4BAD55D70C53}" type="pres">
      <dgm:prSet presAssocID="{E6C72D40-29E2-4CB2-8B1E-C10A93862BE3}" presName="hierRoot1" presStyleCnt="0"/>
      <dgm:spPr/>
    </dgm:pt>
    <dgm:pt modelId="{05376E94-48E8-433E-B9C2-636AE7038C07}" type="pres">
      <dgm:prSet presAssocID="{E6C72D40-29E2-4CB2-8B1E-C10A93862BE3}" presName="composite" presStyleCnt="0"/>
      <dgm:spPr/>
    </dgm:pt>
    <dgm:pt modelId="{B03A8CAA-B150-46ED-88F2-37B83164F132}" type="pres">
      <dgm:prSet presAssocID="{E6C72D40-29E2-4CB2-8B1E-C10A93862BE3}" presName="background" presStyleLbl="node0" presStyleIdx="0" presStyleCnt="1"/>
      <dgm:spPr/>
    </dgm:pt>
    <dgm:pt modelId="{635EE013-F30D-469C-9E53-004A9BB5AB3A}" type="pres">
      <dgm:prSet presAssocID="{E6C72D40-29E2-4CB2-8B1E-C10A93862BE3}" presName="text" presStyleLbl="fgAcc0" presStyleIdx="0" presStyleCnt="1">
        <dgm:presLayoutVars>
          <dgm:chPref val="3"/>
        </dgm:presLayoutVars>
      </dgm:prSet>
      <dgm:spPr/>
    </dgm:pt>
    <dgm:pt modelId="{1E2F8725-E9C5-4D14-BDCF-B6835FCC4DA0}" type="pres">
      <dgm:prSet presAssocID="{E6C72D40-29E2-4CB2-8B1E-C10A93862BE3}" presName="hierChild2" presStyleCnt="0"/>
      <dgm:spPr/>
    </dgm:pt>
    <dgm:pt modelId="{E3D1C3E8-C933-41D9-9934-35846715ADFE}" type="pres">
      <dgm:prSet presAssocID="{73A9C591-BFA1-4F6F-B326-D766EF702219}" presName="Name10" presStyleLbl="parChTrans1D2" presStyleIdx="0" presStyleCnt="2"/>
      <dgm:spPr/>
    </dgm:pt>
    <dgm:pt modelId="{06F44E3A-E62D-4ED2-BE7A-EA59ECA0AF88}" type="pres">
      <dgm:prSet presAssocID="{A37B2AE2-F5A7-4E32-BDDB-624A2D91588E}" presName="hierRoot2" presStyleCnt="0"/>
      <dgm:spPr/>
    </dgm:pt>
    <dgm:pt modelId="{45883172-4E82-4C57-A2BC-5E30C04857EC}" type="pres">
      <dgm:prSet presAssocID="{A37B2AE2-F5A7-4E32-BDDB-624A2D91588E}" presName="composite2" presStyleCnt="0"/>
      <dgm:spPr/>
    </dgm:pt>
    <dgm:pt modelId="{7C433124-736C-41B4-B4CC-9C62F6F6872E}" type="pres">
      <dgm:prSet presAssocID="{A37B2AE2-F5A7-4E32-BDDB-624A2D91588E}" presName="background2" presStyleLbl="asst1" presStyleIdx="0" presStyleCnt="7"/>
      <dgm:spPr/>
    </dgm:pt>
    <dgm:pt modelId="{01DBEE73-467C-444F-AAC1-9CF5B89E96E1}" type="pres">
      <dgm:prSet presAssocID="{A37B2AE2-F5A7-4E32-BDDB-624A2D91588E}" presName="text2" presStyleLbl="fgAcc2" presStyleIdx="0" presStyleCnt="2">
        <dgm:presLayoutVars>
          <dgm:chPref val="3"/>
        </dgm:presLayoutVars>
      </dgm:prSet>
      <dgm:spPr/>
    </dgm:pt>
    <dgm:pt modelId="{FEDCB251-6836-4379-956D-EE79413A8CE5}" type="pres">
      <dgm:prSet presAssocID="{A37B2AE2-F5A7-4E32-BDDB-624A2D91588E}" presName="hierChild3" presStyleCnt="0"/>
      <dgm:spPr/>
    </dgm:pt>
    <dgm:pt modelId="{688421B8-6C3C-4A24-8230-8963D1AB0C41}" type="pres">
      <dgm:prSet presAssocID="{00850F81-651B-4F34-8E63-7509C120853A}" presName="Name17" presStyleLbl="parChTrans1D3" presStyleIdx="0" presStyleCnt="3"/>
      <dgm:spPr/>
    </dgm:pt>
    <dgm:pt modelId="{C5745051-3A04-42FC-BFA3-C0717408051B}" type="pres">
      <dgm:prSet presAssocID="{E4DDFA87-63CE-4C5A-BE7F-4FFFD47AFEA0}" presName="hierRoot3" presStyleCnt="0"/>
      <dgm:spPr/>
    </dgm:pt>
    <dgm:pt modelId="{DEDDD95E-FC68-46F9-9C54-461EF21551D0}" type="pres">
      <dgm:prSet presAssocID="{E4DDFA87-63CE-4C5A-BE7F-4FFFD47AFEA0}" presName="composite3" presStyleCnt="0"/>
      <dgm:spPr/>
    </dgm:pt>
    <dgm:pt modelId="{B39D1567-BF4B-4090-9E0A-41F8A0541EA1}" type="pres">
      <dgm:prSet presAssocID="{E4DDFA87-63CE-4C5A-BE7F-4FFFD47AFEA0}" presName="background3" presStyleLbl="asst1" presStyleIdx="1" presStyleCnt="7"/>
      <dgm:spPr/>
    </dgm:pt>
    <dgm:pt modelId="{A3017FC9-A7DA-40AB-8EF3-64490CC58B15}" type="pres">
      <dgm:prSet presAssocID="{E4DDFA87-63CE-4C5A-BE7F-4FFFD47AFEA0}" presName="text3" presStyleLbl="fgAcc3" presStyleIdx="0" presStyleCnt="3">
        <dgm:presLayoutVars>
          <dgm:chPref val="3"/>
        </dgm:presLayoutVars>
      </dgm:prSet>
      <dgm:spPr/>
    </dgm:pt>
    <dgm:pt modelId="{5D2AF719-F3BC-4B12-B1A4-929479721C96}" type="pres">
      <dgm:prSet presAssocID="{E4DDFA87-63CE-4C5A-BE7F-4FFFD47AFEA0}" presName="hierChild4" presStyleCnt="0"/>
      <dgm:spPr/>
    </dgm:pt>
    <dgm:pt modelId="{D3334ECC-B6BC-4039-8219-277627D6DDAA}" type="pres">
      <dgm:prSet presAssocID="{C2DB7616-D3DF-4040-9750-4C847ACAFD35}" presName="Name10" presStyleLbl="parChTrans1D2" presStyleIdx="1" presStyleCnt="2"/>
      <dgm:spPr/>
    </dgm:pt>
    <dgm:pt modelId="{348EEE16-028B-4B65-AC0E-E2E324FB8B08}" type="pres">
      <dgm:prSet presAssocID="{8A86F89F-182A-4DA3-8FE9-3FE551C7E5BA}" presName="hierRoot2" presStyleCnt="0"/>
      <dgm:spPr/>
    </dgm:pt>
    <dgm:pt modelId="{9643DE22-49C7-4FFC-ABF0-05985F386DA1}" type="pres">
      <dgm:prSet presAssocID="{8A86F89F-182A-4DA3-8FE9-3FE551C7E5BA}" presName="composite2" presStyleCnt="0"/>
      <dgm:spPr/>
    </dgm:pt>
    <dgm:pt modelId="{E675EAB7-7044-47C7-BF6A-19CBF7DB46E8}" type="pres">
      <dgm:prSet presAssocID="{8A86F89F-182A-4DA3-8FE9-3FE551C7E5BA}" presName="background2" presStyleLbl="asst1" presStyleIdx="2" presStyleCnt="7"/>
      <dgm:spPr/>
    </dgm:pt>
    <dgm:pt modelId="{4E115749-E5A8-495B-B589-DCD61F72935F}" type="pres">
      <dgm:prSet presAssocID="{8A86F89F-182A-4DA3-8FE9-3FE551C7E5BA}" presName="text2" presStyleLbl="fgAcc2" presStyleIdx="1" presStyleCnt="2">
        <dgm:presLayoutVars>
          <dgm:chPref val="3"/>
        </dgm:presLayoutVars>
      </dgm:prSet>
      <dgm:spPr/>
    </dgm:pt>
    <dgm:pt modelId="{DB248D52-F9F8-4636-A036-18B8A7C423B7}" type="pres">
      <dgm:prSet presAssocID="{8A86F89F-182A-4DA3-8FE9-3FE551C7E5BA}" presName="hierChild3" presStyleCnt="0"/>
      <dgm:spPr/>
    </dgm:pt>
    <dgm:pt modelId="{8E92795E-7875-4C75-B622-4B64B7F633BC}" type="pres">
      <dgm:prSet presAssocID="{707A903F-C6AC-4C55-BCE2-D406657A34B7}" presName="Name17" presStyleLbl="parChTrans1D3" presStyleIdx="1" presStyleCnt="3"/>
      <dgm:spPr/>
    </dgm:pt>
    <dgm:pt modelId="{FDC8D2DF-736E-4B6C-9521-29AA674B89C1}" type="pres">
      <dgm:prSet presAssocID="{9F98A82A-1631-43CA-B91A-9D8D6B1F1BB8}" presName="hierRoot3" presStyleCnt="0"/>
      <dgm:spPr/>
    </dgm:pt>
    <dgm:pt modelId="{345B466B-8D87-4959-9774-8B928DBE3C9D}" type="pres">
      <dgm:prSet presAssocID="{9F98A82A-1631-43CA-B91A-9D8D6B1F1BB8}" presName="composite3" presStyleCnt="0"/>
      <dgm:spPr/>
    </dgm:pt>
    <dgm:pt modelId="{DE20637C-9B83-42E9-B5CA-FE0C0E848D17}" type="pres">
      <dgm:prSet presAssocID="{9F98A82A-1631-43CA-B91A-9D8D6B1F1BB8}" presName="background3" presStyleLbl="asst1" presStyleIdx="3" presStyleCnt="7"/>
      <dgm:spPr/>
    </dgm:pt>
    <dgm:pt modelId="{E965FA13-DF7E-4137-9A8E-D704F6954B06}" type="pres">
      <dgm:prSet presAssocID="{9F98A82A-1631-43CA-B91A-9D8D6B1F1BB8}" presName="text3" presStyleLbl="fgAcc3" presStyleIdx="1" presStyleCnt="3">
        <dgm:presLayoutVars>
          <dgm:chPref val="3"/>
        </dgm:presLayoutVars>
      </dgm:prSet>
      <dgm:spPr/>
    </dgm:pt>
    <dgm:pt modelId="{ED971C4C-8E66-4740-86FD-26891C82DEC3}" type="pres">
      <dgm:prSet presAssocID="{9F98A82A-1631-43CA-B91A-9D8D6B1F1BB8}" presName="hierChild4" presStyleCnt="0"/>
      <dgm:spPr/>
    </dgm:pt>
    <dgm:pt modelId="{5D33D98D-BCB0-4ED0-955A-9408E2549025}" type="pres">
      <dgm:prSet presAssocID="{B84E688C-8C9A-4973-86D9-E75DA628C422}" presName="Name23" presStyleLbl="parChTrans1D4" presStyleIdx="0" presStyleCnt="2"/>
      <dgm:spPr/>
    </dgm:pt>
    <dgm:pt modelId="{91ED6293-E815-41CD-ABCD-94EFE347E2E1}" type="pres">
      <dgm:prSet presAssocID="{8CF11A3B-3005-4D74-8695-68F8E483A599}" presName="hierRoot4" presStyleCnt="0"/>
      <dgm:spPr/>
    </dgm:pt>
    <dgm:pt modelId="{2DA8CB2B-8C30-4A4C-A348-1B4C115DF668}" type="pres">
      <dgm:prSet presAssocID="{8CF11A3B-3005-4D74-8695-68F8E483A599}" presName="composite4" presStyleCnt="0"/>
      <dgm:spPr/>
    </dgm:pt>
    <dgm:pt modelId="{E2B70A0F-F3C9-4476-B953-0EE04C12D4D4}" type="pres">
      <dgm:prSet presAssocID="{8CF11A3B-3005-4D74-8695-68F8E483A599}" presName="background4" presStyleLbl="asst1" presStyleIdx="4" presStyleCnt="7"/>
      <dgm:spPr/>
    </dgm:pt>
    <dgm:pt modelId="{24FBAD02-E0A6-4431-A168-F6EECDE82B7D}" type="pres">
      <dgm:prSet presAssocID="{8CF11A3B-3005-4D74-8695-68F8E483A599}" presName="text4" presStyleLbl="fgAcc4" presStyleIdx="0" presStyleCnt="2">
        <dgm:presLayoutVars>
          <dgm:chPref val="3"/>
        </dgm:presLayoutVars>
      </dgm:prSet>
      <dgm:spPr/>
    </dgm:pt>
    <dgm:pt modelId="{403C2663-8769-4135-9CCC-BEECAECFF948}" type="pres">
      <dgm:prSet presAssocID="{8CF11A3B-3005-4D74-8695-68F8E483A599}" presName="hierChild5" presStyleCnt="0"/>
      <dgm:spPr/>
    </dgm:pt>
    <dgm:pt modelId="{8769CCEB-423A-435D-9B2F-8BEAEA7B5A8E}" type="pres">
      <dgm:prSet presAssocID="{8BC15050-FDFC-4D23-8698-B514DEEFB4C9}" presName="Name17" presStyleLbl="parChTrans1D3" presStyleIdx="2" presStyleCnt="3"/>
      <dgm:spPr/>
    </dgm:pt>
    <dgm:pt modelId="{D7F865DE-1485-4815-A458-E5C6261153EA}" type="pres">
      <dgm:prSet presAssocID="{38F0302B-03E4-4AA2-9189-13E863133FAB}" presName="hierRoot3" presStyleCnt="0"/>
      <dgm:spPr/>
    </dgm:pt>
    <dgm:pt modelId="{90ED647C-A439-4BE8-A57F-09E2A1484ED7}" type="pres">
      <dgm:prSet presAssocID="{38F0302B-03E4-4AA2-9189-13E863133FAB}" presName="composite3" presStyleCnt="0"/>
      <dgm:spPr/>
    </dgm:pt>
    <dgm:pt modelId="{9D6587EF-791C-4720-A95F-2FFE7E1B66F5}" type="pres">
      <dgm:prSet presAssocID="{38F0302B-03E4-4AA2-9189-13E863133FAB}" presName="background3" presStyleLbl="asst1" presStyleIdx="5" presStyleCnt="7"/>
      <dgm:spPr/>
    </dgm:pt>
    <dgm:pt modelId="{81EA9A2A-6E1B-4E3F-8816-D2B85F444B11}" type="pres">
      <dgm:prSet presAssocID="{38F0302B-03E4-4AA2-9189-13E863133FAB}" presName="text3" presStyleLbl="fgAcc3" presStyleIdx="2" presStyleCnt="3">
        <dgm:presLayoutVars>
          <dgm:chPref val="3"/>
        </dgm:presLayoutVars>
      </dgm:prSet>
      <dgm:spPr/>
    </dgm:pt>
    <dgm:pt modelId="{A963E50A-46DC-4477-802E-4692CEE84005}" type="pres">
      <dgm:prSet presAssocID="{38F0302B-03E4-4AA2-9189-13E863133FAB}" presName="hierChild4" presStyleCnt="0"/>
      <dgm:spPr/>
    </dgm:pt>
    <dgm:pt modelId="{0A3F1BDF-DBA0-4996-B97B-011F7BFA7FDA}" type="pres">
      <dgm:prSet presAssocID="{15556E04-F320-4C79-B393-00E5A82E5B7B}" presName="Name23" presStyleLbl="parChTrans1D4" presStyleIdx="1" presStyleCnt="2"/>
      <dgm:spPr/>
    </dgm:pt>
    <dgm:pt modelId="{3B0B53B2-7A29-45CF-9BBA-0C0DB81D4045}" type="pres">
      <dgm:prSet presAssocID="{BF42C2BA-5452-43DE-B0E5-AA026E75DCCE}" presName="hierRoot4" presStyleCnt="0"/>
      <dgm:spPr/>
    </dgm:pt>
    <dgm:pt modelId="{01F47B2B-24B0-4219-8822-ADEAEEE0EA32}" type="pres">
      <dgm:prSet presAssocID="{BF42C2BA-5452-43DE-B0E5-AA026E75DCCE}" presName="composite4" presStyleCnt="0"/>
      <dgm:spPr/>
    </dgm:pt>
    <dgm:pt modelId="{BA064B36-51B2-41B6-A145-ACD42F9A48AA}" type="pres">
      <dgm:prSet presAssocID="{BF42C2BA-5452-43DE-B0E5-AA026E75DCCE}" presName="background4" presStyleLbl="asst1" presStyleIdx="6" presStyleCnt="7"/>
      <dgm:spPr/>
    </dgm:pt>
    <dgm:pt modelId="{BBE654B0-2A27-40A4-8B84-022FA5BCAC76}" type="pres">
      <dgm:prSet presAssocID="{BF42C2BA-5452-43DE-B0E5-AA026E75DCCE}" presName="text4" presStyleLbl="fgAcc4" presStyleIdx="1" presStyleCnt="2">
        <dgm:presLayoutVars>
          <dgm:chPref val="3"/>
        </dgm:presLayoutVars>
      </dgm:prSet>
      <dgm:spPr/>
    </dgm:pt>
    <dgm:pt modelId="{3CAFD8E8-0464-431B-8261-8D9AD65F4241}" type="pres">
      <dgm:prSet presAssocID="{BF42C2BA-5452-43DE-B0E5-AA026E75DCCE}" presName="hierChild5" presStyleCnt="0"/>
      <dgm:spPr/>
    </dgm:pt>
  </dgm:ptLst>
  <dgm:cxnLst>
    <dgm:cxn modelId="{EE279102-97C4-43AC-8C54-D1C14C9B994A}" type="presOf" srcId="{9F98A82A-1631-43CA-B91A-9D8D6B1F1BB8}" destId="{E965FA13-DF7E-4137-9A8E-D704F6954B06}" srcOrd="0" destOrd="0" presId="urn:microsoft.com/office/officeart/2005/8/layout/hierarchy1"/>
    <dgm:cxn modelId="{11870B03-FC8B-4ABD-9F2A-3C888FE6E97D}" srcId="{E6C72D40-29E2-4CB2-8B1E-C10A93862BE3}" destId="{A37B2AE2-F5A7-4E32-BDDB-624A2D91588E}" srcOrd="0" destOrd="0" parTransId="{73A9C591-BFA1-4F6F-B326-D766EF702219}" sibTransId="{25556D99-27F1-4D93-9C38-611CC8E78241}"/>
    <dgm:cxn modelId="{BAB24F12-F57E-4B8E-903B-016E14332430}" type="presOf" srcId="{38F0302B-03E4-4AA2-9189-13E863133FAB}" destId="{81EA9A2A-6E1B-4E3F-8816-D2B85F444B11}" srcOrd="0" destOrd="0" presId="urn:microsoft.com/office/officeart/2005/8/layout/hierarchy1"/>
    <dgm:cxn modelId="{D80FCC1F-50F3-4108-A21D-9C45E1391A5D}" type="presOf" srcId="{BF42C2BA-5452-43DE-B0E5-AA026E75DCCE}" destId="{BBE654B0-2A27-40A4-8B84-022FA5BCAC76}" srcOrd="0" destOrd="0" presId="urn:microsoft.com/office/officeart/2005/8/layout/hierarchy1"/>
    <dgm:cxn modelId="{6DDE322B-E7AC-4A62-96A0-A7129ED17279}" srcId="{598E36CC-8178-4F6C-99E5-62E143A35641}" destId="{E6C72D40-29E2-4CB2-8B1E-C10A93862BE3}" srcOrd="0" destOrd="0" parTransId="{29593563-95B4-4E62-B35F-9E793067DF5D}" sibTransId="{5B700393-37FE-48DB-A7E0-36CC2C04EDE0}"/>
    <dgm:cxn modelId="{74F08668-4DEA-49F4-ACAE-86F5A9260812}" srcId="{8A86F89F-182A-4DA3-8FE9-3FE551C7E5BA}" destId="{38F0302B-03E4-4AA2-9189-13E863133FAB}" srcOrd="1" destOrd="0" parTransId="{8BC15050-FDFC-4D23-8698-B514DEEFB4C9}" sibTransId="{80927CEE-AFDB-46A4-98C3-AF9F1AB5B88C}"/>
    <dgm:cxn modelId="{00C9B769-93DE-4520-9090-208EF45EB31E}" type="presOf" srcId="{A37B2AE2-F5A7-4E32-BDDB-624A2D91588E}" destId="{01DBEE73-467C-444F-AAC1-9CF5B89E96E1}" srcOrd="0" destOrd="0" presId="urn:microsoft.com/office/officeart/2005/8/layout/hierarchy1"/>
    <dgm:cxn modelId="{5693F66A-F46B-4A25-83FF-5922BCAA3174}" type="presOf" srcId="{C2DB7616-D3DF-4040-9750-4C847ACAFD35}" destId="{D3334ECC-B6BC-4039-8219-277627D6DDAA}" srcOrd="0" destOrd="0" presId="urn:microsoft.com/office/officeart/2005/8/layout/hierarchy1"/>
    <dgm:cxn modelId="{71B5EF6C-CEEE-458D-A5A8-8AF2B1306AE3}" type="presOf" srcId="{8A86F89F-182A-4DA3-8FE9-3FE551C7E5BA}" destId="{4E115749-E5A8-495B-B589-DCD61F72935F}" srcOrd="0" destOrd="0" presId="urn:microsoft.com/office/officeart/2005/8/layout/hierarchy1"/>
    <dgm:cxn modelId="{FD70D575-BAE6-4F25-949B-95C90248399C}" type="presOf" srcId="{15556E04-F320-4C79-B393-00E5A82E5B7B}" destId="{0A3F1BDF-DBA0-4996-B97B-011F7BFA7FDA}" srcOrd="0" destOrd="0" presId="urn:microsoft.com/office/officeart/2005/8/layout/hierarchy1"/>
    <dgm:cxn modelId="{F00C1A7E-5ECC-4868-AAF5-3C23EC7AA72E}" type="presOf" srcId="{B84E688C-8C9A-4973-86D9-E75DA628C422}" destId="{5D33D98D-BCB0-4ED0-955A-9408E2549025}" srcOrd="0" destOrd="0" presId="urn:microsoft.com/office/officeart/2005/8/layout/hierarchy1"/>
    <dgm:cxn modelId="{883ECA7F-289A-4EBA-9B76-D6B71AA63CFF}" type="presOf" srcId="{E6C72D40-29E2-4CB2-8B1E-C10A93862BE3}" destId="{635EE013-F30D-469C-9E53-004A9BB5AB3A}" srcOrd="0" destOrd="0" presId="urn:microsoft.com/office/officeart/2005/8/layout/hierarchy1"/>
    <dgm:cxn modelId="{910F3585-EE02-47B7-97AF-4E6B18EDCEF1}" srcId="{38F0302B-03E4-4AA2-9189-13E863133FAB}" destId="{BF42C2BA-5452-43DE-B0E5-AA026E75DCCE}" srcOrd="0" destOrd="0" parTransId="{15556E04-F320-4C79-B393-00E5A82E5B7B}" sibTransId="{C9F5308A-D627-43D8-9A50-EB1558412EA3}"/>
    <dgm:cxn modelId="{830FB68C-BCD7-458B-8E38-F4D09CEC5B78}" type="presOf" srcId="{00850F81-651B-4F34-8E63-7509C120853A}" destId="{688421B8-6C3C-4A24-8230-8963D1AB0C41}" srcOrd="0" destOrd="0" presId="urn:microsoft.com/office/officeart/2005/8/layout/hierarchy1"/>
    <dgm:cxn modelId="{0EE82A94-84B5-4A30-85F6-BF6259B485F3}" srcId="{8A86F89F-182A-4DA3-8FE9-3FE551C7E5BA}" destId="{9F98A82A-1631-43CA-B91A-9D8D6B1F1BB8}" srcOrd="0" destOrd="0" parTransId="{707A903F-C6AC-4C55-BCE2-D406657A34B7}" sibTransId="{577038E3-93C5-402E-9C69-296F914D162B}"/>
    <dgm:cxn modelId="{80BBB897-5960-429F-873B-3CACD1147895}" type="presOf" srcId="{8CF11A3B-3005-4D74-8695-68F8E483A599}" destId="{24FBAD02-E0A6-4431-A168-F6EECDE82B7D}" srcOrd="0" destOrd="0" presId="urn:microsoft.com/office/officeart/2005/8/layout/hierarchy1"/>
    <dgm:cxn modelId="{310FB6A3-07DA-48A1-AF6F-8A876F346C6E}" type="presOf" srcId="{73A9C591-BFA1-4F6F-B326-D766EF702219}" destId="{E3D1C3E8-C933-41D9-9934-35846715ADFE}" srcOrd="0" destOrd="0" presId="urn:microsoft.com/office/officeart/2005/8/layout/hierarchy1"/>
    <dgm:cxn modelId="{A142E9B9-88F9-4BEE-B335-A8B12B3C42B7}" srcId="{9F98A82A-1631-43CA-B91A-9D8D6B1F1BB8}" destId="{8CF11A3B-3005-4D74-8695-68F8E483A599}" srcOrd="0" destOrd="0" parTransId="{B84E688C-8C9A-4973-86D9-E75DA628C422}" sibTransId="{C5D29404-5DB3-4BFB-8C73-7EE210B81A44}"/>
    <dgm:cxn modelId="{4BD748BA-EC9C-46E3-90CD-33E7FBC29808}" type="presOf" srcId="{598E36CC-8178-4F6C-99E5-62E143A35641}" destId="{EFE9CD4D-2C3A-4054-B4B5-183CEE3D0932}" srcOrd="0" destOrd="0" presId="urn:microsoft.com/office/officeart/2005/8/layout/hierarchy1"/>
    <dgm:cxn modelId="{118B11D3-A419-40A9-90FF-C8F216385104}" type="presOf" srcId="{707A903F-C6AC-4C55-BCE2-D406657A34B7}" destId="{8E92795E-7875-4C75-B622-4B64B7F633BC}" srcOrd="0" destOrd="0" presId="urn:microsoft.com/office/officeart/2005/8/layout/hierarchy1"/>
    <dgm:cxn modelId="{F3A20EE2-CD9D-4B1E-9C72-811EA1CC869C}" type="presOf" srcId="{E4DDFA87-63CE-4C5A-BE7F-4FFFD47AFEA0}" destId="{A3017FC9-A7DA-40AB-8EF3-64490CC58B15}" srcOrd="0" destOrd="0" presId="urn:microsoft.com/office/officeart/2005/8/layout/hierarchy1"/>
    <dgm:cxn modelId="{B5466AF2-1CAC-47A0-ADAE-185371402F37}" srcId="{A37B2AE2-F5A7-4E32-BDDB-624A2D91588E}" destId="{E4DDFA87-63CE-4C5A-BE7F-4FFFD47AFEA0}" srcOrd="0" destOrd="0" parTransId="{00850F81-651B-4F34-8E63-7509C120853A}" sibTransId="{3241F673-AB4D-4017-9508-4F581BB3792D}"/>
    <dgm:cxn modelId="{BAF951F6-C1B8-4C8A-A0A7-D06DCAE8B24A}" srcId="{E6C72D40-29E2-4CB2-8B1E-C10A93862BE3}" destId="{8A86F89F-182A-4DA3-8FE9-3FE551C7E5BA}" srcOrd="1" destOrd="0" parTransId="{C2DB7616-D3DF-4040-9750-4C847ACAFD35}" sibTransId="{8B863744-EA9F-468A-90F1-93BC0AB14D2B}"/>
    <dgm:cxn modelId="{2440CFFF-4B89-4EEF-B8D1-15C3DEC4FC6B}" type="presOf" srcId="{8BC15050-FDFC-4D23-8698-B514DEEFB4C9}" destId="{8769CCEB-423A-435D-9B2F-8BEAEA7B5A8E}" srcOrd="0" destOrd="0" presId="urn:microsoft.com/office/officeart/2005/8/layout/hierarchy1"/>
    <dgm:cxn modelId="{B282CC14-A789-44D9-A533-B51FA56BF617}" type="presParOf" srcId="{EFE9CD4D-2C3A-4054-B4B5-183CEE3D0932}" destId="{94C8F2FC-A4DF-44FF-B5ED-4BAD55D70C53}" srcOrd="0" destOrd="0" presId="urn:microsoft.com/office/officeart/2005/8/layout/hierarchy1"/>
    <dgm:cxn modelId="{44716384-FFFF-4673-92A9-905151E11475}" type="presParOf" srcId="{94C8F2FC-A4DF-44FF-B5ED-4BAD55D70C53}" destId="{05376E94-48E8-433E-B9C2-636AE7038C07}" srcOrd="0" destOrd="0" presId="urn:microsoft.com/office/officeart/2005/8/layout/hierarchy1"/>
    <dgm:cxn modelId="{82304C02-3AB6-41EC-8568-B6FA25A408AD}" type="presParOf" srcId="{05376E94-48E8-433E-B9C2-636AE7038C07}" destId="{B03A8CAA-B150-46ED-88F2-37B83164F132}" srcOrd="0" destOrd="0" presId="urn:microsoft.com/office/officeart/2005/8/layout/hierarchy1"/>
    <dgm:cxn modelId="{C7EB492B-B358-4ADE-BFEB-4108B9416BD5}" type="presParOf" srcId="{05376E94-48E8-433E-B9C2-636AE7038C07}" destId="{635EE013-F30D-469C-9E53-004A9BB5AB3A}" srcOrd="1" destOrd="0" presId="urn:microsoft.com/office/officeart/2005/8/layout/hierarchy1"/>
    <dgm:cxn modelId="{1909AF51-0765-4F93-9427-B9A20847F7BE}" type="presParOf" srcId="{94C8F2FC-A4DF-44FF-B5ED-4BAD55D70C53}" destId="{1E2F8725-E9C5-4D14-BDCF-B6835FCC4DA0}" srcOrd="1" destOrd="0" presId="urn:microsoft.com/office/officeart/2005/8/layout/hierarchy1"/>
    <dgm:cxn modelId="{1FCD0A46-DB36-4D9F-9258-78B2F8FEA2AC}" type="presParOf" srcId="{1E2F8725-E9C5-4D14-BDCF-B6835FCC4DA0}" destId="{E3D1C3E8-C933-41D9-9934-35846715ADFE}" srcOrd="0" destOrd="0" presId="urn:microsoft.com/office/officeart/2005/8/layout/hierarchy1"/>
    <dgm:cxn modelId="{021EA12F-CFBF-452D-AB32-4F9451444AAA}" type="presParOf" srcId="{1E2F8725-E9C5-4D14-BDCF-B6835FCC4DA0}" destId="{06F44E3A-E62D-4ED2-BE7A-EA59ECA0AF88}" srcOrd="1" destOrd="0" presId="urn:microsoft.com/office/officeart/2005/8/layout/hierarchy1"/>
    <dgm:cxn modelId="{1B7F4369-4D71-4815-99F3-52FC931A272C}" type="presParOf" srcId="{06F44E3A-E62D-4ED2-BE7A-EA59ECA0AF88}" destId="{45883172-4E82-4C57-A2BC-5E30C04857EC}" srcOrd="0" destOrd="0" presId="urn:microsoft.com/office/officeart/2005/8/layout/hierarchy1"/>
    <dgm:cxn modelId="{19797E6B-6440-4D87-89D6-18C1A90E3EBB}" type="presParOf" srcId="{45883172-4E82-4C57-A2BC-5E30C04857EC}" destId="{7C433124-736C-41B4-B4CC-9C62F6F6872E}" srcOrd="0" destOrd="0" presId="urn:microsoft.com/office/officeart/2005/8/layout/hierarchy1"/>
    <dgm:cxn modelId="{E4B6D940-1FE8-47A1-B749-12B5CC39ED22}" type="presParOf" srcId="{45883172-4E82-4C57-A2BC-5E30C04857EC}" destId="{01DBEE73-467C-444F-AAC1-9CF5B89E96E1}" srcOrd="1" destOrd="0" presId="urn:microsoft.com/office/officeart/2005/8/layout/hierarchy1"/>
    <dgm:cxn modelId="{B44A0BA4-B440-4973-887F-67663C66B968}" type="presParOf" srcId="{06F44E3A-E62D-4ED2-BE7A-EA59ECA0AF88}" destId="{FEDCB251-6836-4379-956D-EE79413A8CE5}" srcOrd="1" destOrd="0" presId="urn:microsoft.com/office/officeart/2005/8/layout/hierarchy1"/>
    <dgm:cxn modelId="{19281FA6-3F60-49C2-BD5B-0AA4BD9B77FB}" type="presParOf" srcId="{FEDCB251-6836-4379-956D-EE79413A8CE5}" destId="{688421B8-6C3C-4A24-8230-8963D1AB0C41}" srcOrd="0" destOrd="0" presId="urn:microsoft.com/office/officeart/2005/8/layout/hierarchy1"/>
    <dgm:cxn modelId="{7C1405F4-DF8C-4F15-BB92-1D2ED27B11F8}" type="presParOf" srcId="{FEDCB251-6836-4379-956D-EE79413A8CE5}" destId="{C5745051-3A04-42FC-BFA3-C0717408051B}" srcOrd="1" destOrd="0" presId="urn:microsoft.com/office/officeart/2005/8/layout/hierarchy1"/>
    <dgm:cxn modelId="{0A671737-E034-4AAD-8E3E-BD6CA5B83281}" type="presParOf" srcId="{C5745051-3A04-42FC-BFA3-C0717408051B}" destId="{DEDDD95E-FC68-46F9-9C54-461EF21551D0}" srcOrd="0" destOrd="0" presId="urn:microsoft.com/office/officeart/2005/8/layout/hierarchy1"/>
    <dgm:cxn modelId="{5A653A47-F3FB-4747-BDB3-0E0246AA2ACE}" type="presParOf" srcId="{DEDDD95E-FC68-46F9-9C54-461EF21551D0}" destId="{B39D1567-BF4B-4090-9E0A-41F8A0541EA1}" srcOrd="0" destOrd="0" presId="urn:microsoft.com/office/officeart/2005/8/layout/hierarchy1"/>
    <dgm:cxn modelId="{5126592B-2811-45AB-8802-1DB77B947075}" type="presParOf" srcId="{DEDDD95E-FC68-46F9-9C54-461EF21551D0}" destId="{A3017FC9-A7DA-40AB-8EF3-64490CC58B15}" srcOrd="1" destOrd="0" presId="urn:microsoft.com/office/officeart/2005/8/layout/hierarchy1"/>
    <dgm:cxn modelId="{43DC70F5-9273-49E1-82F8-8883D00ED64D}" type="presParOf" srcId="{C5745051-3A04-42FC-BFA3-C0717408051B}" destId="{5D2AF719-F3BC-4B12-B1A4-929479721C96}" srcOrd="1" destOrd="0" presId="urn:microsoft.com/office/officeart/2005/8/layout/hierarchy1"/>
    <dgm:cxn modelId="{7B222A62-5773-49B9-B2EC-2B12E673BE50}" type="presParOf" srcId="{1E2F8725-E9C5-4D14-BDCF-B6835FCC4DA0}" destId="{D3334ECC-B6BC-4039-8219-277627D6DDAA}" srcOrd="2" destOrd="0" presId="urn:microsoft.com/office/officeart/2005/8/layout/hierarchy1"/>
    <dgm:cxn modelId="{FC7267D8-8CDC-4117-A72A-2866082DA84D}" type="presParOf" srcId="{1E2F8725-E9C5-4D14-BDCF-B6835FCC4DA0}" destId="{348EEE16-028B-4B65-AC0E-E2E324FB8B08}" srcOrd="3" destOrd="0" presId="urn:microsoft.com/office/officeart/2005/8/layout/hierarchy1"/>
    <dgm:cxn modelId="{83A397B4-AC62-42EA-AE11-4F55770A061D}" type="presParOf" srcId="{348EEE16-028B-4B65-AC0E-E2E324FB8B08}" destId="{9643DE22-49C7-4FFC-ABF0-05985F386DA1}" srcOrd="0" destOrd="0" presId="urn:microsoft.com/office/officeart/2005/8/layout/hierarchy1"/>
    <dgm:cxn modelId="{868D3D8B-10BB-48D0-85F6-0EBBA52DD9CF}" type="presParOf" srcId="{9643DE22-49C7-4FFC-ABF0-05985F386DA1}" destId="{E675EAB7-7044-47C7-BF6A-19CBF7DB46E8}" srcOrd="0" destOrd="0" presId="urn:microsoft.com/office/officeart/2005/8/layout/hierarchy1"/>
    <dgm:cxn modelId="{40815B6A-EEC8-40BB-8986-B57F9E06A5F4}" type="presParOf" srcId="{9643DE22-49C7-4FFC-ABF0-05985F386DA1}" destId="{4E115749-E5A8-495B-B589-DCD61F72935F}" srcOrd="1" destOrd="0" presId="urn:microsoft.com/office/officeart/2005/8/layout/hierarchy1"/>
    <dgm:cxn modelId="{483D821A-C866-48F5-B878-EC95C00D6C1A}" type="presParOf" srcId="{348EEE16-028B-4B65-AC0E-E2E324FB8B08}" destId="{DB248D52-F9F8-4636-A036-18B8A7C423B7}" srcOrd="1" destOrd="0" presId="urn:microsoft.com/office/officeart/2005/8/layout/hierarchy1"/>
    <dgm:cxn modelId="{A713C6A6-B574-4A03-979E-E997A245CDBF}" type="presParOf" srcId="{DB248D52-F9F8-4636-A036-18B8A7C423B7}" destId="{8E92795E-7875-4C75-B622-4B64B7F633BC}" srcOrd="0" destOrd="0" presId="urn:microsoft.com/office/officeart/2005/8/layout/hierarchy1"/>
    <dgm:cxn modelId="{799E6A10-4D6E-4B64-BC6C-191A31DC1A54}" type="presParOf" srcId="{DB248D52-F9F8-4636-A036-18B8A7C423B7}" destId="{FDC8D2DF-736E-4B6C-9521-29AA674B89C1}" srcOrd="1" destOrd="0" presId="urn:microsoft.com/office/officeart/2005/8/layout/hierarchy1"/>
    <dgm:cxn modelId="{DA9F9BAA-9463-4AE8-8DFC-468B7F38C596}" type="presParOf" srcId="{FDC8D2DF-736E-4B6C-9521-29AA674B89C1}" destId="{345B466B-8D87-4959-9774-8B928DBE3C9D}" srcOrd="0" destOrd="0" presId="urn:microsoft.com/office/officeart/2005/8/layout/hierarchy1"/>
    <dgm:cxn modelId="{463602E8-C750-489E-A149-95869146C0DF}" type="presParOf" srcId="{345B466B-8D87-4959-9774-8B928DBE3C9D}" destId="{DE20637C-9B83-42E9-B5CA-FE0C0E848D17}" srcOrd="0" destOrd="0" presId="urn:microsoft.com/office/officeart/2005/8/layout/hierarchy1"/>
    <dgm:cxn modelId="{FFA3A4FC-CE2B-4025-AAFA-B3A78CB32D95}" type="presParOf" srcId="{345B466B-8D87-4959-9774-8B928DBE3C9D}" destId="{E965FA13-DF7E-4137-9A8E-D704F6954B06}" srcOrd="1" destOrd="0" presId="urn:microsoft.com/office/officeart/2005/8/layout/hierarchy1"/>
    <dgm:cxn modelId="{9A00DA5B-BD57-48F3-BBB4-1B16868903D2}" type="presParOf" srcId="{FDC8D2DF-736E-4B6C-9521-29AA674B89C1}" destId="{ED971C4C-8E66-4740-86FD-26891C82DEC3}" srcOrd="1" destOrd="0" presId="urn:microsoft.com/office/officeart/2005/8/layout/hierarchy1"/>
    <dgm:cxn modelId="{16CDFA42-13FF-4F7F-BAF7-2302F36665F7}" type="presParOf" srcId="{ED971C4C-8E66-4740-86FD-26891C82DEC3}" destId="{5D33D98D-BCB0-4ED0-955A-9408E2549025}" srcOrd="0" destOrd="0" presId="urn:microsoft.com/office/officeart/2005/8/layout/hierarchy1"/>
    <dgm:cxn modelId="{2D1C2C0D-CCD0-45B1-9BF5-54D266E304A0}" type="presParOf" srcId="{ED971C4C-8E66-4740-86FD-26891C82DEC3}" destId="{91ED6293-E815-41CD-ABCD-94EFE347E2E1}" srcOrd="1" destOrd="0" presId="urn:microsoft.com/office/officeart/2005/8/layout/hierarchy1"/>
    <dgm:cxn modelId="{EF084C25-E67F-486B-ABC6-51162893E85B}" type="presParOf" srcId="{91ED6293-E815-41CD-ABCD-94EFE347E2E1}" destId="{2DA8CB2B-8C30-4A4C-A348-1B4C115DF668}" srcOrd="0" destOrd="0" presId="urn:microsoft.com/office/officeart/2005/8/layout/hierarchy1"/>
    <dgm:cxn modelId="{AF61F486-ABED-4184-880A-E55A9814900E}" type="presParOf" srcId="{2DA8CB2B-8C30-4A4C-A348-1B4C115DF668}" destId="{E2B70A0F-F3C9-4476-B953-0EE04C12D4D4}" srcOrd="0" destOrd="0" presId="urn:microsoft.com/office/officeart/2005/8/layout/hierarchy1"/>
    <dgm:cxn modelId="{4CB60279-CDAF-4D5E-BB84-962CF2F81B97}" type="presParOf" srcId="{2DA8CB2B-8C30-4A4C-A348-1B4C115DF668}" destId="{24FBAD02-E0A6-4431-A168-F6EECDE82B7D}" srcOrd="1" destOrd="0" presId="urn:microsoft.com/office/officeart/2005/8/layout/hierarchy1"/>
    <dgm:cxn modelId="{D52B6B18-C08C-4469-8717-8A85C6C55228}" type="presParOf" srcId="{91ED6293-E815-41CD-ABCD-94EFE347E2E1}" destId="{403C2663-8769-4135-9CCC-BEECAECFF948}" srcOrd="1" destOrd="0" presId="urn:microsoft.com/office/officeart/2005/8/layout/hierarchy1"/>
    <dgm:cxn modelId="{0D5D824B-E16B-4001-9A16-38F84C7D77CF}" type="presParOf" srcId="{DB248D52-F9F8-4636-A036-18B8A7C423B7}" destId="{8769CCEB-423A-435D-9B2F-8BEAEA7B5A8E}" srcOrd="2" destOrd="0" presId="urn:microsoft.com/office/officeart/2005/8/layout/hierarchy1"/>
    <dgm:cxn modelId="{2C4EE72C-0D31-410C-9F67-669218A7827E}" type="presParOf" srcId="{DB248D52-F9F8-4636-A036-18B8A7C423B7}" destId="{D7F865DE-1485-4815-A458-E5C6261153EA}" srcOrd="3" destOrd="0" presId="urn:microsoft.com/office/officeart/2005/8/layout/hierarchy1"/>
    <dgm:cxn modelId="{E4CD723F-05C1-4FD0-8194-76B3D223B590}" type="presParOf" srcId="{D7F865DE-1485-4815-A458-E5C6261153EA}" destId="{90ED647C-A439-4BE8-A57F-09E2A1484ED7}" srcOrd="0" destOrd="0" presId="urn:microsoft.com/office/officeart/2005/8/layout/hierarchy1"/>
    <dgm:cxn modelId="{C1ED8A0C-9D20-4847-AB16-B7CD3E008570}" type="presParOf" srcId="{90ED647C-A439-4BE8-A57F-09E2A1484ED7}" destId="{9D6587EF-791C-4720-A95F-2FFE7E1B66F5}" srcOrd="0" destOrd="0" presId="urn:microsoft.com/office/officeart/2005/8/layout/hierarchy1"/>
    <dgm:cxn modelId="{C627CFFE-5077-4B44-9E37-B7B8D6BD1E3A}" type="presParOf" srcId="{90ED647C-A439-4BE8-A57F-09E2A1484ED7}" destId="{81EA9A2A-6E1B-4E3F-8816-D2B85F444B11}" srcOrd="1" destOrd="0" presId="urn:microsoft.com/office/officeart/2005/8/layout/hierarchy1"/>
    <dgm:cxn modelId="{B579606A-DB0C-49BE-A79A-79B40BEEADB1}" type="presParOf" srcId="{D7F865DE-1485-4815-A458-E5C6261153EA}" destId="{A963E50A-46DC-4477-802E-4692CEE84005}" srcOrd="1" destOrd="0" presId="urn:microsoft.com/office/officeart/2005/8/layout/hierarchy1"/>
    <dgm:cxn modelId="{107032FE-BA93-44EE-9E17-4F380A53D211}" type="presParOf" srcId="{A963E50A-46DC-4477-802E-4692CEE84005}" destId="{0A3F1BDF-DBA0-4996-B97B-011F7BFA7FDA}" srcOrd="0" destOrd="0" presId="urn:microsoft.com/office/officeart/2005/8/layout/hierarchy1"/>
    <dgm:cxn modelId="{151EAC2B-2040-4B43-8232-B51876AC2FCD}" type="presParOf" srcId="{A963E50A-46DC-4477-802E-4692CEE84005}" destId="{3B0B53B2-7A29-45CF-9BBA-0C0DB81D4045}" srcOrd="1" destOrd="0" presId="urn:microsoft.com/office/officeart/2005/8/layout/hierarchy1"/>
    <dgm:cxn modelId="{735F9FF6-1F8C-4543-BE24-753C285A51C9}" type="presParOf" srcId="{3B0B53B2-7A29-45CF-9BBA-0C0DB81D4045}" destId="{01F47B2B-24B0-4219-8822-ADEAEEE0EA32}" srcOrd="0" destOrd="0" presId="urn:microsoft.com/office/officeart/2005/8/layout/hierarchy1"/>
    <dgm:cxn modelId="{9E0E074C-6605-4427-BC94-11553FA1817C}" type="presParOf" srcId="{01F47B2B-24B0-4219-8822-ADEAEEE0EA32}" destId="{BA064B36-51B2-41B6-A145-ACD42F9A48AA}" srcOrd="0" destOrd="0" presId="urn:microsoft.com/office/officeart/2005/8/layout/hierarchy1"/>
    <dgm:cxn modelId="{145E35C0-79D4-4B01-81EC-80325CB6B637}" type="presParOf" srcId="{01F47B2B-24B0-4219-8822-ADEAEEE0EA32}" destId="{BBE654B0-2A27-40A4-8B84-022FA5BCAC76}" srcOrd="1" destOrd="0" presId="urn:microsoft.com/office/officeart/2005/8/layout/hierarchy1"/>
    <dgm:cxn modelId="{8B737600-DA83-4F1C-948B-6D6ED56F528E}" type="presParOf" srcId="{3B0B53B2-7A29-45CF-9BBA-0C0DB81D4045}" destId="{3CAFD8E8-0464-431B-8261-8D9AD65F4241}" srcOrd="1" destOrd="0" presId="urn:microsoft.com/office/officeart/2005/8/layout/hierarchy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60055-28B4-4CDC-8092-96967D8D2582}">
      <dsp:nvSpPr>
        <dsp:cNvPr id="0" name=""/>
        <dsp:cNvSpPr/>
      </dsp:nvSpPr>
      <dsp:spPr>
        <a:xfrm>
          <a:off x="1072" y="483"/>
          <a:ext cx="9347416"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CA" sz="6000" kern="1200" dirty="0"/>
            <a:t>Data</a:t>
          </a:r>
        </a:p>
      </dsp:txBody>
      <dsp:txXfrm>
        <a:off x="41465" y="40876"/>
        <a:ext cx="9266630" cy="1298317"/>
      </dsp:txXfrm>
    </dsp:sp>
    <dsp:sp modelId="{42D4ECB6-36BE-4985-9767-8AF0A801911C}">
      <dsp:nvSpPr>
        <dsp:cNvPr id="0" name=""/>
        <dsp:cNvSpPr/>
      </dsp:nvSpPr>
      <dsp:spPr>
        <a:xfrm>
          <a:off x="1072" y="1541414"/>
          <a:ext cx="5533096"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CA" sz="3600" kern="1200"/>
            <a:t>Structured Data</a:t>
          </a:r>
          <a:endParaRPr lang="en-CA" sz="3600" kern="1200" dirty="0"/>
        </a:p>
      </dsp:txBody>
      <dsp:txXfrm>
        <a:off x="41465" y="1581807"/>
        <a:ext cx="5452310" cy="1298317"/>
      </dsp:txXfrm>
    </dsp:sp>
    <dsp:sp modelId="{2D10403F-C37B-401E-B6C1-568D4C516C29}">
      <dsp:nvSpPr>
        <dsp:cNvPr id="0" name=""/>
        <dsp:cNvSpPr/>
      </dsp:nvSpPr>
      <dsp:spPr>
        <a:xfrm>
          <a:off x="1072" y="3082345"/>
          <a:ext cx="1794129"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CA" sz="2500" kern="1200" dirty="0"/>
            <a:t>Goals scored</a:t>
          </a:r>
        </a:p>
      </dsp:txBody>
      <dsp:txXfrm>
        <a:off x="41465" y="3122738"/>
        <a:ext cx="1713343" cy="1298317"/>
      </dsp:txXfrm>
    </dsp:sp>
    <dsp:sp modelId="{21E90630-8168-41A9-97EC-B3546A68A5E1}">
      <dsp:nvSpPr>
        <dsp:cNvPr id="0" name=""/>
        <dsp:cNvSpPr/>
      </dsp:nvSpPr>
      <dsp:spPr>
        <a:xfrm>
          <a:off x="1870556" y="3082345"/>
          <a:ext cx="1794129"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CA" sz="2500" kern="1200" dirty="0"/>
            <a:t>Time on ice</a:t>
          </a:r>
        </a:p>
      </dsp:txBody>
      <dsp:txXfrm>
        <a:off x="1910949" y="3122738"/>
        <a:ext cx="1713343" cy="1298317"/>
      </dsp:txXfrm>
    </dsp:sp>
    <dsp:sp modelId="{7233776F-E3BE-420A-BE56-F4EA5D35D3A3}">
      <dsp:nvSpPr>
        <dsp:cNvPr id="0" name=""/>
        <dsp:cNvSpPr/>
      </dsp:nvSpPr>
      <dsp:spPr>
        <a:xfrm>
          <a:off x="3740039" y="3082345"/>
          <a:ext cx="1794129"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CA" sz="2500" kern="1200" dirty="0"/>
            <a:t>Goalie saves</a:t>
          </a:r>
        </a:p>
      </dsp:txBody>
      <dsp:txXfrm>
        <a:off x="3780432" y="3122738"/>
        <a:ext cx="1713343" cy="1298317"/>
      </dsp:txXfrm>
    </dsp:sp>
    <dsp:sp modelId="{41E70DA3-D0F2-42CA-A1B3-B5E677E2E32B}">
      <dsp:nvSpPr>
        <dsp:cNvPr id="0" name=""/>
        <dsp:cNvSpPr/>
      </dsp:nvSpPr>
      <dsp:spPr>
        <a:xfrm>
          <a:off x="5684876" y="1541414"/>
          <a:ext cx="3663613"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CA" sz="3600" kern="1200" dirty="0"/>
            <a:t>Unstructured Data</a:t>
          </a:r>
        </a:p>
      </dsp:txBody>
      <dsp:txXfrm>
        <a:off x="5725269" y="1581807"/>
        <a:ext cx="3582827" cy="1298317"/>
      </dsp:txXfrm>
    </dsp:sp>
    <dsp:sp modelId="{6F8A66C5-CF75-4CDA-9C54-6C3DF08FD25C}">
      <dsp:nvSpPr>
        <dsp:cNvPr id="0" name=""/>
        <dsp:cNvSpPr/>
      </dsp:nvSpPr>
      <dsp:spPr>
        <a:xfrm>
          <a:off x="5684876" y="3082345"/>
          <a:ext cx="1794129"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CA" sz="2500" kern="1200" dirty="0"/>
            <a:t>Recorded video of the game</a:t>
          </a:r>
        </a:p>
      </dsp:txBody>
      <dsp:txXfrm>
        <a:off x="5725269" y="3122738"/>
        <a:ext cx="1713343" cy="1298317"/>
      </dsp:txXfrm>
    </dsp:sp>
    <dsp:sp modelId="{16143400-6A5F-4D79-9920-AA63FF574A0A}">
      <dsp:nvSpPr>
        <dsp:cNvPr id="0" name=""/>
        <dsp:cNvSpPr/>
      </dsp:nvSpPr>
      <dsp:spPr>
        <a:xfrm>
          <a:off x="7554359" y="3082345"/>
          <a:ext cx="1794129" cy="13791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CA" sz="2500" kern="1200" dirty="0"/>
            <a:t>Words players said on ice</a:t>
          </a:r>
        </a:p>
      </dsp:txBody>
      <dsp:txXfrm>
        <a:off x="7594752" y="3122738"/>
        <a:ext cx="1713343" cy="12983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481EA-4A55-4B2D-A08E-1CD2AE9A7796}">
      <dsp:nvSpPr>
        <dsp:cNvPr id="0" name=""/>
        <dsp:cNvSpPr/>
      </dsp:nvSpPr>
      <dsp:spPr>
        <a:xfrm>
          <a:off x="7050451"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820A84-23E0-4578-930E-5007A201A5EA}">
      <dsp:nvSpPr>
        <dsp:cNvPr id="0" name=""/>
        <dsp:cNvSpPr/>
      </dsp:nvSpPr>
      <dsp:spPr>
        <a:xfrm>
          <a:off x="6263818" y="2127694"/>
          <a:ext cx="832352" cy="396124"/>
        </a:xfrm>
        <a:custGeom>
          <a:avLst/>
          <a:gdLst/>
          <a:ahLst/>
          <a:cxnLst/>
          <a:rect l="0" t="0" r="0" b="0"/>
          <a:pathLst>
            <a:path>
              <a:moveTo>
                <a:pt x="0" y="0"/>
              </a:moveTo>
              <a:lnTo>
                <a:pt x="0" y="269947"/>
              </a:lnTo>
              <a:lnTo>
                <a:pt x="832352" y="269947"/>
              </a:lnTo>
              <a:lnTo>
                <a:pt x="832352"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7E4E49-4D0E-4180-9A86-55A31CB3745E}">
      <dsp:nvSpPr>
        <dsp:cNvPr id="0" name=""/>
        <dsp:cNvSpPr/>
      </dsp:nvSpPr>
      <dsp:spPr>
        <a:xfrm>
          <a:off x="5385745"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8CE0A0-06E5-4B66-A33B-F1D25D59BA5C}">
      <dsp:nvSpPr>
        <dsp:cNvPr id="0" name=""/>
        <dsp:cNvSpPr/>
      </dsp:nvSpPr>
      <dsp:spPr>
        <a:xfrm>
          <a:off x="5431465" y="2127694"/>
          <a:ext cx="832352" cy="396124"/>
        </a:xfrm>
        <a:custGeom>
          <a:avLst/>
          <a:gdLst/>
          <a:ahLst/>
          <a:cxnLst/>
          <a:rect l="0" t="0" r="0" b="0"/>
          <a:pathLst>
            <a:path>
              <a:moveTo>
                <a:pt x="832352" y="0"/>
              </a:moveTo>
              <a:lnTo>
                <a:pt x="832352" y="269947"/>
              </a:lnTo>
              <a:lnTo>
                <a:pt x="0" y="269947"/>
              </a:lnTo>
              <a:lnTo>
                <a:pt x="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4599112" y="866679"/>
          <a:ext cx="1664705" cy="396124"/>
        </a:xfrm>
        <a:custGeom>
          <a:avLst/>
          <a:gdLst/>
          <a:ahLst/>
          <a:cxnLst/>
          <a:rect l="0" t="0" r="0" b="0"/>
          <a:pathLst>
            <a:path>
              <a:moveTo>
                <a:pt x="0" y="0"/>
              </a:moveTo>
              <a:lnTo>
                <a:pt x="0" y="269947"/>
              </a:lnTo>
              <a:lnTo>
                <a:pt x="1664705" y="269947"/>
              </a:lnTo>
              <a:lnTo>
                <a:pt x="1664705" y="3961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FF9F7-B679-4476-B7C1-E928ECAD6BE2}">
      <dsp:nvSpPr>
        <dsp:cNvPr id="0" name=""/>
        <dsp:cNvSpPr/>
      </dsp:nvSpPr>
      <dsp:spPr>
        <a:xfrm>
          <a:off x="3721039"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E0643-83C2-43EA-9173-41E471496800}">
      <dsp:nvSpPr>
        <dsp:cNvPr id="0" name=""/>
        <dsp:cNvSpPr/>
      </dsp:nvSpPr>
      <dsp:spPr>
        <a:xfrm>
          <a:off x="2934406" y="2127694"/>
          <a:ext cx="832352" cy="396124"/>
        </a:xfrm>
        <a:custGeom>
          <a:avLst/>
          <a:gdLst/>
          <a:ahLst/>
          <a:cxnLst/>
          <a:rect l="0" t="0" r="0" b="0"/>
          <a:pathLst>
            <a:path>
              <a:moveTo>
                <a:pt x="0" y="0"/>
              </a:moveTo>
              <a:lnTo>
                <a:pt x="0" y="269947"/>
              </a:lnTo>
              <a:lnTo>
                <a:pt x="832352" y="269947"/>
              </a:lnTo>
              <a:lnTo>
                <a:pt x="832352"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B06D0-7BC3-43B8-9F22-BBE41EFBDC0F}">
      <dsp:nvSpPr>
        <dsp:cNvPr id="0" name=""/>
        <dsp:cNvSpPr/>
      </dsp:nvSpPr>
      <dsp:spPr>
        <a:xfrm>
          <a:off x="2056333"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BAB1D6-092E-41B1-8781-C9A0724D2820}">
      <dsp:nvSpPr>
        <dsp:cNvPr id="0" name=""/>
        <dsp:cNvSpPr/>
      </dsp:nvSpPr>
      <dsp:spPr>
        <a:xfrm>
          <a:off x="2102053" y="2127694"/>
          <a:ext cx="832352" cy="396124"/>
        </a:xfrm>
        <a:custGeom>
          <a:avLst/>
          <a:gdLst/>
          <a:ahLst/>
          <a:cxnLst/>
          <a:rect l="0" t="0" r="0" b="0"/>
          <a:pathLst>
            <a:path>
              <a:moveTo>
                <a:pt x="832352" y="0"/>
              </a:moveTo>
              <a:lnTo>
                <a:pt x="832352" y="269947"/>
              </a:lnTo>
              <a:lnTo>
                <a:pt x="0" y="269947"/>
              </a:lnTo>
              <a:lnTo>
                <a:pt x="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2934406" y="866679"/>
          <a:ext cx="1664705" cy="396124"/>
        </a:xfrm>
        <a:custGeom>
          <a:avLst/>
          <a:gdLst/>
          <a:ahLst/>
          <a:cxnLst/>
          <a:rect l="0" t="0" r="0" b="0"/>
          <a:pathLst>
            <a:path>
              <a:moveTo>
                <a:pt x="1664705" y="0"/>
              </a:moveTo>
              <a:lnTo>
                <a:pt x="1664705" y="269947"/>
              </a:lnTo>
              <a:lnTo>
                <a:pt x="0" y="269947"/>
              </a:lnTo>
              <a:lnTo>
                <a:pt x="0" y="3961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3918096" y="1789"/>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4069433" y="145559"/>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a:t>
          </a:r>
        </a:p>
      </dsp:txBody>
      <dsp:txXfrm>
        <a:off x="4094765" y="170891"/>
        <a:ext cx="1311368" cy="814226"/>
      </dsp:txXfrm>
    </dsp:sp>
    <dsp:sp modelId="{7C433124-736C-41B4-B4CC-9C62F6F6872E}">
      <dsp:nvSpPr>
        <dsp:cNvPr id="0" name=""/>
        <dsp:cNvSpPr/>
      </dsp:nvSpPr>
      <dsp:spPr>
        <a:xfrm>
          <a:off x="2253390" y="126280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2404727" y="140657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Foot Length &lt;= 22.5</a:t>
          </a:r>
        </a:p>
      </dsp:txBody>
      <dsp:txXfrm>
        <a:off x="2430059" y="1431905"/>
        <a:ext cx="1311368" cy="814226"/>
      </dsp:txXfrm>
    </dsp:sp>
    <dsp:sp modelId="{0ADC8960-1232-4EDD-83AD-1679EA1079A9}">
      <dsp:nvSpPr>
        <dsp:cNvPr id="0" name=""/>
        <dsp:cNvSpPr/>
      </dsp:nvSpPr>
      <dsp:spPr>
        <a:xfrm>
          <a:off x="1421037"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AF49E-1221-4AE5-807A-C6D3121669CF}">
      <dsp:nvSpPr>
        <dsp:cNvPr id="0" name=""/>
        <dsp:cNvSpPr/>
      </dsp:nvSpPr>
      <dsp:spPr>
        <a:xfrm>
          <a:off x="1572374"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&lt;= 10.25</a:t>
          </a:r>
        </a:p>
      </dsp:txBody>
      <dsp:txXfrm>
        <a:off x="1597706" y="2692920"/>
        <a:ext cx="1311368" cy="814226"/>
      </dsp:txXfrm>
    </dsp:sp>
    <dsp:sp modelId="{C1779A42-E38F-413C-A7FB-951F8297435B}">
      <dsp:nvSpPr>
        <dsp:cNvPr id="0" name=""/>
        <dsp:cNvSpPr/>
      </dsp:nvSpPr>
      <dsp:spPr>
        <a:xfrm>
          <a:off x="1421037"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F911E-FA04-4DEF-AD71-DC13C4D5A993}">
      <dsp:nvSpPr>
        <dsp:cNvPr id="0" name=""/>
        <dsp:cNvSpPr/>
      </dsp:nvSpPr>
      <dsp:spPr>
        <a:xfrm>
          <a:off x="1572374"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139cm</a:t>
          </a:r>
        </a:p>
      </dsp:txBody>
      <dsp:txXfrm>
        <a:off x="1597706" y="3953935"/>
        <a:ext cx="1311368" cy="814226"/>
      </dsp:txXfrm>
    </dsp:sp>
    <dsp:sp modelId="{3BBF8338-C6C3-4147-B052-FF9CCD292BFB}">
      <dsp:nvSpPr>
        <dsp:cNvPr id="0" name=""/>
        <dsp:cNvSpPr/>
      </dsp:nvSpPr>
      <dsp:spPr>
        <a:xfrm>
          <a:off x="3085743"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1A6CE-9DF5-4A08-A5F1-BBDE1F853595}">
      <dsp:nvSpPr>
        <dsp:cNvPr id="0" name=""/>
        <dsp:cNvSpPr/>
      </dsp:nvSpPr>
      <dsp:spPr>
        <a:xfrm>
          <a:off x="3237080"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&gt; 10.25</a:t>
          </a:r>
        </a:p>
      </dsp:txBody>
      <dsp:txXfrm>
        <a:off x="3262412" y="2692920"/>
        <a:ext cx="1311368" cy="814226"/>
      </dsp:txXfrm>
    </dsp:sp>
    <dsp:sp modelId="{32E873C2-D3AB-4870-8342-678BC2EFF0C6}">
      <dsp:nvSpPr>
        <dsp:cNvPr id="0" name=""/>
        <dsp:cNvSpPr/>
      </dsp:nvSpPr>
      <dsp:spPr>
        <a:xfrm>
          <a:off x="3085743"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A65C2-28FF-45B9-B424-483766FC9E52}">
      <dsp:nvSpPr>
        <dsp:cNvPr id="0" name=""/>
        <dsp:cNvSpPr/>
      </dsp:nvSpPr>
      <dsp:spPr>
        <a:xfrm>
          <a:off x="3237080"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146cm</a:t>
          </a:r>
        </a:p>
      </dsp:txBody>
      <dsp:txXfrm>
        <a:off x="3262412" y="3953935"/>
        <a:ext cx="1311368" cy="814226"/>
      </dsp:txXfrm>
    </dsp:sp>
    <dsp:sp modelId="{E675EAB7-7044-47C7-BF6A-19CBF7DB46E8}">
      <dsp:nvSpPr>
        <dsp:cNvPr id="0" name=""/>
        <dsp:cNvSpPr/>
      </dsp:nvSpPr>
      <dsp:spPr>
        <a:xfrm>
          <a:off x="5582802" y="126280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5734139" y="140657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Foot Length &gt; 22.5</a:t>
          </a:r>
        </a:p>
      </dsp:txBody>
      <dsp:txXfrm>
        <a:off x="5759471" y="1431905"/>
        <a:ext cx="1311368" cy="814226"/>
      </dsp:txXfrm>
    </dsp:sp>
    <dsp:sp modelId="{D0DAB1FF-3942-4312-B424-FA94BD5EF1AB}">
      <dsp:nvSpPr>
        <dsp:cNvPr id="0" name=""/>
        <dsp:cNvSpPr/>
      </dsp:nvSpPr>
      <dsp:spPr>
        <a:xfrm>
          <a:off x="4750449"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16C05-A9AB-4C41-AE32-AF6494BE08BC}">
      <dsp:nvSpPr>
        <dsp:cNvPr id="0" name=""/>
        <dsp:cNvSpPr/>
      </dsp:nvSpPr>
      <dsp:spPr>
        <a:xfrm>
          <a:off x="4901786"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&lt;= 12.8</a:t>
          </a:r>
        </a:p>
      </dsp:txBody>
      <dsp:txXfrm>
        <a:off x="4927118" y="2692920"/>
        <a:ext cx="1311368" cy="814226"/>
      </dsp:txXfrm>
    </dsp:sp>
    <dsp:sp modelId="{C37EC331-975D-4889-AD3A-751C0EA11DF5}">
      <dsp:nvSpPr>
        <dsp:cNvPr id="0" name=""/>
        <dsp:cNvSpPr/>
      </dsp:nvSpPr>
      <dsp:spPr>
        <a:xfrm>
          <a:off x="4750449"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D45D3F-8B67-4109-9E8A-340FB125FF89}">
      <dsp:nvSpPr>
        <dsp:cNvPr id="0" name=""/>
        <dsp:cNvSpPr/>
      </dsp:nvSpPr>
      <dsp:spPr>
        <a:xfrm>
          <a:off x="4901786"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158cm</a:t>
          </a:r>
        </a:p>
      </dsp:txBody>
      <dsp:txXfrm>
        <a:off x="4927118" y="3953935"/>
        <a:ext cx="1311368" cy="814226"/>
      </dsp:txXfrm>
    </dsp:sp>
    <dsp:sp modelId="{2BB21461-F79C-4E13-A05E-70377FEAE161}">
      <dsp:nvSpPr>
        <dsp:cNvPr id="0" name=""/>
        <dsp:cNvSpPr/>
      </dsp:nvSpPr>
      <dsp:spPr>
        <a:xfrm>
          <a:off x="6415155"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A6EA2-E67C-44F0-B4BB-46D7AA6B091C}">
      <dsp:nvSpPr>
        <dsp:cNvPr id="0" name=""/>
        <dsp:cNvSpPr/>
      </dsp:nvSpPr>
      <dsp:spPr>
        <a:xfrm>
          <a:off x="6566492"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&gt; 12.8</a:t>
          </a:r>
        </a:p>
      </dsp:txBody>
      <dsp:txXfrm>
        <a:off x="6591824" y="2692920"/>
        <a:ext cx="1311368" cy="814226"/>
      </dsp:txXfrm>
    </dsp:sp>
    <dsp:sp modelId="{075F776D-A18F-4196-8536-A0379AD2EDC2}">
      <dsp:nvSpPr>
        <dsp:cNvPr id="0" name=""/>
        <dsp:cNvSpPr/>
      </dsp:nvSpPr>
      <dsp:spPr>
        <a:xfrm>
          <a:off x="6415155"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ED0243-AC4C-4180-95BD-D309973F2524}">
      <dsp:nvSpPr>
        <dsp:cNvPr id="0" name=""/>
        <dsp:cNvSpPr/>
      </dsp:nvSpPr>
      <dsp:spPr>
        <a:xfrm>
          <a:off x="6566492"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170cm</a:t>
          </a:r>
        </a:p>
      </dsp:txBody>
      <dsp:txXfrm>
        <a:off x="6591824" y="3953935"/>
        <a:ext cx="1311368" cy="8142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481EA-4A55-4B2D-A08E-1CD2AE9A7796}">
      <dsp:nvSpPr>
        <dsp:cNvPr id="0" name=""/>
        <dsp:cNvSpPr/>
      </dsp:nvSpPr>
      <dsp:spPr>
        <a:xfrm>
          <a:off x="7050451"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820A84-23E0-4578-930E-5007A201A5EA}">
      <dsp:nvSpPr>
        <dsp:cNvPr id="0" name=""/>
        <dsp:cNvSpPr/>
      </dsp:nvSpPr>
      <dsp:spPr>
        <a:xfrm>
          <a:off x="6263818" y="2127694"/>
          <a:ext cx="832352" cy="396124"/>
        </a:xfrm>
        <a:custGeom>
          <a:avLst/>
          <a:gdLst/>
          <a:ahLst/>
          <a:cxnLst/>
          <a:rect l="0" t="0" r="0" b="0"/>
          <a:pathLst>
            <a:path>
              <a:moveTo>
                <a:pt x="0" y="0"/>
              </a:moveTo>
              <a:lnTo>
                <a:pt x="0" y="269947"/>
              </a:lnTo>
              <a:lnTo>
                <a:pt x="832352" y="269947"/>
              </a:lnTo>
              <a:lnTo>
                <a:pt x="832352"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7E4E49-4D0E-4180-9A86-55A31CB3745E}">
      <dsp:nvSpPr>
        <dsp:cNvPr id="0" name=""/>
        <dsp:cNvSpPr/>
      </dsp:nvSpPr>
      <dsp:spPr>
        <a:xfrm>
          <a:off x="5385745"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8CE0A0-06E5-4B66-A33B-F1D25D59BA5C}">
      <dsp:nvSpPr>
        <dsp:cNvPr id="0" name=""/>
        <dsp:cNvSpPr/>
      </dsp:nvSpPr>
      <dsp:spPr>
        <a:xfrm>
          <a:off x="5431465" y="2127694"/>
          <a:ext cx="832352" cy="396124"/>
        </a:xfrm>
        <a:custGeom>
          <a:avLst/>
          <a:gdLst/>
          <a:ahLst/>
          <a:cxnLst/>
          <a:rect l="0" t="0" r="0" b="0"/>
          <a:pathLst>
            <a:path>
              <a:moveTo>
                <a:pt x="832352" y="0"/>
              </a:moveTo>
              <a:lnTo>
                <a:pt x="832352" y="269947"/>
              </a:lnTo>
              <a:lnTo>
                <a:pt x="0" y="269947"/>
              </a:lnTo>
              <a:lnTo>
                <a:pt x="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4599112" y="866679"/>
          <a:ext cx="1664705" cy="396124"/>
        </a:xfrm>
        <a:custGeom>
          <a:avLst/>
          <a:gdLst/>
          <a:ahLst/>
          <a:cxnLst/>
          <a:rect l="0" t="0" r="0" b="0"/>
          <a:pathLst>
            <a:path>
              <a:moveTo>
                <a:pt x="0" y="0"/>
              </a:moveTo>
              <a:lnTo>
                <a:pt x="0" y="269947"/>
              </a:lnTo>
              <a:lnTo>
                <a:pt x="1664705" y="269947"/>
              </a:lnTo>
              <a:lnTo>
                <a:pt x="1664705" y="3961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FF9F7-B679-4476-B7C1-E928ECAD6BE2}">
      <dsp:nvSpPr>
        <dsp:cNvPr id="0" name=""/>
        <dsp:cNvSpPr/>
      </dsp:nvSpPr>
      <dsp:spPr>
        <a:xfrm>
          <a:off x="3721039"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E0643-83C2-43EA-9173-41E471496800}">
      <dsp:nvSpPr>
        <dsp:cNvPr id="0" name=""/>
        <dsp:cNvSpPr/>
      </dsp:nvSpPr>
      <dsp:spPr>
        <a:xfrm>
          <a:off x="2934406" y="2127694"/>
          <a:ext cx="832352" cy="396124"/>
        </a:xfrm>
        <a:custGeom>
          <a:avLst/>
          <a:gdLst/>
          <a:ahLst/>
          <a:cxnLst/>
          <a:rect l="0" t="0" r="0" b="0"/>
          <a:pathLst>
            <a:path>
              <a:moveTo>
                <a:pt x="0" y="0"/>
              </a:moveTo>
              <a:lnTo>
                <a:pt x="0" y="269947"/>
              </a:lnTo>
              <a:lnTo>
                <a:pt x="832352" y="269947"/>
              </a:lnTo>
              <a:lnTo>
                <a:pt x="832352"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B06D0-7BC3-43B8-9F22-BBE41EFBDC0F}">
      <dsp:nvSpPr>
        <dsp:cNvPr id="0" name=""/>
        <dsp:cNvSpPr/>
      </dsp:nvSpPr>
      <dsp:spPr>
        <a:xfrm>
          <a:off x="2056333" y="3388709"/>
          <a:ext cx="91440" cy="396124"/>
        </a:xfrm>
        <a:custGeom>
          <a:avLst/>
          <a:gdLst/>
          <a:ahLst/>
          <a:cxnLst/>
          <a:rect l="0" t="0" r="0" b="0"/>
          <a:pathLst>
            <a:path>
              <a:moveTo>
                <a:pt x="45720" y="0"/>
              </a:moveTo>
              <a:lnTo>
                <a:pt x="4572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BAB1D6-092E-41B1-8781-C9A0724D2820}">
      <dsp:nvSpPr>
        <dsp:cNvPr id="0" name=""/>
        <dsp:cNvSpPr/>
      </dsp:nvSpPr>
      <dsp:spPr>
        <a:xfrm>
          <a:off x="2102053" y="2127694"/>
          <a:ext cx="832352" cy="396124"/>
        </a:xfrm>
        <a:custGeom>
          <a:avLst/>
          <a:gdLst/>
          <a:ahLst/>
          <a:cxnLst/>
          <a:rect l="0" t="0" r="0" b="0"/>
          <a:pathLst>
            <a:path>
              <a:moveTo>
                <a:pt x="832352" y="0"/>
              </a:moveTo>
              <a:lnTo>
                <a:pt x="832352" y="269947"/>
              </a:lnTo>
              <a:lnTo>
                <a:pt x="0" y="269947"/>
              </a:lnTo>
              <a:lnTo>
                <a:pt x="0" y="3961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2934406" y="866679"/>
          <a:ext cx="1664705" cy="396124"/>
        </a:xfrm>
        <a:custGeom>
          <a:avLst/>
          <a:gdLst/>
          <a:ahLst/>
          <a:cxnLst/>
          <a:rect l="0" t="0" r="0" b="0"/>
          <a:pathLst>
            <a:path>
              <a:moveTo>
                <a:pt x="1664705" y="0"/>
              </a:moveTo>
              <a:lnTo>
                <a:pt x="1664705" y="269947"/>
              </a:lnTo>
              <a:lnTo>
                <a:pt x="0" y="269947"/>
              </a:lnTo>
              <a:lnTo>
                <a:pt x="0" y="3961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3918096" y="1789"/>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4069433" y="145559"/>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a:t>
          </a:r>
        </a:p>
      </dsp:txBody>
      <dsp:txXfrm>
        <a:off x="4094765" y="170891"/>
        <a:ext cx="1311368" cy="814226"/>
      </dsp:txXfrm>
    </dsp:sp>
    <dsp:sp modelId="{7C433124-736C-41B4-B4CC-9C62F6F6872E}">
      <dsp:nvSpPr>
        <dsp:cNvPr id="0" name=""/>
        <dsp:cNvSpPr/>
      </dsp:nvSpPr>
      <dsp:spPr>
        <a:xfrm>
          <a:off x="2253390" y="1262803"/>
          <a:ext cx="1362032" cy="864890"/>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2404727" y="140657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Foot Length &lt;= 22.5</a:t>
          </a:r>
        </a:p>
      </dsp:txBody>
      <dsp:txXfrm>
        <a:off x="2430059" y="1431905"/>
        <a:ext cx="1311368" cy="814226"/>
      </dsp:txXfrm>
    </dsp:sp>
    <dsp:sp modelId="{0ADC8960-1232-4EDD-83AD-1679EA1079A9}">
      <dsp:nvSpPr>
        <dsp:cNvPr id="0" name=""/>
        <dsp:cNvSpPr/>
      </dsp:nvSpPr>
      <dsp:spPr>
        <a:xfrm>
          <a:off x="1421037" y="2523818"/>
          <a:ext cx="1362032" cy="864890"/>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AF49E-1221-4AE5-807A-C6D3121669CF}">
      <dsp:nvSpPr>
        <dsp:cNvPr id="0" name=""/>
        <dsp:cNvSpPr/>
      </dsp:nvSpPr>
      <dsp:spPr>
        <a:xfrm>
          <a:off x="1572374"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&lt;= 10.25</a:t>
          </a:r>
        </a:p>
      </dsp:txBody>
      <dsp:txXfrm>
        <a:off x="1597706" y="2692920"/>
        <a:ext cx="1311368" cy="814226"/>
      </dsp:txXfrm>
    </dsp:sp>
    <dsp:sp modelId="{C1779A42-E38F-413C-A7FB-951F8297435B}">
      <dsp:nvSpPr>
        <dsp:cNvPr id="0" name=""/>
        <dsp:cNvSpPr/>
      </dsp:nvSpPr>
      <dsp:spPr>
        <a:xfrm>
          <a:off x="1421037" y="3784833"/>
          <a:ext cx="1362032" cy="864890"/>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F911E-FA04-4DEF-AD71-DC13C4D5A993}">
      <dsp:nvSpPr>
        <dsp:cNvPr id="0" name=""/>
        <dsp:cNvSpPr/>
      </dsp:nvSpPr>
      <dsp:spPr>
        <a:xfrm>
          <a:off x="1572374"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139cm</a:t>
          </a:r>
        </a:p>
      </dsp:txBody>
      <dsp:txXfrm>
        <a:off x="1597706" y="3953935"/>
        <a:ext cx="1311368" cy="814226"/>
      </dsp:txXfrm>
    </dsp:sp>
    <dsp:sp modelId="{3BBF8338-C6C3-4147-B052-FF9CCD292BFB}">
      <dsp:nvSpPr>
        <dsp:cNvPr id="0" name=""/>
        <dsp:cNvSpPr/>
      </dsp:nvSpPr>
      <dsp:spPr>
        <a:xfrm>
          <a:off x="3085743"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1A6CE-9DF5-4A08-A5F1-BBDE1F853595}">
      <dsp:nvSpPr>
        <dsp:cNvPr id="0" name=""/>
        <dsp:cNvSpPr/>
      </dsp:nvSpPr>
      <dsp:spPr>
        <a:xfrm>
          <a:off x="3237080"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&gt; 10.25</a:t>
          </a:r>
        </a:p>
      </dsp:txBody>
      <dsp:txXfrm>
        <a:off x="3262412" y="2692920"/>
        <a:ext cx="1311368" cy="814226"/>
      </dsp:txXfrm>
    </dsp:sp>
    <dsp:sp modelId="{32E873C2-D3AB-4870-8342-678BC2EFF0C6}">
      <dsp:nvSpPr>
        <dsp:cNvPr id="0" name=""/>
        <dsp:cNvSpPr/>
      </dsp:nvSpPr>
      <dsp:spPr>
        <a:xfrm>
          <a:off x="3085743"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A65C2-28FF-45B9-B424-483766FC9E52}">
      <dsp:nvSpPr>
        <dsp:cNvPr id="0" name=""/>
        <dsp:cNvSpPr/>
      </dsp:nvSpPr>
      <dsp:spPr>
        <a:xfrm>
          <a:off x="3237080"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146cm</a:t>
          </a:r>
        </a:p>
      </dsp:txBody>
      <dsp:txXfrm>
        <a:off x="3262412" y="3953935"/>
        <a:ext cx="1311368" cy="814226"/>
      </dsp:txXfrm>
    </dsp:sp>
    <dsp:sp modelId="{E675EAB7-7044-47C7-BF6A-19CBF7DB46E8}">
      <dsp:nvSpPr>
        <dsp:cNvPr id="0" name=""/>
        <dsp:cNvSpPr/>
      </dsp:nvSpPr>
      <dsp:spPr>
        <a:xfrm>
          <a:off x="5582802" y="126280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5734139" y="140657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Foot Length &gt; 22.5</a:t>
          </a:r>
        </a:p>
      </dsp:txBody>
      <dsp:txXfrm>
        <a:off x="5759471" y="1431905"/>
        <a:ext cx="1311368" cy="814226"/>
      </dsp:txXfrm>
    </dsp:sp>
    <dsp:sp modelId="{D0DAB1FF-3942-4312-B424-FA94BD5EF1AB}">
      <dsp:nvSpPr>
        <dsp:cNvPr id="0" name=""/>
        <dsp:cNvSpPr/>
      </dsp:nvSpPr>
      <dsp:spPr>
        <a:xfrm>
          <a:off x="4750449"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16C05-A9AB-4C41-AE32-AF6494BE08BC}">
      <dsp:nvSpPr>
        <dsp:cNvPr id="0" name=""/>
        <dsp:cNvSpPr/>
      </dsp:nvSpPr>
      <dsp:spPr>
        <a:xfrm>
          <a:off x="4901786"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&lt;= 12.8</a:t>
          </a:r>
        </a:p>
      </dsp:txBody>
      <dsp:txXfrm>
        <a:off x="4927118" y="2692920"/>
        <a:ext cx="1311368" cy="814226"/>
      </dsp:txXfrm>
    </dsp:sp>
    <dsp:sp modelId="{C37EC331-975D-4889-AD3A-751C0EA11DF5}">
      <dsp:nvSpPr>
        <dsp:cNvPr id="0" name=""/>
        <dsp:cNvSpPr/>
      </dsp:nvSpPr>
      <dsp:spPr>
        <a:xfrm>
          <a:off x="4750449"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D45D3F-8B67-4109-9E8A-340FB125FF89}">
      <dsp:nvSpPr>
        <dsp:cNvPr id="0" name=""/>
        <dsp:cNvSpPr/>
      </dsp:nvSpPr>
      <dsp:spPr>
        <a:xfrm>
          <a:off x="4901786"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158cm</a:t>
          </a:r>
        </a:p>
      </dsp:txBody>
      <dsp:txXfrm>
        <a:off x="4927118" y="3953935"/>
        <a:ext cx="1311368" cy="814226"/>
      </dsp:txXfrm>
    </dsp:sp>
    <dsp:sp modelId="{2BB21461-F79C-4E13-A05E-70377FEAE161}">
      <dsp:nvSpPr>
        <dsp:cNvPr id="0" name=""/>
        <dsp:cNvSpPr/>
      </dsp:nvSpPr>
      <dsp:spPr>
        <a:xfrm>
          <a:off x="6415155" y="2523818"/>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A6EA2-E67C-44F0-B4BB-46D7AA6B091C}">
      <dsp:nvSpPr>
        <dsp:cNvPr id="0" name=""/>
        <dsp:cNvSpPr/>
      </dsp:nvSpPr>
      <dsp:spPr>
        <a:xfrm>
          <a:off x="6566492" y="2667588"/>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Age &gt; 12.8</a:t>
          </a:r>
        </a:p>
      </dsp:txBody>
      <dsp:txXfrm>
        <a:off x="6591824" y="2692920"/>
        <a:ext cx="1311368" cy="814226"/>
      </dsp:txXfrm>
    </dsp:sp>
    <dsp:sp modelId="{075F776D-A18F-4196-8536-A0379AD2EDC2}">
      <dsp:nvSpPr>
        <dsp:cNvPr id="0" name=""/>
        <dsp:cNvSpPr/>
      </dsp:nvSpPr>
      <dsp:spPr>
        <a:xfrm>
          <a:off x="6415155" y="3784833"/>
          <a:ext cx="1362032" cy="864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ED0243-AC4C-4180-95BD-D309973F2524}">
      <dsp:nvSpPr>
        <dsp:cNvPr id="0" name=""/>
        <dsp:cNvSpPr/>
      </dsp:nvSpPr>
      <dsp:spPr>
        <a:xfrm>
          <a:off x="6566492" y="3928603"/>
          <a:ext cx="1362032" cy="8648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t>Height = 170cm</a:t>
          </a:r>
        </a:p>
      </dsp:txBody>
      <dsp:txXfrm>
        <a:off x="6591824" y="3953935"/>
        <a:ext cx="1311368" cy="8142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25CD9-4EF2-4B49-AEAC-C6AA4CB76869}">
      <dsp:nvSpPr>
        <dsp:cNvPr id="0" name=""/>
        <dsp:cNvSpPr/>
      </dsp:nvSpPr>
      <dsp:spPr>
        <a:xfrm>
          <a:off x="1045076" y="815180"/>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751208" y="472196"/>
          <a:ext cx="339587" cy="107741"/>
        </a:xfrm>
        <a:custGeom>
          <a:avLst/>
          <a:gdLst/>
          <a:ahLst/>
          <a:cxnLst/>
          <a:rect l="0" t="0" r="0" b="0"/>
          <a:pathLst>
            <a:path>
              <a:moveTo>
                <a:pt x="0" y="0"/>
              </a:moveTo>
              <a:lnTo>
                <a:pt x="0" y="73422"/>
              </a:lnTo>
              <a:lnTo>
                <a:pt x="339587" y="73422"/>
              </a:lnTo>
              <a:lnTo>
                <a:pt x="339587"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FF9F7-B679-4476-B7C1-E928ECAD6BE2}">
      <dsp:nvSpPr>
        <dsp:cNvPr id="0" name=""/>
        <dsp:cNvSpPr/>
      </dsp:nvSpPr>
      <dsp:spPr>
        <a:xfrm>
          <a:off x="592292"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E0643-83C2-43EA-9173-41E471496800}">
      <dsp:nvSpPr>
        <dsp:cNvPr id="0" name=""/>
        <dsp:cNvSpPr/>
      </dsp:nvSpPr>
      <dsp:spPr>
        <a:xfrm>
          <a:off x="411621" y="815180"/>
          <a:ext cx="226391" cy="107741"/>
        </a:xfrm>
        <a:custGeom>
          <a:avLst/>
          <a:gdLst/>
          <a:ahLst/>
          <a:cxnLst/>
          <a:rect l="0" t="0" r="0" b="0"/>
          <a:pathLst>
            <a:path>
              <a:moveTo>
                <a:pt x="0" y="0"/>
              </a:moveTo>
              <a:lnTo>
                <a:pt x="0" y="73422"/>
              </a:lnTo>
              <a:lnTo>
                <a:pt x="226391" y="73422"/>
              </a:lnTo>
              <a:lnTo>
                <a:pt x="226391"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B06D0-7BC3-43B8-9F22-BBE41EFBDC0F}">
      <dsp:nvSpPr>
        <dsp:cNvPr id="0" name=""/>
        <dsp:cNvSpPr/>
      </dsp:nvSpPr>
      <dsp:spPr>
        <a:xfrm>
          <a:off x="139509"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BAB1D6-092E-41B1-8781-C9A0724D2820}">
      <dsp:nvSpPr>
        <dsp:cNvPr id="0" name=""/>
        <dsp:cNvSpPr/>
      </dsp:nvSpPr>
      <dsp:spPr>
        <a:xfrm>
          <a:off x="185229" y="815180"/>
          <a:ext cx="226391" cy="107741"/>
        </a:xfrm>
        <a:custGeom>
          <a:avLst/>
          <a:gdLst/>
          <a:ahLst/>
          <a:cxnLst/>
          <a:rect l="0" t="0" r="0" b="0"/>
          <a:pathLst>
            <a:path>
              <a:moveTo>
                <a:pt x="226391" y="0"/>
              </a:moveTo>
              <a:lnTo>
                <a:pt x="226391" y="73422"/>
              </a:lnTo>
              <a:lnTo>
                <a:pt x="0" y="73422"/>
              </a:lnTo>
              <a:lnTo>
                <a:pt x="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411621" y="472196"/>
          <a:ext cx="339587" cy="107741"/>
        </a:xfrm>
        <a:custGeom>
          <a:avLst/>
          <a:gdLst/>
          <a:ahLst/>
          <a:cxnLst/>
          <a:rect l="0" t="0" r="0" b="0"/>
          <a:pathLst>
            <a:path>
              <a:moveTo>
                <a:pt x="339587" y="0"/>
              </a:moveTo>
              <a:lnTo>
                <a:pt x="339587" y="73422"/>
              </a:lnTo>
              <a:lnTo>
                <a:pt x="0" y="73422"/>
              </a:lnTo>
              <a:lnTo>
                <a:pt x="0"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565979" y="23695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607141" y="27605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a:t>
          </a:r>
        </a:p>
      </dsp:txBody>
      <dsp:txXfrm>
        <a:off x="614031" y="282949"/>
        <a:ext cx="356679" cy="221461"/>
      </dsp:txXfrm>
    </dsp:sp>
    <dsp:sp modelId="{7C433124-736C-41B4-B4CC-9C62F6F6872E}">
      <dsp:nvSpPr>
        <dsp:cNvPr id="0" name=""/>
        <dsp:cNvSpPr/>
      </dsp:nvSpPr>
      <dsp:spPr>
        <a:xfrm>
          <a:off x="226391"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267553"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&lt;5</a:t>
          </a:r>
        </a:p>
      </dsp:txBody>
      <dsp:txXfrm>
        <a:off x="274443" y="625932"/>
        <a:ext cx="356679" cy="221461"/>
      </dsp:txXfrm>
    </dsp:sp>
    <dsp:sp modelId="{0ADC8960-1232-4EDD-83AD-1679EA1079A9}">
      <dsp:nvSpPr>
        <dsp:cNvPr id="0" name=""/>
        <dsp:cNvSpPr/>
      </dsp:nvSpPr>
      <dsp:spPr>
        <a:xfrm>
          <a:off x="0"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AF49E-1221-4AE5-807A-C6D3121669CF}">
      <dsp:nvSpPr>
        <dsp:cNvPr id="0" name=""/>
        <dsp:cNvSpPr/>
      </dsp:nvSpPr>
      <dsp:spPr>
        <a:xfrm>
          <a:off x="41162"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Age &lt; 13.5</a:t>
          </a:r>
        </a:p>
      </dsp:txBody>
      <dsp:txXfrm>
        <a:off x="48052" y="968915"/>
        <a:ext cx="356679" cy="221461"/>
      </dsp:txXfrm>
    </dsp:sp>
    <dsp:sp modelId="{C1779A42-E38F-413C-A7FB-951F8297435B}">
      <dsp:nvSpPr>
        <dsp:cNvPr id="0" name=""/>
        <dsp:cNvSpPr/>
      </dsp:nvSpPr>
      <dsp:spPr>
        <a:xfrm>
          <a:off x="0"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F911E-FA04-4DEF-AD71-DC13C4D5A993}">
      <dsp:nvSpPr>
        <dsp:cNvPr id="0" name=""/>
        <dsp:cNvSpPr/>
      </dsp:nvSpPr>
      <dsp:spPr>
        <a:xfrm>
          <a:off x="41162"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5’0”</a:t>
          </a:r>
        </a:p>
      </dsp:txBody>
      <dsp:txXfrm>
        <a:off x="48052" y="1311899"/>
        <a:ext cx="356679" cy="221461"/>
      </dsp:txXfrm>
    </dsp:sp>
    <dsp:sp modelId="{3BBF8338-C6C3-4147-B052-FF9CCD292BFB}">
      <dsp:nvSpPr>
        <dsp:cNvPr id="0" name=""/>
        <dsp:cNvSpPr/>
      </dsp:nvSpPr>
      <dsp:spPr>
        <a:xfrm>
          <a:off x="452783"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1A6CE-9DF5-4A08-A5F1-BBDE1F853595}">
      <dsp:nvSpPr>
        <dsp:cNvPr id="0" name=""/>
        <dsp:cNvSpPr/>
      </dsp:nvSpPr>
      <dsp:spPr>
        <a:xfrm>
          <a:off x="493945"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Age &gt; 13.5</a:t>
          </a:r>
        </a:p>
      </dsp:txBody>
      <dsp:txXfrm>
        <a:off x="500835" y="968915"/>
        <a:ext cx="356679" cy="221461"/>
      </dsp:txXfrm>
    </dsp:sp>
    <dsp:sp modelId="{32E873C2-D3AB-4870-8342-678BC2EFF0C6}">
      <dsp:nvSpPr>
        <dsp:cNvPr id="0" name=""/>
        <dsp:cNvSpPr/>
      </dsp:nvSpPr>
      <dsp:spPr>
        <a:xfrm>
          <a:off x="452783"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A65C2-28FF-45B9-B424-483766FC9E52}">
      <dsp:nvSpPr>
        <dsp:cNvPr id="0" name=""/>
        <dsp:cNvSpPr/>
      </dsp:nvSpPr>
      <dsp:spPr>
        <a:xfrm>
          <a:off x="493945"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5’3”</a:t>
          </a:r>
        </a:p>
      </dsp:txBody>
      <dsp:txXfrm>
        <a:off x="500835" y="1311899"/>
        <a:ext cx="356679" cy="221461"/>
      </dsp:txXfrm>
    </dsp:sp>
    <dsp:sp modelId="{E675EAB7-7044-47C7-BF6A-19CBF7DB46E8}">
      <dsp:nvSpPr>
        <dsp:cNvPr id="0" name=""/>
        <dsp:cNvSpPr/>
      </dsp:nvSpPr>
      <dsp:spPr>
        <a:xfrm>
          <a:off x="905566"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946728"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5+</a:t>
          </a:r>
        </a:p>
      </dsp:txBody>
      <dsp:txXfrm>
        <a:off x="953618" y="625932"/>
        <a:ext cx="356679" cy="221461"/>
      </dsp:txXfrm>
    </dsp:sp>
    <dsp:sp modelId="{67120CD0-59EC-4DF5-8841-BCDA0BA56533}">
      <dsp:nvSpPr>
        <dsp:cNvPr id="0" name=""/>
        <dsp:cNvSpPr/>
      </dsp:nvSpPr>
      <dsp:spPr>
        <a:xfrm>
          <a:off x="905566"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487542-8420-4BA1-8121-45D7B42EF6C2}">
      <dsp:nvSpPr>
        <dsp:cNvPr id="0" name=""/>
        <dsp:cNvSpPr/>
      </dsp:nvSpPr>
      <dsp:spPr>
        <a:xfrm>
          <a:off x="946728"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5’5”</a:t>
          </a:r>
        </a:p>
      </dsp:txBody>
      <dsp:txXfrm>
        <a:off x="953618" y="968915"/>
        <a:ext cx="356679" cy="2214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25CD9-4EF2-4B49-AEAC-C6AA4CB76869}">
      <dsp:nvSpPr>
        <dsp:cNvPr id="0" name=""/>
        <dsp:cNvSpPr/>
      </dsp:nvSpPr>
      <dsp:spPr>
        <a:xfrm>
          <a:off x="1045076" y="815180"/>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751208" y="472196"/>
          <a:ext cx="339587" cy="107741"/>
        </a:xfrm>
        <a:custGeom>
          <a:avLst/>
          <a:gdLst/>
          <a:ahLst/>
          <a:cxnLst/>
          <a:rect l="0" t="0" r="0" b="0"/>
          <a:pathLst>
            <a:path>
              <a:moveTo>
                <a:pt x="0" y="0"/>
              </a:moveTo>
              <a:lnTo>
                <a:pt x="0" y="73422"/>
              </a:lnTo>
              <a:lnTo>
                <a:pt x="339587" y="73422"/>
              </a:lnTo>
              <a:lnTo>
                <a:pt x="339587"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FF9F7-B679-4476-B7C1-E928ECAD6BE2}">
      <dsp:nvSpPr>
        <dsp:cNvPr id="0" name=""/>
        <dsp:cNvSpPr/>
      </dsp:nvSpPr>
      <dsp:spPr>
        <a:xfrm>
          <a:off x="592292"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E0643-83C2-43EA-9173-41E471496800}">
      <dsp:nvSpPr>
        <dsp:cNvPr id="0" name=""/>
        <dsp:cNvSpPr/>
      </dsp:nvSpPr>
      <dsp:spPr>
        <a:xfrm>
          <a:off x="411621" y="815180"/>
          <a:ext cx="226391" cy="107741"/>
        </a:xfrm>
        <a:custGeom>
          <a:avLst/>
          <a:gdLst/>
          <a:ahLst/>
          <a:cxnLst/>
          <a:rect l="0" t="0" r="0" b="0"/>
          <a:pathLst>
            <a:path>
              <a:moveTo>
                <a:pt x="0" y="0"/>
              </a:moveTo>
              <a:lnTo>
                <a:pt x="0" y="73422"/>
              </a:lnTo>
              <a:lnTo>
                <a:pt x="226391" y="73422"/>
              </a:lnTo>
              <a:lnTo>
                <a:pt x="226391"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32D46F-DAC0-4D0A-BCD2-8D7D036CD48F}">
      <dsp:nvSpPr>
        <dsp:cNvPr id="0" name=""/>
        <dsp:cNvSpPr/>
      </dsp:nvSpPr>
      <dsp:spPr>
        <a:xfrm>
          <a:off x="185229" y="815180"/>
          <a:ext cx="226391" cy="107741"/>
        </a:xfrm>
        <a:custGeom>
          <a:avLst/>
          <a:gdLst/>
          <a:ahLst/>
          <a:cxnLst/>
          <a:rect l="0" t="0" r="0" b="0"/>
          <a:pathLst>
            <a:path>
              <a:moveTo>
                <a:pt x="226391" y="0"/>
              </a:moveTo>
              <a:lnTo>
                <a:pt x="226391" y="73422"/>
              </a:lnTo>
              <a:lnTo>
                <a:pt x="0" y="73422"/>
              </a:lnTo>
              <a:lnTo>
                <a:pt x="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411621" y="472196"/>
          <a:ext cx="339587" cy="107741"/>
        </a:xfrm>
        <a:custGeom>
          <a:avLst/>
          <a:gdLst/>
          <a:ahLst/>
          <a:cxnLst/>
          <a:rect l="0" t="0" r="0" b="0"/>
          <a:pathLst>
            <a:path>
              <a:moveTo>
                <a:pt x="339587" y="0"/>
              </a:moveTo>
              <a:lnTo>
                <a:pt x="339587" y="73422"/>
              </a:lnTo>
              <a:lnTo>
                <a:pt x="0" y="73422"/>
              </a:lnTo>
              <a:lnTo>
                <a:pt x="0"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565979" y="23695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607141" y="27605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a:t>
          </a:r>
        </a:p>
      </dsp:txBody>
      <dsp:txXfrm>
        <a:off x="614031" y="282949"/>
        <a:ext cx="356679" cy="221461"/>
      </dsp:txXfrm>
    </dsp:sp>
    <dsp:sp modelId="{7C433124-736C-41B4-B4CC-9C62F6F6872E}">
      <dsp:nvSpPr>
        <dsp:cNvPr id="0" name=""/>
        <dsp:cNvSpPr/>
      </dsp:nvSpPr>
      <dsp:spPr>
        <a:xfrm>
          <a:off x="226391"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267553"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&lt;5</a:t>
          </a:r>
        </a:p>
      </dsp:txBody>
      <dsp:txXfrm>
        <a:off x="274443" y="625932"/>
        <a:ext cx="356679" cy="221461"/>
      </dsp:txXfrm>
    </dsp:sp>
    <dsp:sp modelId="{6B15D42B-9A13-4C10-92E0-D75A78B4AD61}">
      <dsp:nvSpPr>
        <dsp:cNvPr id="0" name=""/>
        <dsp:cNvSpPr/>
      </dsp:nvSpPr>
      <dsp:spPr>
        <a:xfrm>
          <a:off x="0"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63EF03-C6D1-4787-B1B6-98AF69CCB2A8}">
      <dsp:nvSpPr>
        <dsp:cNvPr id="0" name=""/>
        <dsp:cNvSpPr/>
      </dsp:nvSpPr>
      <dsp:spPr>
        <a:xfrm>
          <a:off x="41162"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5’0”</a:t>
          </a:r>
        </a:p>
      </dsp:txBody>
      <dsp:txXfrm>
        <a:off x="48052" y="968915"/>
        <a:ext cx="356679" cy="221461"/>
      </dsp:txXfrm>
    </dsp:sp>
    <dsp:sp modelId="{3BBF8338-C6C3-4147-B052-FF9CCD292BFB}">
      <dsp:nvSpPr>
        <dsp:cNvPr id="0" name=""/>
        <dsp:cNvSpPr/>
      </dsp:nvSpPr>
      <dsp:spPr>
        <a:xfrm>
          <a:off x="452783"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1A6CE-9DF5-4A08-A5F1-BBDE1F853595}">
      <dsp:nvSpPr>
        <dsp:cNvPr id="0" name=""/>
        <dsp:cNvSpPr/>
      </dsp:nvSpPr>
      <dsp:spPr>
        <a:xfrm>
          <a:off x="493945"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Age &gt; 13.5</a:t>
          </a:r>
        </a:p>
      </dsp:txBody>
      <dsp:txXfrm>
        <a:off x="500835" y="968915"/>
        <a:ext cx="356679" cy="221461"/>
      </dsp:txXfrm>
    </dsp:sp>
    <dsp:sp modelId="{32E873C2-D3AB-4870-8342-678BC2EFF0C6}">
      <dsp:nvSpPr>
        <dsp:cNvPr id="0" name=""/>
        <dsp:cNvSpPr/>
      </dsp:nvSpPr>
      <dsp:spPr>
        <a:xfrm>
          <a:off x="452783"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A65C2-28FF-45B9-B424-483766FC9E52}">
      <dsp:nvSpPr>
        <dsp:cNvPr id="0" name=""/>
        <dsp:cNvSpPr/>
      </dsp:nvSpPr>
      <dsp:spPr>
        <a:xfrm>
          <a:off x="493945"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5’3”</a:t>
          </a:r>
        </a:p>
      </dsp:txBody>
      <dsp:txXfrm>
        <a:off x="500835" y="1311899"/>
        <a:ext cx="356679" cy="221461"/>
      </dsp:txXfrm>
    </dsp:sp>
    <dsp:sp modelId="{E675EAB7-7044-47C7-BF6A-19CBF7DB46E8}">
      <dsp:nvSpPr>
        <dsp:cNvPr id="0" name=""/>
        <dsp:cNvSpPr/>
      </dsp:nvSpPr>
      <dsp:spPr>
        <a:xfrm>
          <a:off x="905566"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946728"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5+</a:t>
          </a:r>
        </a:p>
      </dsp:txBody>
      <dsp:txXfrm>
        <a:off x="953618" y="625932"/>
        <a:ext cx="356679" cy="221461"/>
      </dsp:txXfrm>
    </dsp:sp>
    <dsp:sp modelId="{67120CD0-59EC-4DF5-8841-BCDA0BA56533}">
      <dsp:nvSpPr>
        <dsp:cNvPr id="0" name=""/>
        <dsp:cNvSpPr/>
      </dsp:nvSpPr>
      <dsp:spPr>
        <a:xfrm>
          <a:off x="905566"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487542-8420-4BA1-8121-45D7B42EF6C2}">
      <dsp:nvSpPr>
        <dsp:cNvPr id="0" name=""/>
        <dsp:cNvSpPr/>
      </dsp:nvSpPr>
      <dsp:spPr>
        <a:xfrm>
          <a:off x="946728"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5’5”</a:t>
          </a:r>
        </a:p>
      </dsp:txBody>
      <dsp:txXfrm>
        <a:off x="953618" y="968915"/>
        <a:ext cx="356679" cy="2214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25CD9-4EF2-4B49-AEAC-C6AA4CB76869}">
      <dsp:nvSpPr>
        <dsp:cNvPr id="0" name=""/>
        <dsp:cNvSpPr/>
      </dsp:nvSpPr>
      <dsp:spPr>
        <a:xfrm>
          <a:off x="1045076" y="815180"/>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751208" y="472196"/>
          <a:ext cx="339587" cy="107741"/>
        </a:xfrm>
        <a:custGeom>
          <a:avLst/>
          <a:gdLst/>
          <a:ahLst/>
          <a:cxnLst/>
          <a:rect l="0" t="0" r="0" b="0"/>
          <a:pathLst>
            <a:path>
              <a:moveTo>
                <a:pt x="0" y="0"/>
              </a:moveTo>
              <a:lnTo>
                <a:pt x="0" y="73422"/>
              </a:lnTo>
              <a:lnTo>
                <a:pt x="339587" y="73422"/>
              </a:lnTo>
              <a:lnTo>
                <a:pt x="339587"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D0D254-B8BF-46D1-ACDA-1025548A152D}">
      <dsp:nvSpPr>
        <dsp:cNvPr id="0" name=""/>
        <dsp:cNvSpPr/>
      </dsp:nvSpPr>
      <dsp:spPr>
        <a:xfrm>
          <a:off x="411621" y="815180"/>
          <a:ext cx="226391" cy="107741"/>
        </a:xfrm>
        <a:custGeom>
          <a:avLst/>
          <a:gdLst/>
          <a:ahLst/>
          <a:cxnLst/>
          <a:rect l="0" t="0" r="0" b="0"/>
          <a:pathLst>
            <a:path>
              <a:moveTo>
                <a:pt x="0" y="0"/>
              </a:moveTo>
              <a:lnTo>
                <a:pt x="0" y="73422"/>
              </a:lnTo>
              <a:lnTo>
                <a:pt x="226391" y="73422"/>
              </a:lnTo>
              <a:lnTo>
                <a:pt x="226391"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B06D0-7BC3-43B8-9F22-BBE41EFBDC0F}">
      <dsp:nvSpPr>
        <dsp:cNvPr id="0" name=""/>
        <dsp:cNvSpPr/>
      </dsp:nvSpPr>
      <dsp:spPr>
        <a:xfrm>
          <a:off x="139509"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BAB1D6-092E-41B1-8781-C9A0724D2820}">
      <dsp:nvSpPr>
        <dsp:cNvPr id="0" name=""/>
        <dsp:cNvSpPr/>
      </dsp:nvSpPr>
      <dsp:spPr>
        <a:xfrm>
          <a:off x="185229" y="815180"/>
          <a:ext cx="226391" cy="107741"/>
        </a:xfrm>
        <a:custGeom>
          <a:avLst/>
          <a:gdLst/>
          <a:ahLst/>
          <a:cxnLst/>
          <a:rect l="0" t="0" r="0" b="0"/>
          <a:pathLst>
            <a:path>
              <a:moveTo>
                <a:pt x="226391" y="0"/>
              </a:moveTo>
              <a:lnTo>
                <a:pt x="226391" y="73422"/>
              </a:lnTo>
              <a:lnTo>
                <a:pt x="0" y="73422"/>
              </a:lnTo>
              <a:lnTo>
                <a:pt x="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411621" y="472196"/>
          <a:ext cx="339587" cy="107741"/>
        </a:xfrm>
        <a:custGeom>
          <a:avLst/>
          <a:gdLst/>
          <a:ahLst/>
          <a:cxnLst/>
          <a:rect l="0" t="0" r="0" b="0"/>
          <a:pathLst>
            <a:path>
              <a:moveTo>
                <a:pt x="339587" y="0"/>
              </a:moveTo>
              <a:lnTo>
                <a:pt x="339587" y="73422"/>
              </a:lnTo>
              <a:lnTo>
                <a:pt x="0" y="73422"/>
              </a:lnTo>
              <a:lnTo>
                <a:pt x="0"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565979" y="23695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607141" y="27605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a:t>
          </a:r>
        </a:p>
      </dsp:txBody>
      <dsp:txXfrm>
        <a:off x="614031" y="282949"/>
        <a:ext cx="356679" cy="221461"/>
      </dsp:txXfrm>
    </dsp:sp>
    <dsp:sp modelId="{7C433124-736C-41B4-B4CC-9C62F6F6872E}">
      <dsp:nvSpPr>
        <dsp:cNvPr id="0" name=""/>
        <dsp:cNvSpPr/>
      </dsp:nvSpPr>
      <dsp:spPr>
        <a:xfrm>
          <a:off x="226391"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267553"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&lt;5</a:t>
          </a:r>
        </a:p>
      </dsp:txBody>
      <dsp:txXfrm>
        <a:off x="274443" y="625932"/>
        <a:ext cx="356679" cy="221461"/>
      </dsp:txXfrm>
    </dsp:sp>
    <dsp:sp modelId="{0ADC8960-1232-4EDD-83AD-1679EA1079A9}">
      <dsp:nvSpPr>
        <dsp:cNvPr id="0" name=""/>
        <dsp:cNvSpPr/>
      </dsp:nvSpPr>
      <dsp:spPr>
        <a:xfrm>
          <a:off x="0"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AF49E-1221-4AE5-807A-C6D3121669CF}">
      <dsp:nvSpPr>
        <dsp:cNvPr id="0" name=""/>
        <dsp:cNvSpPr/>
      </dsp:nvSpPr>
      <dsp:spPr>
        <a:xfrm>
          <a:off x="41162"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Age &lt; 13.5</a:t>
          </a:r>
        </a:p>
      </dsp:txBody>
      <dsp:txXfrm>
        <a:off x="48052" y="968915"/>
        <a:ext cx="356679" cy="221461"/>
      </dsp:txXfrm>
    </dsp:sp>
    <dsp:sp modelId="{C1779A42-E38F-413C-A7FB-951F8297435B}">
      <dsp:nvSpPr>
        <dsp:cNvPr id="0" name=""/>
        <dsp:cNvSpPr/>
      </dsp:nvSpPr>
      <dsp:spPr>
        <a:xfrm>
          <a:off x="0"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F911E-FA04-4DEF-AD71-DC13C4D5A993}">
      <dsp:nvSpPr>
        <dsp:cNvPr id="0" name=""/>
        <dsp:cNvSpPr/>
      </dsp:nvSpPr>
      <dsp:spPr>
        <a:xfrm>
          <a:off x="41162"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5’0”</a:t>
          </a:r>
        </a:p>
      </dsp:txBody>
      <dsp:txXfrm>
        <a:off x="48052" y="1311899"/>
        <a:ext cx="356679" cy="221461"/>
      </dsp:txXfrm>
    </dsp:sp>
    <dsp:sp modelId="{E8FA8150-31B7-4062-BD66-4E7841ECB57F}">
      <dsp:nvSpPr>
        <dsp:cNvPr id="0" name=""/>
        <dsp:cNvSpPr/>
      </dsp:nvSpPr>
      <dsp:spPr>
        <a:xfrm>
          <a:off x="452783"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CB1174-6D1E-4459-9C64-53ADEFB675CB}">
      <dsp:nvSpPr>
        <dsp:cNvPr id="0" name=""/>
        <dsp:cNvSpPr/>
      </dsp:nvSpPr>
      <dsp:spPr>
        <a:xfrm>
          <a:off x="493945"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5’3”</a:t>
          </a:r>
        </a:p>
      </dsp:txBody>
      <dsp:txXfrm>
        <a:off x="500835" y="968915"/>
        <a:ext cx="356679" cy="221461"/>
      </dsp:txXfrm>
    </dsp:sp>
    <dsp:sp modelId="{E675EAB7-7044-47C7-BF6A-19CBF7DB46E8}">
      <dsp:nvSpPr>
        <dsp:cNvPr id="0" name=""/>
        <dsp:cNvSpPr/>
      </dsp:nvSpPr>
      <dsp:spPr>
        <a:xfrm>
          <a:off x="905566"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946728"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5+</a:t>
          </a:r>
        </a:p>
      </dsp:txBody>
      <dsp:txXfrm>
        <a:off x="953618" y="625932"/>
        <a:ext cx="356679" cy="221461"/>
      </dsp:txXfrm>
    </dsp:sp>
    <dsp:sp modelId="{67120CD0-59EC-4DF5-8841-BCDA0BA56533}">
      <dsp:nvSpPr>
        <dsp:cNvPr id="0" name=""/>
        <dsp:cNvSpPr/>
      </dsp:nvSpPr>
      <dsp:spPr>
        <a:xfrm>
          <a:off x="905566"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487542-8420-4BA1-8121-45D7B42EF6C2}">
      <dsp:nvSpPr>
        <dsp:cNvPr id="0" name=""/>
        <dsp:cNvSpPr/>
      </dsp:nvSpPr>
      <dsp:spPr>
        <a:xfrm>
          <a:off x="946728"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5’5”</a:t>
          </a:r>
        </a:p>
      </dsp:txBody>
      <dsp:txXfrm>
        <a:off x="953618" y="968915"/>
        <a:ext cx="356679" cy="2214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F1BDF-DBA0-4996-B97B-011F7BFA7FDA}">
      <dsp:nvSpPr>
        <dsp:cNvPr id="0" name=""/>
        <dsp:cNvSpPr/>
      </dsp:nvSpPr>
      <dsp:spPr>
        <a:xfrm>
          <a:off x="1045076"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69CCEB-423A-435D-9B2F-8BEAEA7B5A8E}">
      <dsp:nvSpPr>
        <dsp:cNvPr id="0" name=""/>
        <dsp:cNvSpPr/>
      </dsp:nvSpPr>
      <dsp:spPr>
        <a:xfrm>
          <a:off x="864404" y="815180"/>
          <a:ext cx="226391" cy="107741"/>
        </a:xfrm>
        <a:custGeom>
          <a:avLst/>
          <a:gdLst/>
          <a:ahLst/>
          <a:cxnLst/>
          <a:rect l="0" t="0" r="0" b="0"/>
          <a:pathLst>
            <a:path>
              <a:moveTo>
                <a:pt x="0" y="0"/>
              </a:moveTo>
              <a:lnTo>
                <a:pt x="0" y="73422"/>
              </a:lnTo>
              <a:lnTo>
                <a:pt x="226391" y="73422"/>
              </a:lnTo>
              <a:lnTo>
                <a:pt x="226391"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33D98D-BCB0-4ED0-955A-9408E2549025}">
      <dsp:nvSpPr>
        <dsp:cNvPr id="0" name=""/>
        <dsp:cNvSpPr/>
      </dsp:nvSpPr>
      <dsp:spPr>
        <a:xfrm>
          <a:off x="592292" y="1158163"/>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92795E-7875-4C75-B622-4B64B7F633BC}">
      <dsp:nvSpPr>
        <dsp:cNvPr id="0" name=""/>
        <dsp:cNvSpPr/>
      </dsp:nvSpPr>
      <dsp:spPr>
        <a:xfrm>
          <a:off x="638012" y="815180"/>
          <a:ext cx="226391" cy="107741"/>
        </a:xfrm>
        <a:custGeom>
          <a:avLst/>
          <a:gdLst/>
          <a:ahLst/>
          <a:cxnLst/>
          <a:rect l="0" t="0" r="0" b="0"/>
          <a:pathLst>
            <a:path>
              <a:moveTo>
                <a:pt x="226391" y="0"/>
              </a:moveTo>
              <a:lnTo>
                <a:pt x="226391" y="73422"/>
              </a:lnTo>
              <a:lnTo>
                <a:pt x="0" y="73422"/>
              </a:lnTo>
              <a:lnTo>
                <a:pt x="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34ECC-B6BC-4039-8219-277627D6DDAA}">
      <dsp:nvSpPr>
        <dsp:cNvPr id="0" name=""/>
        <dsp:cNvSpPr/>
      </dsp:nvSpPr>
      <dsp:spPr>
        <a:xfrm>
          <a:off x="524817" y="472196"/>
          <a:ext cx="339587" cy="107741"/>
        </a:xfrm>
        <a:custGeom>
          <a:avLst/>
          <a:gdLst/>
          <a:ahLst/>
          <a:cxnLst/>
          <a:rect l="0" t="0" r="0" b="0"/>
          <a:pathLst>
            <a:path>
              <a:moveTo>
                <a:pt x="0" y="0"/>
              </a:moveTo>
              <a:lnTo>
                <a:pt x="0" y="73422"/>
              </a:lnTo>
              <a:lnTo>
                <a:pt x="339587" y="73422"/>
              </a:lnTo>
              <a:lnTo>
                <a:pt x="339587"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8421B8-6C3C-4A24-8230-8963D1AB0C41}">
      <dsp:nvSpPr>
        <dsp:cNvPr id="0" name=""/>
        <dsp:cNvSpPr/>
      </dsp:nvSpPr>
      <dsp:spPr>
        <a:xfrm>
          <a:off x="139509" y="815180"/>
          <a:ext cx="91440" cy="107741"/>
        </a:xfrm>
        <a:custGeom>
          <a:avLst/>
          <a:gdLst/>
          <a:ahLst/>
          <a:cxnLst/>
          <a:rect l="0" t="0" r="0" b="0"/>
          <a:pathLst>
            <a:path>
              <a:moveTo>
                <a:pt x="45720" y="0"/>
              </a:moveTo>
              <a:lnTo>
                <a:pt x="45720" y="107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1C3E8-C933-41D9-9934-35846715ADFE}">
      <dsp:nvSpPr>
        <dsp:cNvPr id="0" name=""/>
        <dsp:cNvSpPr/>
      </dsp:nvSpPr>
      <dsp:spPr>
        <a:xfrm>
          <a:off x="185229" y="472196"/>
          <a:ext cx="339587" cy="107741"/>
        </a:xfrm>
        <a:custGeom>
          <a:avLst/>
          <a:gdLst/>
          <a:ahLst/>
          <a:cxnLst/>
          <a:rect l="0" t="0" r="0" b="0"/>
          <a:pathLst>
            <a:path>
              <a:moveTo>
                <a:pt x="339587" y="0"/>
              </a:moveTo>
              <a:lnTo>
                <a:pt x="339587" y="73422"/>
              </a:lnTo>
              <a:lnTo>
                <a:pt x="0" y="73422"/>
              </a:lnTo>
              <a:lnTo>
                <a:pt x="0" y="1077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A8CAA-B150-46ED-88F2-37B83164F132}">
      <dsp:nvSpPr>
        <dsp:cNvPr id="0" name=""/>
        <dsp:cNvSpPr/>
      </dsp:nvSpPr>
      <dsp:spPr>
        <a:xfrm>
          <a:off x="339587" y="23695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EE013-F30D-469C-9E53-004A9BB5AB3A}">
      <dsp:nvSpPr>
        <dsp:cNvPr id="0" name=""/>
        <dsp:cNvSpPr/>
      </dsp:nvSpPr>
      <dsp:spPr>
        <a:xfrm>
          <a:off x="380749" y="27605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a:t>
          </a:r>
        </a:p>
      </dsp:txBody>
      <dsp:txXfrm>
        <a:off x="387639" y="282949"/>
        <a:ext cx="356679" cy="221461"/>
      </dsp:txXfrm>
    </dsp:sp>
    <dsp:sp modelId="{7C433124-736C-41B4-B4CC-9C62F6F6872E}">
      <dsp:nvSpPr>
        <dsp:cNvPr id="0" name=""/>
        <dsp:cNvSpPr/>
      </dsp:nvSpPr>
      <dsp:spPr>
        <a:xfrm>
          <a:off x="0"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BEE73-467C-444F-AAC1-9CF5B89E96E1}">
      <dsp:nvSpPr>
        <dsp:cNvPr id="0" name=""/>
        <dsp:cNvSpPr/>
      </dsp:nvSpPr>
      <dsp:spPr>
        <a:xfrm>
          <a:off x="41162"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&lt;5</a:t>
          </a:r>
        </a:p>
      </dsp:txBody>
      <dsp:txXfrm>
        <a:off x="48052" y="625932"/>
        <a:ext cx="356679" cy="221461"/>
      </dsp:txXfrm>
    </dsp:sp>
    <dsp:sp modelId="{B39D1567-BF4B-4090-9E0A-41F8A0541EA1}">
      <dsp:nvSpPr>
        <dsp:cNvPr id="0" name=""/>
        <dsp:cNvSpPr/>
      </dsp:nvSpPr>
      <dsp:spPr>
        <a:xfrm>
          <a:off x="0"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017FC9-A7DA-40AB-8EF3-64490CC58B15}">
      <dsp:nvSpPr>
        <dsp:cNvPr id="0" name=""/>
        <dsp:cNvSpPr/>
      </dsp:nvSpPr>
      <dsp:spPr>
        <a:xfrm>
          <a:off x="41162"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5’0”</a:t>
          </a:r>
        </a:p>
      </dsp:txBody>
      <dsp:txXfrm>
        <a:off x="48052" y="968915"/>
        <a:ext cx="356679" cy="221461"/>
      </dsp:txXfrm>
    </dsp:sp>
    <dsp:sp modelId="{E675EAB7-7044-47C7-BF6A-19CBF7DB46E8}">
      <dsp:nvSpPr>
        <dsp:cNvPr id="0" name=""/>
        <dsp:cNvSpPr/>
      </dsp:nvSpPr>
      <dsp:spPr>
        <a:xfrm>
          <a:off x="679175" y="579938"/>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15749-E5A8-495B-B589-DCD61F72935F}">
      <dsp:nvSpPr>
        <dsp:cNvPr id="0" name=""/>
        <dsp:cNvSpPr/>
      </dsp:nvSpPr>
      <dsp:spPr>
        <a:xfrm>
          <a:off x="720337" y="619042"/>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Shoe size 5+</a:t>
          </a:r>
        </a:p>
      </dsp:txBody>
      <dsp:txXfrm>
        <a:off x="727227" y="625932"/>
        <a:ext cx="356679" cy="221461"/>
      </dsp:txXfrm>
    </dsp:sp>
    <dsp:sp modelId="{DE20637C-9B83-42E9-B5CA-FE0C0E848D17}">
      <dsp:nvSpPr>
        <dsp:cNvPr id="0" name=""/>
        <dsp:cNvSpPr/>
      </dsp:nvSpPr>
      <dsp:spPr>
        <a:xfrm>
          <a:off x="452783"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5FA13-DF7E-4137-9A8E-D704F6954B06}">
      <dsp:nvSpPr>
        <dsp:cNvPr id="0" name=""/>
        <dsp:cNvSpPr/>
      </dsp:nvSpPr>
      <dsp:spPr>
        <a:xfrm>
          <a:off x="493945"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Gender = Girl</a:t>
          </a:r>
        </a:p>
      </dsp:txBody>
      <dsp:txXfrm>
        <a:off x="500835" y="968915"/>
        <a:ext cx="356679" cy="221461"/>
      </dsp:txXfrm>
    </dsp:sp>
    <dsp:sp modelId="{E2B70A0F-F3C9-4476-B953-0EE04C12D4D4}">
      <dsp:nvSpPr>
        <dsp:cNvPr id="0" name=""/>
        <dsp:cNvSpPr/>
      </dsp:nvSpPr>
      <dsp:spPr>
        <a:xfrm>
          <a:off x="452783"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FBAD02-E0A6-4431-A168-F6EECDE82B7D}">
      <dsp:nvSpPr>
        <dsp:cNvPr id="0" name=""/>
        <dsp:cNvSpPr/>
      </dsp:nvSpPr>
      <dsp:spPr>
        <a:xfrm>
          <a:off x="493945"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5’4”</a:t>
          </a:r>
        </a:p>
      </dsp:txBody>
      <dsp:txXfrm>
        <a:off x="500835" y="1311899"/>
        <a:ext cx="356679" cy="221461"/>
      </dsp:txXfrm>
    </dsp:sp>
    <dsp:sp modelId="{9D6587EF-791C-4720-A95F-2FFE7E1B66F5}">
      <dsp:nvSpPr>
        <dsp:cNvPr id="0" name=""/>
        <dsp:cNvSpPr/>
      </dsp:nvSpPr>
      <dsp:spPr>
        <a:xfrm>
          <a:off x="905566" y="922921"/>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A9A2A-6E1B-4E3F-8816-D2B85F444B11}">
      <dsp:nvSpPr>
        <dsp:cNvPr id="0" name=""/>
        <dsp:cNvSpPr/>
      </dsp:nvSpPr>
      <dsp:spPr>
        <a:xfrm>
          <a:off x="946728" y="962025"/>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Gender = Boy</a:t>
          </a:r>
        </a:p>
      </dsp:txBody>
      <dsp:txXfrm>
        <a:off x="953618" y="968915"/>
        <a:ext cx="356679" cy="221461"/>
      </dsp:txXfrm>
    </dsp:sp>
    <dsp:sp modelId="{BA064B36-51B2-41B6-A145-ACD42F9A48AA}">
      <dsp:nvSpPr>
        <dsp:cNvPr id="0" name=""/>
        <dsp:cNvSpPr/>
      </dsp:nvSpPr>
      <dsp:spPr>
        <a:xfrm>
          <a:off x="905566" y="1265905"/>
          <a:ext cx="370459" cy="2352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654B0-2A27-40A4-8B84-022FA5BCAC76}">
      <dsp:nvSpPr>
        <dsp:cNvPr id="0" name=""/>
        <dsp:cNvSpPr/>
      </dsp:nvSpPr>
      <dsp:spPr>
        <a:xfrm>
          <a:off x="946728" y="1305009"/>
          <a:ext cx="370459" cy="2352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CA" sz="600" kern="1200" dirty="0"/>
            <a:t>Height = 5’6”</a:t>
          </a:r>
        </a:p>
      </dsp:txBody>
      <dsp:txXfrm>
        <a:off x="953618" y="1311899"/>
        <a:ext cx="356679" cy="22146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4747E8-E913-4694-A544-026D0AB897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F9EA2DB-AA17-4696-A38F-08569F46E9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8E86B8-23BE-4E3D-9CD9-8F073DCACB00}" type="datetimeFigureOut">
              <a:rPr lang="en-US" smtClean="0"/>
              <a:t>4/2/26</a:t>
            </a:fld>
            <a:endParaRPr lang="en-US"/>
          </a:p>
        </p:txBody>
      </p:sp>
      <p:sp>
        <p:nvSpPr>
          <p:cNvPr id="4" name="Footer Placeholder 3">
            <a:extLst>
              <a:ext uri="{FF2B5EF4-FFF2-40B4-BE49-F238E27FC236}">
                <a16:creationId xmlns:a16="http://schemas.microsoft.com/office/drawing/2014/main" id="{AD412414-05E3-4255-A177-0842DA27B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25B75-056A-4CFF-B73A-7C8FBA84D6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ED0C82-05CC-41F9-9AE7-387C8B7BCF21}" type="slidenum">
              <a:rPr lang="en-US" smtClean="0"/>
              <a:t>‹#›</a:t>
            </a:fld>
            <a:endParaRPr lang="en-US"/>
          </a:p>
        </p:txBody>
      </p:sp>
    </p:spTree>
    <p:extLst>
      <p:ext uri="{BB962C8B-B14F-4D97-AF65-F5344CB8AC3E}">
        <p14:creationId xmlns:p14="http://schemas.microsoft.com/office/powerpoint/2010/main" val="33023774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27B15-B81E-444F-BE24-70F5EF8315C0}" type="datetimeFigureOut">
              <a:rPr lang="en-US" smtClean="0"/>
              <a:t>4/2/26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5425A7-47DF-473E-A1CF-364C38854BFE}" type="slidenum">
              <a:rPr lang="en-US" smtClean="0"/>
              <a:t>‹#›</a:t>
            </a:fld>
            <a:endParaRPr lang="en-US"/>
          </a:p>
        </p:txBody>
      </p:sp>
    </p:spTree>
    <p:extLst>
      <p:ext uri="{BB962C8B-B14F-4D97-AF65-F5344CB8AC3E}">
        <p14:creationId xmlns:p14="http://schemas.microsoft.com/office/powerpoint/2010/main" val="213650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75425A7-47DF-473E-A1CF-364C38854BFE}" type="slidenum">
              <a:rPr lang="en-US" smtClean="0"/>
              <a:t>2</a:t>
            </a:fld>
            <a:endParaRPr lang="en-US"/>
          </a:p>
        </p:txBody>
      </p:sp>
    </p:spTree>
    <p:extLst>
      <p:ext uri="{BB962C8B-B14F-4D97-AF65-F5344CB8AC3E}">
        <p14:creationId xmlns:p14="http://schemas.microsoft.com/office/powerpoint/2010/main" val="1932834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first slide is just fun and to inspire you about what we can do with math. The main calculation in every neural network is y=</a:t>
            </a:r>
            <a:r>
              <a:rPr lang="en-CA" dirty="0" err="1"/>
              <a:t>mx+b</a:t>
            </a:r>
            <a:r>
              <a:rPr lang="en-CA" dirty="0"/>
              <a:t>, the stuff that you recently learned. It’s basically that plus a bunch of other math tricks on top of that. </a:t>
            </a:r>
          </a:p>
        </p:txBody>
      </p:sp>
      <p:sp>
        <p:nvSpPr>
          <p:cNvPr id="4" name="Slide Number Placeholder 3"/>
          <p:cNvSpPr>
            <a:spLocks noGrp="1"/>
          </p:cNvSpPr>
          <p:nvPr>
            <p:ph type="sldNum" sz="quarter" idx="5"/>
          </p:nvPr>
        </p:nvSpPr>
        <p:spPr/>
        <p:txBody>
          <a:bodyPr/>
          <a:lstStyle/>
          <a:p>
            <a:fld id="{975425A7-47DF-473E-A1CF-364C38854BFE}" type="slidenum">
              <a:rPr lang="en-US" smtClean="0"/>
              <a:t>3</a:t>
            </a:fld>
            <a:endParaRPr lang="en-US"/>
          </a:p>
        </p:txBody>
      </p:sp>
    </p:spTree>
    <p:extLst>
      <p:ext uri="{BB962C8B-B14F-4D97-AF65-F5344CB8AC3E}">
        <p14:creationId xmlns:p14="http://schemas.microsoft.com/office/powerpoint/2010/main" val="405560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Math is used in all technology around us! Here are some examples.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ChatGPT was the example I just gave (except I made those models). As an example, my company pays $500 per month for ChatGPT. Their company is worth around $100 billion.</a:t>
            </a:r>
          </a:p>
          <a:p>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6</a:t>
            </a:fld>
            <a:endParaRPr lang="en-US"/>
          </a:p>
        </p:txBody>
      </p:sp>
    </p:spTree>
    <p:extLst>
      <p:ext uri="{BB962C8B-B14F-4D97-AF65-F5344CB8AC3E}">
        <p14:creationId xmlns:p14="http://schemas.microsoft.com/office/powerpoint/2010/main" val="3724317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Math on paper or in your head helps with day to day stuff like calculating the tax at a store. But to do large scale math, we need computers. Python and R are the primary languages people like me use to build mathematical models. </a:t>
            </a:r>
          </a:p>
          <a:p>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7</a:t>
            </a:fld>
            <a:endParaRPr lang="en-US"/>
          </a:p>
        </p:txBody>
      </p:sp>
    </p:spTree>
    <p:extLst>
      <p:ext uri="{BB962C8B-B14F-4D97-AF65-F5344CB8AC3E}">
        <p14:creationId xmlns:p14="http://schemas.microsoft.com/office/powerpoint/2010/main" val="61037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Previously we talked about how Python allows us to do a lot of math</a:t>
            </a:r>
          </a:p>
        </p:txBody>
      </p:sp>
      <p:sp>
        <p:nvSpPr>
          <p:cNvPr id="4" name="Slide Number Placeholder 3"/>
          <p:cNvSpPr>
            <a:spLocks noGrp="1"/>
          </p:cNvSpPr>
          <p:nvPr>
            <p:ph type="sldNum" sz="quarter" idx="5"/>
          </p:nvPr>
        </p:nvSpPr>
        <p:spPr/>
        <p:txBody>
          <a:bodyPr/>
          <a:lstStyle/>
          <a:p>
            <a:fld id="{975425A7-47DF-473E-A1CF-364C38854BFE}" type="slidenum">
              <a:rPr lang="en-US" smtClean="0"/>
              <a:t>10</a:t>
            </a:fld>
            <a:endParaRPr lang="en-US"/>
          </a:p>
        </p:txBody>
      </p:sp>
    </p:spTree>
    <p:extLst>
      <p:ext uri="{BB962C8B-B14F-4D97-AF65-F5344CB8AC3E}">
        <p14:creationId xmlns:p14="http://schemas.microsoft.com/office/powerpoint/2010/main" val="2087245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What’s a model? A model takes some inputs and gives an output. Think of an image as an example. The pixels of the image are the inputs. The output is the label of what the image is. Your brain works like a model. You can identify this image. What is this? Great job, it’s a dog. Now what is this? Yup, it’s a cat. You learned to identify dogs and cats at a very young age. Your brain does it automatically now, but it didn’t when you were first born. This last one is much harder because it’s an animal we don’t see very often. Can anyone guess it? It’s a pangolin. The point here is that some models are easy for humans are hard for computers. Some are hard for humans and easy for computers. What’s easy for us depends on what we see regularly. </a:t>
            </a:r>
          </a:p>
          <a:p>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12</a:t>
            </a:fld>
            <a:endParaRPr lang="en-US"/>
          </a:p>
        </p:txBody>
      </p:sp>
    </p:spTree>
    <p:extLst>
      <p:ext uri="{BB962C8B-B14F-4D97-AF65-F5344CB8AC3E}">
        <p14:creationId xmlns:p14="http://schemas.microsoft.com/office/powerpoint/2010/main" val="4213420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That was an example of an image model. Here’s an example with words. Can anyone guess the next word I’m going to…say? </a:t>
            </a:r>
          </a:p>
          <a:p>
            <a:pPr>
              <a:lnSpc>
                <a:spcPct val="107000"/>
              </a:lnSpc>
              <a:spcAft>
                <a:spcPts val="800"/>
              </a:spcAft>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In the last 10 years, computers have gotten good enough to be able to answer those correctly. </a:t>
            </a:r>
          </a:p>
          <a:p>
            <a:pPr>
              <a:lnSpc>
                <a:spcPct val="107000"/>
              </a:lnSpc>
              <a:spcAft>
                <a:spcPts val="800"/>
              </a:spcAft>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Over the next week, we’ll start with simpler models and build to more and more complex models like those AI models. </a:t>
            </a:r>
          </a:p>
        </p:txBody>
      </p:sp>
      <p:sp>
        <p:nvSpPr>
          <p:cNvPr id="4" name="Slide Number Placeholder 3"/>
          <p:cNvSpPr>
            <a:spLocks noGrp="1"/>
          </p:cNvSpPr>
          <p:nvPr>
            <p:ph type="sldNum" sz="quarter" idx="5"/>
          </p:nvPr>
        </p:nvSpPr>
        <p:spPr/>
        <p:txBody>
          <a:bodyPr/>
          <a:lstStyle/>
          <a:p>
            <a:fld id="{975425A7-47DF-473E-A1CF-364C38854BFE}" type="slidenum">
              <a:rPr lang="en-US" smtClean="0"/>
              <a:t>13</a:t>
            </a:fld>
            <a:endParaRPr lang="en-US"/>
          </a:p>
        </p:txBody>
      </p:sp>
    </p:spTree>
    <p:extLst>
      <p:ext uri="{BB962C8B-B14F-4D97-AF65-F5344CB8AC3E}">
        <p14:creationId xmlns:p14="http://schemas.microsoft.com/office/powerpoint/2010/main" val="3015933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Just a reminder from yesterday. A model is something that can be used to take inputs and give an output as a prediction. </a:t>
            </a:r>
          </a:p>
        </p:txBody>
      </p:sp>
      <p:sp>
        <p:nvSpPr>
          <p:cNvPr id="4" name="Slide Number Placeholder 3"/>
          <p:cNvSpPr>
            <a:spLocks noGrp="1"/>
          </p:cNvSpPr>
          <p:nvPr>
            <p:ph type="sldNum" sz="quarter" idx="5"/>
          </p:nvPr>
        </p:nvSpPr>
        <p:spPr/>
        <p:txBody>
          <a:bodyPr/>
          <a:lstStyle/>
          <a:p>
            <a:fld id="{975425A7-47DF-473E-A1CF-364C38854BFE}" type="slidenum">
              <a:rPr lang="en-US" smtClean="0"/>
              <a:t>17</a:t>
            </a:fld>
            <a:endParaRPr lang="en-US"/>
          </a:p>
        </p:txBody>
      </p:sp>
    </p:spTree>
    <p:extLst>
      <p:ext uri="{BB962C8B-B14F-4D97-AF65-F5344CB8AC3E}">
        <p14:creationId xmlns:p14="http://schemas.microsoft.com/office/powerpoint/2010/main" val="120356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Models find mathematical patterns that use inputs to predict outputs.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Let’s look at a model that is easier to understand.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If someone got a B in 4 classes, what grade do you think they will get on their 5</a:t>
            </a:r>
            <a:r>
              <a:rPr lang="en-CA" sz="1800" kern="1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 class?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B is a safe guess.</a:t>
            </a:r>
          </a:p>
          <a:p>
            <a:r>
              <a:rPr lang="en-CA" dirty="0"/>
              <a:t>You basically completed the pattern. In this case the pattern was obvious, but in math, we would describe that as a simple model that uses the average value to predict the future. It’s such as simple model you don’t even think of it as a model. </a:t>
            </a:r>
          </a:p>
        </p:txBody>
      </p:sp>
      <p:sp>
        <p:nvSpPr>
          <p:cNvPr id="4" name="Slide Number Placeholder 3"/>
          <p:cNvSpPr>
            <a:spLocks noGrp="1"/>
          </p:cNvSpPr>
          <p:nvPr>
            <p:ph type="sldNum" sz="quarter" idx="5"/>
          </p:nvPr>
        </p:nvSpPr>
        <p:spPr/>
        <p:txBody>
          <a:bodyPr/>
          <a:lstStyle/>
          <a:p>
            <a:fld id="{975425A7-47DF-473E-A1CF-364C38854BFE}" type="slidenum">
              <a:rPr lang="en-US" smtClean="0"/>
              <a:t>19</a:t>
            </a:fld>
            <a:endParaRPr lang="en-US"/>
          </a:p>
        </p:txBody>
      </p:sp>
    </p:spTree>
    <p:extLst>
      <p:ext uri="{BB962C8B-B14F-4D97-AF65-F5344CB8AC3E}">
        <p14:creationId xmlns:p14="http://schemas.microsoft.com/office/powerpoint/2010/main" val="467821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Models find mathematical patterns that use inputs to predict outputs.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Let’s look at a model that is easier to understand.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If someone got a B in 4 classes, what grade do you think they will get on their 5</a:t>
            </a:r>
            <a:r>
              <a:rPr lang="en-CA" sz="1800" kern="1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 class?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B is a safe guess.</a:t>
            </a:r>
          </a:p>
          <a:p>
            <a:r>
              <a:rPr lang="en-CA" dirty="0"/>
              <a:t>You basically completed the pattern. In this case the pattern was obvious, but in math, we would describe that as a simple model that uses the average value to predict the future. It’s such as simple model you don’t even think of it as a model. </a:t>
            </a:r>
          </a:p>
        </p:txBody>
      </p:sp>
      <p:sp>
        <p:nvSpPr>
          <p:cNvPr id="4" name="Slide Number Placeholder 3"/>
          <p:cNvSpPr>
            <a:spLocks noGrp="1"/>
          </p:cNvSpPr>
          <p:nvPr>
            <p:ph type="sldNum" sz="quarter" idx="5"/>
          </p:nvPr>
        </p:nvSpPr>
        <p:spPr/>
        <p:txBody>
          <a:bodyPr/>
          <a:lstStyle/>
          <a:p>
            <a:fld id="{975425A7-47DF-473E-A1CF-364C38854BFE}" type="slidenum">
              <a:rPr lang="en-US" smtClean="0"/>
              <a:t>20</a:t>
            </a:fld>
            <a:endParaRPr lang="en-US"/>
          </a:p>
        </p:txBody>
      </p:sp>
    </p:spTree>
    <p:extLst>
      <p:ext uri="{BB962C8B-B14F-4D97-AF65-F5344CB8AC3E}">
        <p14:creationId xmlns:p14="http://schemas.microsoft.com/office/powerpoint/2010/main" val="1120815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Models find mathematical patterns that use inputs to predict outputs.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Let’s look at a model that is easier to understand.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If someone got a B in 4 classes, what grade do you think they will get on their 5</a:t>
            </a:r>
            <a:r>
              <a:rPr lang="en-CA" sz="1800" kern="1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 class?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B is a safe guess.</a:t>
            </a:r>
          </a:p>
          <a:p>
            <a:r>
              <a:rPr lang="en-CA" dirty="0"/>
              <a:t>You basically completed the pattern. In this case the pattern was obvious, but in math, we would describe that as a simple model that uses the average value to predict the future. It’s such as simple model you don’t even think of it as a model. </a:t>
            </a:r>
          </a:p>
        </p:txBody>
      </p:sp>
      <p:sp>
        <p:nvSpPr>
          <p:cNvPr id="4" name="Slide Number Placeholder 3"/>
          <p:cNvSpPr>
            <a:spLocks noGrp="1"/>
          </p:cNvSpPr>
          <p:nvPr>
            <p:ph type="sldNum" sz="quarter" idx="5"/>
          </p:nvPr>
        </p:nvSpPr>
        <p:spPr/>
        <p:txBody>
          <a:bodyPr/>
          <a:lstStyle/>
          <a:p>
            <a:fld id="{975425A7-47DF-473E-A1CF-364C38854BFE}" type="slidenum">
              <a:rPr lang="en-US" smtClean="0"/>
              <a:t>21</a:t>
            </a:fld>
            <a:endParaRPr lang="en-US"/>
          </a:p>
        </p:txBody>
      </p:sp>
    </p:spTree>
    <p:extLst>
      <p:ext uri="{BB962C8B-B14F-4D97-AF65-F5344CB8AC3E}">
        <p14:creationId xmlns:p14="http://schemas.microsoft.com/office/powerpoint/2010/main" val="2304447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Now here is a more complicated example that will probably be hard but you might still be able to guess correctly. Think about it a bit before you answer… [Wait a minute for them.] As a hint, think about the types of classes. The answer is A, because this study is good at math and science and chemistry is closer to those than the other subjects. </a:t>
            </a:r>
          </a:p>
          <a:p>
            <a:r>
              <a:rPr lang="en-CA" dirty="0"/>
              <a:t>Hopefully this example helps you see why it’s useful to understand how the pattern you used was an average. </a:t>
            </a:r>
          </a:p>
        </p:txBody>
      </p:sp>
      <p:sp>
        <p:nvSpPr>
          <p:cNvPr id="4" name="Slide Number Placeholder 3"/>
          <p:cNvSpPr>
            <a:spLocks noGrp="1"/>
          </p:cNvSpPr>
          <p:nvPr>
            <p:ph type="sldNum" sz="quarter" idx="5"/>
          </p:nvPr>
        </p:nvSpPr>
        <p:spPr/>
        <p:txBody>
          <a:bodyPr/>
          <a:lstStyle/>
          <a:p>
            <a:fld id="{975425A7-47DF-473E-A1CF-364C38854BFE}" type="slidenum">
              <a:rPr lang="en-US" smtClean="0"/>
              <a:t>22</a:t>
            </a:fld>
            <a:endParaRPr lang="en-US"/>
          </a:p>
        </p:txBody>
      </p:sp>
    </p:spTree>
    <p:extLst>
      <p:ext uri="{BB962C8B-B14F-4D97-AF65-F5344CB8AC3E}">
        <p14:creationId xmlns:p14="http://schemas.microsoft.com/office/powerpoint/2010/main" val="2892472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23</a:t>
            </a:fld>
            <a:endParaRPr lang="en-US"/>
          </a:p>
        </p:txBody>
      </p:sp>
    </p:spTree>
    <p:extLst>
      <p:ext uri="{BB962C8B-B14F-4D97-AF65-F5344CB8AC3E}">
        <p14:creationId xmlns:p14="http://schemas.microsoft.com/office/powerpoint/2010/main" val="386753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24</a:t>
            </a:fld>
            <a:endParaRPr lang="en-US"/>
          </a:p>
        </p:txBody>
      </p:sp>
    </p:spTree>
    <p:extLst>
      <p:ext uri="{BB962C8B-B14F-4D97-AF65-F5344CB8AC3E}">
        <p14:creationId xmlns:p14="http://schemas.microsoft.com/office/powerpoint/2010/main" val="2328825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25</a:t>
            </a:fld>
            <a:endParaRPr lang="en-US"/>
          </a:p>
        </p:txBody>
      </p:sp>
    </p:spTree>
    <p:extLst>
      <p:ext uri="{BB962C8B-B14F-4D97-AF65-F5344CB8AC3E}">
        <p14:creationId xmlns:p14="http://schemas.microsoft.com/office/powerpoint/2010/main" val="3324059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26</a:t>
            </a:fld>
            <a:endParaRPr lang="en-US"/>
          </a:p>
        </p:txBody>
      </p:sp>
    </p:spTree>
    <p:extLst>
      <p:ext uri="{BB962C8B-B14F-4D97-AF65-F5344CB8AC3E}">
        <p14:creationId xmlns:p14="http://schemas.microsoft.com/office/powerpoint/2010/main" val="2459826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Structured data is easier to analyze, but there is much less of it.</a:t>
            </a:r>
          </a:p>
          <a:p>
            <a:r>
              <a:rPr lang="en-CA" dirty="0"/>
              <a:t>Unstructured data is much harder to analyze. This is what big companies are starting to be able to analyze better and how they can build big models that can talk like they’re human.</a:t>
            </a:r>
          </a:p>
        </p:txBody>
      </p:sp>
      <p:sp>
        <p:nvSpPr>
          <p:cNvPr id="4" name="Slide Number Placeholder 3"/>
          <p:cNvSpPr>
            <a:spLocks noGrp="1"/>
          </p:cNvSpPr>
          <p:nvPr>
            <p:ph type="sldNum" sz="quarter" idx="5"/>
          </p:nvPr>
        </p:nvSpPr>
        <p:spPr/>
        <p:txBody>
          <a:bodyPr/>
          <a:lstStyle/>
          <a:p>
            <a:fld id="{975425A7-47DF-473E-A1CF-364C38854BFE}" type="slidenum">
              <a:rPr lang="en-US" smtClean="0"/>
              <a:t>27</a:t>
            </a:fld>
            <a:endParaRPr lang="en-US"/>
          </a:p>
        </p:txBody>
      </p:sp>
    </p:spTree>
    <p:extLst>
      <p:ext uri="{BB962C8B-B14F-4D97-AF65-F5344CB8AC3E}">
        <p14:creationId xmlns:p14="http://schemas.microsoft.com/office/powerpoint/2010/main" val="2143750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machine learning, we call inputs X and we call outputs y.</a:t>
            </a:r>
          </a:p>
        </p:txBody>
      </p:sp>
      <p:sp>
        <p:nvSpPr>
          <p:cNvPr id="4" name="Slide Number Placeholder 3"/>
          <p:cNvSpPr>
            <a:spLocks noGrp="1"/>
          </p:cNvSpPr>
          <p:nvPr>
            <p:ph type="sldNum" sz="quarter" idx="5"/>
          </p:nvPr>
        </p:nvSpPr>
        <p:spPr/>
        <p:txBody>
          <a:bodyPr/>
          <a:lstStyle/>
          <a:p>
            <a:fld id="{975425A7-47DF-473E-A1CF-364C38854BFE}" type="slidenum">
              <a:rPr lang="en-US" smtClean="0"/>
              <a:t>31</a:t>
            </a:fld>
            <a:endParaRPr lang="en-US"/>
          </a:p>
        </p:txBody>
      </p:sp>
    </p:spTree>
    <p:extLst>
      <p:ext uri="{BB962C8B-B14F-4D97-AF65-F5344CB8AC3E}">
        <p14:creationId xmlns:p14="http://schemas.microsoft.com/office/powerpoint/2010/main" val="736180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There are many types of machine learning models. We learned linear models yesterday and I’ll teach you tree-based models today. Day 4 will be neural networks. </a:t>
            </a:r>
          </a:p>
        </p:txBody>
      </p:sp>
      <p:sp>
        <p:nvSpPr>
          <p:cNvPr id="4" name="Slide Number Placeholder 3"/>
          <p:cNvSpPr>
            <a:spLocks noGrp="1"/>
          </p:cNvSpPr>
          <p:nvPr>
            <p:ph type="sldNum" sz="quarter" idx="5"/>
          </p:nvPr>
        </p:nvSpPr>
        <p:spPr/>
        <p:txBody>
          <a:bodyPr/>
          <a:lstStyle/>
          <a:p>
            <a:fld id="{975425A7-47DF-473E-A1CF-364C38854BFE}" type="slidenum">
              <a:rPr lang="en-US" smtClean="0"/>
              <a:t>35</a:t>
            </a:fld>
            <a:endParaRPr lang="en-US"/>
          </a:p>
        </p:txBody>
      </p:sp>
    </p:spTree>
    <p:extLst>
      <p:ext uri="{BB962C8B-B14F-4D97-AF65-F5344CB8AC3E}">
        <p14:creationId xmlns:p14="http://schemas.microsoft.com/office/powerpoint/2010/main" val="1350725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Linear means the model uses a line. </a:t>
            </a:r>
          </a:p>
          <a:p>
            <a:r>
              <a:rPr lang="en-CA" dirty="0"/>
              <a:t>Many patterns are like a line. A line basically means, as you increase something, the other thing increases at the same rate.</a:t>
            </a:r>
          </a:p>
        </p:txBody>
      </p:sp>
      <p:sp>
        <p:nvSpPr>
          <p:cNvPr id="4" name="Slide Number Placeholder 3"/>
          <p:cNvSpPr>
            <a:spLocks noGrp="1"/>
          </p:cNvSpPr>
          <p:nvPr>
            <p:ph type="sldNum" sz="quarter" idx="5"/>
          </p:nvPr>
        </p:nvSpPr>
        <p:spPr/>
        <p:txBody>
          <a:bodyPr/>
          <a:lstStyle/>
          <a:p>
            <a:fld id="{975425A7-47DF-473E-A1CF-364C38854BFE}" type="slidenum">
              <a:rPr lang="en-US" smtClean="0"/>
              <a:t>36</a:t>
            </a:fld>
            <a:endParaRPr lang="en-US"/>
          </a:p>
        </p:txBody>
      </p:sp>
    </p:spTree>
    <p:extLst>
      <p:ext uri="{BB962C8B-B14F-4D97-AF65-F5344CB8AC3E}">
        <p14:creationId xmlns:p14="http://schemas.microsoft.com/office/powerpoint/2010/main" val="1933126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Here’s an example of a non-linear relationship. Soup tastes better with a bit of salt. But if you add too much, it starts to taste worse and worse. </a:t>
            </a:r>
          </a:p>
        </p:txBody>
      </p:sp>
      <p:sp>
        <p:nvSpPr>
          <p:cNvPr id="4" name="Slide Number Placeholder 3"/>
          <p:cNvSpPr>
            <a:spLocks noGrp="1"/>
          </p:cNvSpPr>
          <p:nvPr>
            <p:ph type="sldNum" sz="quarter" idx="5"/>
          </p:nvPr>
        </p:nvSpPr>
        <p:spPr/>
        <p:txBody>
          <a:bodyPr/>
          <a:lstStyle/>
          <a:p>
            <a:fld id="{975425A7-47DF-473E-A1CF-364C38854BFE}" type="slidenum">
              <a:rPr lang="en-US" smtClean="0"/>
              <a:t>37</a:t>
            </a:fld>
            <a:endParaRPr lang="en-US"/>
          </a:p>
        </p:txBody>
      </p:sp>
    </p:spTree>
    <p:extLst>
      <p:ext uri="{BB962C8B-B14F-4D97-AF65-F5344CB8AC3E}">
        <p14:creationId xmlns:p14="http://schemas.microsoft.com/office/powerpoint/2010/main" val="2679869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an example of a tree-based model. It’s called tree based because it “grows” out like a tree from the base (like an upside down tree).</a:t>
            </a:r>
          </a:p>
        </p:txBody>
      </p:sp>
      <p:sp>
        <p:nvSpPr>
          <p:cNvPr id="4" name="Slide Number Placeholder 3"/>
          <p:cNvSpPr>
            <a:spLocks noGrp="1"/>
          </p:cNvSpPr>
          <p:nvPr>
            <p:ph type="sldNum" sz="quarter" idx="5"/>
          </p:nvPr>
        </p:nvSpPr>
        <p:spPr/>
        <p:txBody>
          <a:bodyPr/>
          <a:lstStyle/>
          <a:p>
            <a:fld id="{975425A7-47DF-473E-A1CF-364C38854BFE}" type="slidenum">
              <a:rPr lang="en-US" smtClean="0"/>
              <a:t>39</a:t>
            </a:fld>
            <a:endParaRPr lang="en-US"/>
          </a:p>
        </p:txBody>
      </p:sp>
    </p:spTree>
    <p:extLst>
      <p:ext uri="{BB962C8B-B14F-4D97-AF65-F5344CB8AC3E}">
        <p14:creationId xmlns:p14="http://schemas.microsoft.com/office/powerpoint/2010/main" val="2568357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we go down each branch separately, we can see how predictions are made. In this case, we see that if a student has a foot smaller than 22.5 cm and is under 10 years and 3 months old, then it predicts they will be 139cm tall.</a:t>
            </a:r>
          </a:p>
          <a:p>
            <a:r>
              <a:rPr lang="en-CA" dirty="0"/>
              <a:t>The big limitation is that it only makes 4 predictions.</a:t>
            </a:r>
          </a:p>
          <a:p>
            <a:r>
              <a:rPr lang="en-CA" dirty="0"/>
              <a:t>Note that we can make a larger tree, but then it will overfit. </a:t>
            </a:r>
          </a:p>
        </p:txBody>
      </p:sp>
      <p:sp>
        <p:nvSpPr>
          <p:cNvPr id="4" name="Slide Number Placeholder 3"/>
          <p:cNvSpPr>
            <a:spLocks noGrp="1"/>
          </p:cNvSpPr>
          <p:nvPr>
            <p:ph type="sldNum" sz="quarter" idx="5"/>
          </p:nvPr>
        </p:nvSpPr>
        <p:spPr/>
        <p:txBody>
          <a:bodyPr/>
          <a:lstStyle/>
          <a:p>
            <a:fld id="{975425A7-47DF-473E-A1CF-364C38854BFE}" type="slidenum">
              <a:rPr lang="en-US" smtClean="0"/>
              <a:t>40</a:t>
            </a:fld>
            <a:endParaRPr lang="en-US"/>
          </a:p>
        </p:txBody>
      </p:sp>
    </p:spTree>
    <p:extLst>
      <p:ext uri="{BB962C8B-B14F-4D97-AF65-F5344CB8AC3E}">
        <p14:creationId xmlns:p14="http://schemas.microsoft.com/office/powerpoint/2010/main" val="2224950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decision tree is not a good predictive model by itself. But a decision tree combines a bunch of separate decision trees and uses the average prediction to be very accurate. It’s called a forest because it is made up of a bunch of trees. </a:t>
            </a:r>
          </a:p>
        </p:txBody>
      </p:sp>
      <p:sp>
        <p:nvSpPr>
          <p:cNvPr id="4" name="Slide Number Placeholder 3"/>
          <p:cNvSpPr>
            <a:spLocks noGrp="1"/>
          </p:cNvSpPr>
          <p:nvPr>
            <p:ph type="sldNum" sz="quarter" idx="5"/>
          </p:nvPr>
        </p:nvSpPr>
        <p:spPr/>
        <p:txBody>
          <a:bodyPr/>
          <a:lstStyle/>
          <a:p>
            <a:fld id="{975425A7-47DF-473E-A1CF-364C38854BFE}" type="slidenum">
              <a:rPr lang="en-US" smtClean="0"/>
              <a:t>41</a:t>
            </a:fld>
            <a:endParaRPr lang="en-US"/>
          </a:p>
        </p:txBody>
      </p:sp>
    </p:spTree>
    <p:extLst>
      <p:ext uri="{BB962C8B-B14F-4D97-AF65-F5344CB8AC3E}">
        <p14:creationId xmlns:p14="http://schemas.microsoft.com/office/powerpoint/2010/main" val="42327262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machine learning, we call inputs X and we call outputs y.</a:t>
            </a:r>
          </a:p>
        </p:txBody>
      </p:sp>
      <p:sp>
        <p:nvSpPr>
          <p:cNvPr id="4" name="Slide Number Placeholder 3"/>
          <p:cNvSpPr>
            <a:spLocks noGrp="1"/>
          </p:cNvSpPr>
          <p:nvPr>
            <p:ph type="sldNum" sz="quarter" idx="5"/>
          </p:nvPr>
        </p:nvSpPr>
        <p:spPr/>
        <p:txBody>
          <a:bodyPr/>
          <a:lstStyle/>
          <a:p>
            <a:fld id="{975425A7-47DF-473E-A1CF-364C38854BFE}" type="slidenum">
              <a:rPr lang="en-US" smtClean="0"/>
              <a:t>45</a:t>
            </a:fld>
            <a:endParaRPr lang="en-US"/>
          </a:p>
        </p:txBody>
      </p:sp>
    </p:spTree>
    <p:extLst>
      <p:ext uri="{BB962C8B-B14F-4D97-AF65-F5344CB8AC3E}">
        <p14:creationId xmlns:p14="http://schemas.microsoft.com/office/powerpoint/2010/main" val="3007957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There are many types of machine learning models. Yesterday we learned about tree-based models. Today we’ll learn about neural networks which are used to build AI.</a:t>
            </a:r>
          </a:p>
        </p:txBody>
      </p:sp>
      <p:sp>
        <p:nvSpPr>
          <p:cNvPr id="4" name="Slide Number Placeholder 3"/>
          <p:cNvSpPr>
            <a:spLocks noGrp="1"/>
          </p:cNvSpPr>
          <p:nvPr>
            <p:ph type="sldNum" sz="quarter" idx="5"/>
          </p:nvPr>
        </p:nvSpPr>
        <p:spPr/>
        <p:txBody>
          <a:bodyPr/>
          <a:lstStyle/>
          <a:p>
            <a:fld id="{975425A7-47DF-473E-A1CF-364C38854BFE}" type="slidenum">
              <a:rPr lang="en-US" smtClean="0"/>
              <a:t>47</a:t>
            </a:fld>
            <a:endParaRPr lang="en-US"/>
          </a:p>
        </p:txBody>
      </p:sp>
    </p:spTree>
    <p:extLst>
      <p:ext uri="{BB962C8B-B14F-4D97-AF65-F5344CB8AC3E}">
        <p14:creationId xmlns:p14="http://schemas.microsoft.com/office/powerpoint/2010/main" val="8205208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49</a:t>
            </a:fld>
            <a:endParaRPr lang="en-US"/>
          </a:p>
        </p:txBody>
      </p:sp>
    </p:spTree>
    <p:extLst>
      <p:ext uri="{BB962C8B-B14F-4D97-AF65-F5344CB8AC3E}">
        <p14:creationId xmlns:p14="http://schemas.microsoft.com/office/powerpoint/2010/main" val="3146547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Remember that example from day 2? I changed the grades. What would you predict this time?</a:t>
            </a:r>
            <a:endParaRPr lang="en-CA" dirty="0"/>
          </a:p>
        </p:txBody>
      </p:sp>
      <p:sp>
        <p:nvSpPr>
          <p:cNvPr id="4" name="Slide Number Placeholder 3"/>
          <p:cNvSpPr>
            <a:spLocks noGrp="1"/>
          </p:cNvSpPr>
          <p:nvPr>
            <p:ph type="sldNum" sz="quarter" idx="5"/>
          </p:nvPr>
        </p:nvSpPr>
        <p:spPr/>
        <p:txBody>
          <a:bodyPr/>
          <a:lstStyle/>
          <a:p>
            <a:fld id="{975425A7-47DF-473E-A1CF-364C38854BFE}" type="slidenum">
              <a:rPr lang="en-US" smtClean="0"/>
              <a:t>51</a:t>
            </a:fld>
            <a:endParaRPr lang="en-US"/>
          </a:p>
        </p:txBody>
      </p:sp>
    </p:spTree>
    <p:extLst>
      <p:ext uri="{BB962C8B-B14F-4D97-AF65-F5344CB8AC3E}">
        <p14:creationId xmlns:p14="http://schemas.microsoft.com/office/powerpoint/2010/main" val="986618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We interpret both of these images as the same thing. It’s just a line. It doesn’t matter which pixel it starts.</a:t>
            </a:r>
          </a:p>
          <a:p>
            <a:r>
              <a:rPr lang="en-CA" dirty="0"/>
              <a:t>But a normal model sees these as completely different.</a:t>
            </a:r>
          </a:p>
        </p:txBody>
      </p:sp>
      <p:sp>
        <p:nvSpPr>
          <p:cNvPr id="4" name="Slide Number Placeholder 3"/>
          <p:cNvSpPr>
            <a:spLocks noGrp="1"/>
          </p:cNvSpPr>
          <p:nvPr>
            <p:ph type="sldNum" sz="quarter" idx="5"/>
          </p:nvPr>
        </p:nvSpPr>
        <p:spPr/>
        <p:txBody>
          <a:bodyPr/>
          <a:lstStyle/>
          <a:p>
            <a:fld id="{975425A7-47DF-473E-A1CF-364C38854BFE}" type="slidenum">
              <a:rPr lang="en-US" smtClean="0"/>
              <a:t>53</a:t>
            </a:fld>
            <a:endParaRPr lang="en-US"/>
          </a:p>
        </p:txBody>
      </p:sp>
    </p:spTree>
    <p:extLst>
      <p:ext uri="{BB962C8B-B14F-4D97-AF65-F5344CB8AC3E}">
        <p14:creationId xmlns:p14="http://schemas.microsoft.com/office/powerpoint/2010/main" val="36302805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73EB59-2064-4533-AD78-554F1F92748E}"/>
              </a:ext>
            </a:extLst>
          </p:cNvPr>
          <p:cNvSpPr/>
          <p:nvPr/>
        </p:nvSpPr>
        <p:spPr bwMode="white">
          <a:xfrm>
            <a:off x="0" y="1285875"/>
            <a:ext cx="12192000" cy="55721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sp>
        <p:nvSpPr>
          <p:cNvPr id="5" name="Picture Placeholder 4">
            <a:extLst>
              <a:ext uri="{FF2B5EF4-FFF2-40B4-BE49-F238E27FC236}">
                <a16:creationId xmlns:a16="http://schemas.microsoft.com/office/drawing/2014/main" id="{A23BCD66-EAA2-448C-99C4-0489C9D3422F}"/>
              </a:ext>
            </a:extLst>
          </p:cNvPr>
          <p:cNvSpPr>
            <a:spLocks noGrp="1"/>
          </p:cNvSpPr>
          <p:nvPr>
            <p:ph type="pic" sz="quarter" idx="15"/>
          </p:nvPr>
        </p:nvSpPr>
        <p:spPr>
          <a:xfrm>
            <a:off x="7125431" y="1569549"/>
            <a:ext cx="4522912" cy="4522912"/>
          </a:xfrm>
          <a:prstGeom prst="ellipse">
            <a:avLst/>
          </a:prstGeom>
        </p:spPr>
        <p:txBody>
          <a:bodyPr/>
          <a:lstStyle/>
          <a:p>
            <a:r>
              <a:rPr lang="en-US"/>
              <a:t>Click icon to add picture</a:t>
            </a:r>
            <a:endParaRPr lang="en-US" dirty="0"/>
          </a:p>
        </p:txBody>
      </p:sp>
      <p:pic>
        <p:nvPicPr>
          <p:cNvPr id="6" name="Picture 5">
            <a:extLst>
              <a:ext uri="{FF2B5EF4-FFF2-40B4-BE49-F238E27FC236}">
                <a16:creationId xmlns:a16="http://schemas.microsoft.com/office/drawing/2014/main" id="{B06894BB-BD56-4321-948F-80D58947267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40270" y="463492"/>
            <a:ext cx="2290376" cy="409625"/>
          </a:xfrm>
          <a:prstGeom prst="rect">
            <a:avLst/>
          </a:prstGeom>
        </p:spPr>
      </p:pic>
      <p:cxnSp>
        <p:nvCxnSpPr>
          <p:cNvPr id="7" name="Straight Connector 6">
            <a:extLst>
              <a:ext uri="{FF2B5EF4-FFF2-40B4-BE49-F238E27FC236}">
                <a16:creationId xmlns:a16="http://schemas.microsoft.com/office/drawing/2014/main" id="{920CF6EA-B9E6-4BA4-A754-8000D783297E}"/>
              </a:ext>
            </a:extLst>
          </p:cNvPr>
          <p:cNvCxnSpPr/>
          <p:nvPr/>
        </p:nvCxnSpPr>
        <p:spPr>
          <a:xfrm>
            <a:off x="3005450" y="490608"/>
            <a:ext cx="0" cy="3729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78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Slide - White Client Log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73EB59-2064-4533-AD78-554F1F92748E}"/>
              </a:ext>
            </a:extLst>
          </p:cNvPr>
          <p:cNvSpPr/>
          <p:nvPr/>
        </p:nvSpPr>
        <p:spPr bwMode="white">
          <a:xfrm>
            <a:off x="0" y="0"/>
            <a:ext cx="12192000"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pic>
        <p:nvPicPr>
          <p:cNvPr id="13" name="Picture 12">
            <a:extLst>
              <a:ext uri="{FF2B5EF4-FFF2-40B4-BE49-F238E27FC236}">
                <a16:creationId xmlns:a16="http://schemas.microsoft.com/office/drawing/2014/main" id="{85D17414-33B0-4C62-A67F-81DFC61024B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40270" y="463493"/>
            <a:ext cx="2290376" cy="409624"/>
          </a:xfrm>
          <a:prstGeom prst="rect">
            <a:avLst/>
          </a:prstGeom>
        </p:spPr>
      </p:pic>
      <p:cxnSp>
        <p:nvCxnSpPr>
          <p:cNvPr id="14" name="Straight Connector 13">
            <a:extLst>
              <a:ext uri="{FF2B5EF4-FFF2-40B4-BE49-F238E27FC236}">
                <a16:creationId xmlns:a16="http://schemas.microsoft.com/office/drawing/2014/main" id="{70F5B821-031C-4A9E-9AA6-EED2BFF9DFD9}"/>
              </a:ext>
            </a:extLst>
          </p:cNvPr>
          <p:cNvCxnSpPr/>
          <p:nvPr/>
        </p:nvCxnSpPr>
        <p:spPr>
          <a:xfrm>
            <a:off x="3005450" y="490609"/>
            <a:ext cx="0" cy="3729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A23BCD66-EAA2-448C-99C4-0489C9D3422F}"/>
              </a:ext>
            </a:extLst>
          </p:cNvPr>
          <p:cNvSpPr>
            <a:spLocks noGrp="1"/>
          </p:cNvSpPr>
          <p:nvPr>
            <p:ph type="pic" sz="quarter" idx="15"/>
          </p:nvPr>
        </p:nvSpPr>
        <p:spPr>
          <a:xfrm>
            <a:off x="7125431" y="1569549"/>
            <a:ext cx="4522912" cy="4522912"/>
          </a:xfrm>
          <a:prstGeom prst="ellipse">
            <a:avLst/>
          </a:prstGeom>
        </p:spPr>
        <p:txBody>
          <a:bodyPr/>
          <a:lstStyle/>
          <a:p>
            <a:r>
              <a:rPr lang="en-US"/>
              <a:t>Click icon to add picture</a:t>
            </a:r>
            <a:endParaRPr lang="en-US" dirty="0"/>
          </a:p>
        </p:txBody>
      </p:sp>
    </p:spTree>
    <p:extLst>
      <p:ext uri="{BB962C8B-B14F-4D97-AF65-F5344CB8AC3E}">
        <p14:creationId xmlns:p14="http://schemas.microsoft.com/office/powerpoint/2010/main" val="4203425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Slid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23BCD66-EAA2-448C-99C4-0489C9D3422F}"/>
              </a:ext>
            </a:extLst>
          </p:cNvPr>
          <p:cNvSpPr>
            <a:spLocks noGrp="1"/>
          </p:cNvSpPr>
          <p:nvPr>
            <p:ph type="pic" sz="quarter" idx="15"/>
          </p:nvPr>
        </p:nvSpPr>
        <p:spPr>
          <a:xfrm>
            <a:off x="7125431" y="1569549"/>
            <a:ext cx="4522912" cy="4522912"/>
          </a:xfrm>
          <a:prstGeom prst="ellipse">
            <a:avLst/>
          </a:prstGeom>
        </p:spPr>
        <p:txBody>
          <a:bodyPr/>
          <a:lstStyle>
            <a:lvl1pPr marL="0" indent="0">
              <a:buNone/>
              <a:defRPr/>
            </a:lvl1pPr>
          </a:lstStyle>
          <a:p>
            <a:r>
              <a:rPr lang="en-US"/>
              <a:t>Click icon to add picture</a:t>
            </a:r>
            <a:endParaRPr lang="en-US" dirty="0"/>
          </a:p>
        </p:txBody>
      </p:sp>
      <p:pic>
        <p:nvPicPr>
          <p:cNvPr id="6" name="Picture 5">
            <a:extLst>
              <a:ext uri="{FF2B5EF4-FFF2-40B4-BE49-F238E27FC236}">
                <a16:creationId xmlns:a16="http://schemas.microsoft.com/office/drawing/2014/main" id="{9ED10B9A-4E9C-48D9-8CF4-4E9DA06D812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40270" y="463492"/>
            <a:ext cx="2290376" cy="409625"/>
          </a:xfrm>
          <a:prstGeom prst="rect">
            <a:avLst/>
          </a:prstGeom>
        </p:spPr>
      </p:pic>
      <p:cxnSp>
        <p:nvCxnSpPr>
          <p:cNvPr id="7" name="Straight Connector 6">
            <a:extLst>
              <a:ext uri="{FF2B5EF4-FFF2-40B4-BE49-F238E27FC236}">
                <a16:creationId xmlns:a16="http://schemas.microsoft.com/office/drawing/2014/main" id="{5854B27E-213B-4B6D-9CAF-472FBD185F04}"/>
              </a:ext>
            </a:extLst>
          </p:cNvPr>
          <p:cNvCxnSpPr/>
          <p:nvPr/>
        </p:nvCxnSpPr>
        <p:spPr>
          <a:xfrm>
            <a:off x="3005450" y="490608"/>
            <a:ext cx="0" cy="3729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477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Subtitle &amp; Content">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5B8458B8-586B-40C4-8B6D-DD1B095C0E64}"/>
              </a:ext>
            </a:extLst>
          </p:cNvPr>
          <p:cNvSpPr>
            <a:spLocks noGrp="1"/>
          </p:cNvSpPr>
          <p:nvPr>
            <p:ph type="body" sz="quarter" idx="11"/>
          </p:nvPr>
        </p:nvSpPr>
        <p:spPr>
          <a:xfrm>
            <a:off x="609600" y="929552"/>
            <a:ext cx="10972800" cy="352425"/>
          </a:xfrm>
        </p:spPr>
        <p:txBody>
          <a:bodyPr>
            <a:noAutofit/>
          </a:bodyPr>
          <a:lstStyle>
            <a:lvl1pPr marL="0" indent="0" algn="l">
              <a:lnSpc>
                <a:spcPct val="100000"/>
              </a:lnSpc>
              <a:spcBef>
                <a:spcPts val="600"/>
              </a:spcBef>
              <a:buNone/>
              <a:defRPr sz="1400" baseline="0">
                <a:solidFill>
                  <a:srgbClr val="003933"/>
                </a:solidFill>
                <a:latin typeface="Bierstadt" panose="020B0004020202020204" pitchFamily="34" charset="0"/>
              </a:defRPr>
            </a:lvl1pPr>
            <a:lvl2pPr marL="457200" indent="0" algn="ctr">
              <a:buNone/>
              <a:defRPr sz="1600">
                <a:solidFill>
                  <a:schemeClr val="bg2">
                    <a:lumMod val="50000"/>
                  </a:schemeClr>
                </a:solidFill>
              </a:defRPr>
            </a:lvl2pPr>
            <a:lvl3pPr marL="914400" indent="0" algn="ctr">
              <a:buNone/>
              <a:defRPr sz="1600">
                <a:solidFill>
                  <a:schemeClr val="bg2">
                    <a:lumMod val="50000"/>
                  </a:schemeClr>
                </a:solidFill>
              </a:defRPr>
            </a:lvl3pPr>
            <a:lvl4pPr marL="1371600" indent="0" algn="ctr">
              <a:buNone/>
              <a:defRPr sz="1600">
                <a:solidFill>
                  <a:schemeClr val="bg2">
                    <a:lumMod val="50000"/>
                  </a:schemeClr>
                </a:solidFill>
              </a:defRPr>
            </a:lvl4pPr>
            <a:lvl5pPr marL="1828800" indent="0" algn="ctr">
              <a:buNone/>
              <a:defRPr sz="1600">
                <a:solidFill>
                  <a:schemeClr val="bg2">
                    <a:lumMod val="50000"/>
                  </a:schemeClr>
                </a:solidFill>
              </a:defRPr>
            </a:lvl5pPr>
          </a:lstStyle>
          <a:p>
            <a:pPr lvl="0"/>
            <a:r>
              <a:rPr lang="en-US"/>
              <a:t>Click to edit Master text styles</a:t>
            </a:r>
          </a:p>
        </p:txBody>
      </p:sp>
      <p:sp>
        <p:nvSpPr>
          <p:cNvPr id="9" name="Title 1">
            <a:extLst>
              <a:ext uri="{FF2B5EF4-FFF2-40B4-BE49-F238E27FC236}">
                <a16:creationId xmlns:a16="http://schemas.microsoft.com/office/drawing/2014/main" id="{00206D35-3846-49C3-BD09-101EC684B9F3}"/>
              </a:ext>
            </a:extLst>
          </p:cNvPr>
          <p:cNvSpPr>
            <a:spLocks noGrp="1"/>
          </p:cNvSpPr>
          <p:nvPr>
            <p:ph type="title" hasCustomPrompt="1"/>
          </p:nvPr>
        </p:nvSpPr>
        <p:spPr>
          <a:xfrm>
            <a:off x="609600" y="408535"/>
            <a:ext cx="10972800" cy="505415"/>
          </a:xfrm>
        </p:spPr>
        <p:txBody>
          <a:bodyPr anchor="t" anchorCtr="0">
            <a:noAutofit/>
          </a:bodyPr>
          <a:lstStyle>
            <a:lvl1pPr marL="0" algn="l" defTabSz="914400" rtl="0" eaLnBrk="1" latinLnBrk="0" hangingPunct="1">
              <a:lnSpc>
                <a:spcPct val="100000"/>
              </a:lnSpc>
              <a:spcBef>
                <a:spcPts val="600"/>
              </a:spcBef>
              <a:defRPr lang="en-US" sz="2400" kern="0" cap="none" spc="0" baseline="0" dirty="0">
                <a:solidFill>
                  <a:srgbClr val="003933"/>
                </a:solidFill>
                <a:latin typeface="Bierstadt" panose="020B0004020202020204" pitchFamily="34" charset="0"/>
                <a:ea typeface="+mn-ea"/>
                <a:cs typeface="+mn-cs"/>
                <a:sym typeface="Lato Bold"/>
              </a:defRPr>
            </a:lvl1pPr>
          </a:lstStyle>
          <a:p>
            <a:pPr lvl="0"/>
            <a:r>
              <a:rPr lang="en-US" dirty="0"/>
              <a:t>Click to edit Master text styles</a:t>
            </a:r>
          </a:p>
        </p:txBody>
      </p:sp>
      <p:pic>
        <p:nvPicPr>
          <p:cNvPr id="11" name="Picture 10" descr="A picture containing icon&#10;&#10;Description automatically generated">
            <a:extLst>
              <a:ext uri="{FF2B5EF4-FFF2-40B4-BE49-F238E27FC236}">
                <a16:creationId xmlns:a16="http://schemas.microsoft.com/office/drawing/2014/main" id="{6B798255-27C1-48B3-90AE-4C1E9E5876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3423" y="6149154"/>
            <a:ext cx="1635878" cy="292570"/>
          </a:xfrm>
          <a:prstGeom prst="rect">
            <a:avLst/>
          </a:prstGeom>
        </p:spPr>
      </p:pic>
      <p:sp>
        <p:nvSpPr>
          <p:cNvPr id="12" name="TextBox 11">
            <a:extLst>
              <a:ext uri="{FF2B5EF4-FFF2-40B4-BE49-F238E27FC236}">
                <a16:creationId xmlns:a16="http://schemas.microsoft.com/office/drawing/2014/main" id="{3B5869C5-3BB8-404B-A672-4A57B35BEA81}"/>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4" name="Text Placeholder 4">
            <a:extLst>
              <a:ext uri="{FF2B5EF4-FFF2-40B4-BE49-F238E27FC236}">
                <a16:creationId xmlns:a16="http://schemas.microsoft.com/office/drawing/2014/main" id="{F64D5790-D872-46A5-9042-6A3B5CECD81C}"/>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
        <p:nvSpPr>
          <p:cNvPr id="16" name="Content Placeholder 2">
            <a:extLst>
              <a:ext uri="{FF2B5EF4-FFF2-40B4-BE49-F238E27FC236}">
                <a16:creationId xmlns:a16="http://schemas.microsoft.com/office/drawing/2014/main" id="{B87DD371-1DDC-46FB-A1F4-27AE21DB1820}"/>
              </a:ext>
            </a:extLst>
          </p:cNvPr>
          <p:cNvSpPr>
            <a:spLocks noGrp="1"/>
          </p:cNvSpPr>
          <p:nvPr>
            <p:ph idx="13"/>
          </p:nvPr>
        </p:nvSpPr>
        <p:spPr>
          <a:xfrm>
            <a:off x="609600" y="1478201"/>
            <a:ext cx="10976769"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699441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0206D35-3846-49C3-BD09-101EC684B9F3}"/>
              </a:ext>
            </a:extLst>
          </p:cNvPr>
          <p:cNvSpPr>
            <a:spLocks noGrp="1"/>
          </p:cNvSpPr>
          <p:nvPr>
            <p:ph type="title" hasCustomPrompt="1"/>
          </p:nvPr>
        </p:nvSpPr>
        <p:spPr>
          <a:xfrm>
            <a:off x="609600" y="408535"/>
            <a:ext cx="10972800" cy="505415"/>
          </a:xfrm>
        </p:spPr>
        <p:txBody>
          <a:bodyPr anchor="t" anchorCtr="0">
            <a:noAutofit/>
          </a:bodyPr>
          <a:lstStyle>
            <a:lvl1pPr marL="0" algn="l" defTabSz="914400" rtl="0" eaLnBrk="1" latinLnBrk="0" hangingPunct="1">
              <a:lnSpc>
                <a:spcPct val="100000"/>
              </a:lnSpc>
              <a:spcBef>
                <a:spcPts val="600"/>
              </a:spcBef>
              <a:defRPr lang="en-US" sz="2400" kern="0" cap="none" spc="0" baseline="0" dirty="0">
                <a:solidFill>
                  <a:srgbClr val="003933"/>
                </a:solidFill>
                <a:latin typeface="Bierstadt" panose="020B0004020202020204" pitchFamily="34" charset="0"/>
                <a:ea typeface="+mn-ea"/>
                <a:cs typeface="+mn-cs"/>
                <a:sym typeface="Lato Bold"/>
              </a:defRPr>
            </a:lvl1pPr>
          </a:lstStyle>
          <a:p>
            <a:pPr lvl="0"/>
            <a:r>
              <a:rPr lang="en-US" dirty="0"/>
              <a:t>Click to edit Master text styles</a:t>
            </a:r>
          </a:p>
        </p:txBody>
      </p:sp>
      <p:sp>
        <p:nvSpPr>
          <p:cNvPr id="12" name="TextBox 11">
            <a:extLst>
              <a:ext uri="{FF2B5EF4-FFF2-40B4-BE49-F238E27FC236}">
                <a16:creationId xmlns:a16="http://schemas.microsoft.com/office/drawing/2014/main" id="{3B5869C5-3BB8-404B-A672-4A57B35BEA81}"/>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4" name="Text Placeholder 4">
            <a:extLst>
              <a:ext uri="{FF2B5EF4-FFF2-40B4-BE49-F238E27FC236}">
                <a16:creationId xmlns:a16="http://schemas.microsoft.com/office/drawing/2014/main" id="{F64D5790-D872-46A5-9042-6A3B5CECD81C}"/>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
        <p:nvSpPr>
          <p:cNvPr id="16" name="Content Placeholder 2">
            <a:extLst>
              <a:ext uri="{FF2B5EF4-FFF2-40B4-BE49-F238E27FC236}">
                <a16:creationId xmlns:a16="http://schemas.microsoft.com/office/drawing/2014/main" id="{B87DD371-1DDC-46FB-A1F4-27AE21DB1820}"/>
              </a:ext>
            </a:extLst>
          </p:cNvPr>
          <p:cNvSpPr>
            <a:spLocks noGrp="1"/>
          </p:cNvSpPr>
          <p:nvPr>
            <p:ph idx="13"/>
          </p:nvPr>
        </p:nvSpPr>
        <p:spPr>
          <a:xfrm>
            <a:off x="609600" y="1133475"/>
            <a:ext cx="10972800" cy="4637325"/>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183616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Subtitle &amp; Double Content">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06AB582D-7ECA-42EC-A313-5CEA6F40450B}"/>
              </a:ext>
            </a:extLst>
          </p:cNvPr>
          <p:cNvSpPr>
            <a:spLocks noGrp="1"/>
          </p:cNvSpPr>
          <p:nvPr>
            <p:ph idx="14"/>
          </p:nvPr>
        </p:nvSpPr>
        <p:spPr>
          <a:xfrm>
            <a:off x="609600" y="1478201"/>
            <a:ext cx="5277583"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2C839C33-DC53-4019-8ECE-CB5438B2F1F9}"/>
              </a:ext>
            </a:extLst>
          </p:cNvPr>
          <p:cNvSpPr>
            <a:spLocks noGrp="1"/>
          </p:cNvSpPr>
          <p:nvPr>
            <p:ph idx="15"/>
          </p:nvPr>
        </p:nvSpPr>
        <p:spPr>
          <a:xfrm>
            <a:off x="6304817" y="1478201"/>
            <a:ext cx="5277583"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2EA422AB-A1BF-4889-910C-ED7562948665}"/>
              </a:ext>
            </a:extLst>
          </p:cNvPr>
          <p:cNvSpPr>
            <a:spLocks noGrp="1"/>
          </p:cNvSpPr>
          <p:nvPr>
            <p:ph type="title" hasCustomPrompt="1"/>
          </p:nvPr>
        </p:nvSpPr>
        <p:spPr>
          <a:xfrm>
            <a:off x="609600" y="408535"/>
            <a:ext cx="10972800" cy="505415"/>
          </a:xfrm>
        </p:spPr>
        <p:txBody>
          <a:bodyPr anchor="t" anchorCtr="0">
            <a:normAutofit/>
          </a:bodyPr>
          <a:lstStyle>
            <a:lvl1pPr marL="0" algn="l" defTabSz="914400" rtl="0" eaLnBrk="1" latinLnBrk="0" hangingPunct="1">
              <a:lnSpc>
                <a:spcPct val="100000"/>
              </a:lnSpc>
              <a:spcBef>
                <a:spcPts val="600"/>
              </a:spcBef>
              <a:defRPr lang="en-US" sz="2400" kern="0" cap="none" spc="0" baseline="0" dirty="0">
                <a:solidFill>
                  <a:srgbClr val="003933"/>
                </a:solidFill>
                <a:latin typeface="Bierstadt" panose="020B0004020202020204" pitchFamily="34" charset="0"/>
                <a:ea typeface="+mn-ea"/>
                <a:cs typeface="+mn-cs"/>
                <a:sym typeface="Lato Bold"/>
              </a:defRPr>
            </a:lvl1pPr>
          </a:lstStyle>
          <a:p>
            <a:r>
              <a:rPr lang="en-US" dirty="0"/>
              <a:t>Click to edit Master text styles</a:t>
            </a:r>
          </a:p>
        </p:txBody>
      </p:sp>
      <p:sp>
        <p:nvSpPr>
          <p:cNvPr id="22" name="Text Placeholder 21">
            <a:extLst>
              <a:ext uri="{FF2B5EF4-FFF2-40B4-BE49-F238E27FC236}">
                <a16:creationId xmlns:a16="http://schemas.microsoft.com/office/drawing/2014/main" id="{5B8458B8-586B-40C4-8B6D-DD1B095C0E64}"/>
              </a:ext>
            </a:extLst>
          </p:cNvPr>
          <p:cNvSpPr>
            <a:spLocks noGrp="1"/>
          </p:cNvSpPr>
          <p:nvPr>
            <p:ph type="body" sz="quarter" idx="11"/>
          </p:nvPr>
        </p:nvSpPr>
        <p:spPr>
          <a:xfrm>
            <a:off x="609600" y="929552"/>
            <a:ext cx="10972800" cy="352425"/>
          </a:xfrm>
        </p:spPr>
        <p:txBody>
          <a:bodyPr>
            <a:noAutofit/>
          </a:bodyPr>
          <a:lstStyle>
            <a:lvl1pPr marL="0" indent="0" algn="l">
              <a:lnSpc>
                <a:spcPct val="100000"/>
              </a:lnSpc>
              <a:spcBef>
                <a:spcPts val="600"/>
              </a:spcBef>
              <a:buNone/>
              <a:defRPr sz="1400">
                <a:solidFill>
                  <a:srgbClr val="003933"/>
                </a:solidFill>
                <a:latin typeface="Bierstadt" panose="020B0004020202020204" pitchFamily="34" charset="0"/>
              </a:defRPr>
            </a:lvl1pPr>
            <a:lvl2pPr marL="457200" indent="0" algn="ctr">
              <a:buNone/>
              <a:defRPr sz="1600">
                <a:solidFill>
                  <a:schemeClr val="bg2">
                    <a:lumMod val="50000"/>
                  </a:schemeClr>
                </a:solidFill>
              </a:defRPr>
            </a:lvl2pPr>
            <a:lvl3pPr marL="914400" indent="0" algn="ctr">
              <a:buNone/>
              <a:defRPr sz="1600">
                <a:solidFill>
                  <a:schemeClr val="bg2">
                    <a:lumMod val="50000"/>
                  </a:schemeClr>
                </a:solidFill>
              </a:defRPr>
            </a:lvl3pPr>
            <a:lvl4pPr marL="1371600" indent="0" algn="ctr">
              <a:buNone/>
              <a:defRPr sz="1600">
                <a:solidFill>
                  <a:schemeClr val="bg2">
                    <a:lumMod val="50000"/>
                  </a:schemeClr>
                </a:solidFill>
              </a:defRPr>
            </a:lvl4pPr>
            <a:lvl5pPr marL="1828800" indent="0" algn="ctr">
              <a:buNone/>
              <a:defRPr sz="1600">
                <a:solidFill>
                  <a:schemeClr val="bg2">
                    <a:lumMod val="50000"/>
                  </a:schemeClr>
                </a:solidFill>
              </a:defRPr>
            </a:lvl5pPr>
          </a:lstStyle>
          <a:p>
            <a:pPr lvl="0"/>
            <a:r>
              <a:rPr lang="en-US"/>
              <a:t>Click to edit Master text styles</a:t>
            </a:r>
          </a:p>
        </p:txBody>
      </p:sp>
      <p:sp>
        <p:nvSpPr>
          <p:cNvPr id="13" name="TextBox 12">
            <a:extLst>
              <a:ext uri="{FF2B5EF4-FFF2-40B4-BE49-F238E27FC236}">
                <a16:creationId xmlns:a16="http://schemas.microsoft.com/office/drawing/2014/main" id="{7F603EFA-5AF5-49F9-B594-DD00369F2064}"/>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5" name="Text Placeholder 4">
            <a:extLst>
              <a:ext uri="{FF2B5EF4-FFF2-40B4-BE49-F238E27FC236}">
                <a16:creationId xmlns:a16="http://schemas.microsoft.com/office/drawing/2014/main" id="{268DA9FA-F859-4E73-AD67-D00503DE3A8A}"/>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247385396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Commentary &amp; Content">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82B5E6F-8EA0-4A71-83A1-5B26E1C34621}"/>
              </a:ext>
            </a:extLst>
          </p:cNvPr>
          <p:cNvSpPr>
            <a:spLocks noGrp="1"/>
          </p:cNvSpPr>
          <p:nvPr>
            <p:ph idx="13"/>
          </p:nvPr>
        </p:nvSpPr>
        <p:spPr>
          <a:xfrm>
            <a:off x="605100" y="2047874"/>
            <a:ext cx="10972800" cy="3722925"/>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3C2D373D-EF3D-4F5C-8BA7-7445FDB119C1}"/>
              </a:ext>
            </a:extLst>
          </p:cNvPr>
          <p:cNvSpPr>
            <a:spLocks noGrp="1"/>
          </p:cNvSpPr>
          <p:nvPr>
            <p:ph idx="12"/>
          </p:nvPr>
        </p:nvSpPr>
        <p:spPr>
          <a:xfrm>
            <a:off x="605100" y="929552"/>
            <a:ext cx="10972800" cy="876301"/>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
            <a:extLst>
              <a:ext uri="{FF2B5EF4-FFF2-40B4-BE49-F238E27FC236}">
                <a16:creationId xmlns:a16="http://schemas.microsoft.com/office/drawing/2014/main" id="{7622CC83-C086-46C7-9D76-81E953581D04}"/>
              </a:ext>
            </a:extLst>
          </p:cNvPr>
          <p:cNvSpPr>
            <a:spLocks noGrp="1"/>
          </p:cNvSpPr>
          <p:nvPr>
            <p:ph type="title" hasCustomPrompt="1"/>
          </p:nvPr>
        </p:nvSpPr>
        <p:spPr>
          <a:xfrm>
            <a:off x="605100" y="408535"/>
            <a:ext cx="10972800" cy="505415"/>
          </a:xfrm>
        </p:spPr>
        <p:txBody>
          <a:bodyPr anchor="t" anchorCtr="0">
            <a:normAutofit/>
          </a:bodyPr>
          <a:lstStyle>
            <a:lvl1pPr marL="0" algn="l" defTabSz="914400" rtl="0" eaLnBrk="1" latinLnBrk="0" hangingPunct="1">
              <a:lnSpc>
                <a:spcPct val="100000"/>
              </a:lnSpc>
              <a:spcBef>
                <a:spcPts val="600"/>
              </a:spcBef>
              <a:defRPr lang="en-US" sz="2400" kern="0" cap="none" spc="0" baseline="0" dirty="0">
                <a:solidFill>
                  <a:srgbClr val="003933"/>
                </a:solidFill>
                <a:latin typeface="Bierstadt" panose="020B0004020202020204" pitchFamily="34" charset="0"/>
                <a:ea typeface="+mn-ea"/>
                <a:cs typeface="+mn-cs"/>
                <a:sym typeface="Lato Bold"/>
              </a:defRPr>
            </a:lvl1pPr>
          </a:lstStyle>
          <a:p>
            <a:r>
              <a:rPr lang="en-US" dirty="0"/>
              <a:t>Click to edit Master text styles</a:t>
            </a:r>
          </a:p>
        </p:txBody>
      </p:sp>
      <p:sp>
        <p:nvSpPr>
          <p:cNvPr id="11" name="TextBox 10">
            <a:extLst>
              <a:ext uri="{FF2B5EF4-FFF2-40B4-BE49-F238E27FC236}">
                <a16:creationId xmlns:a16="http://schemas.microsoft.com/office/drawing/2014/main" id="{B46D0E81-6165-4B1F-8728-5B46E254CA68}"/>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6" name="Text Placeholder 4">
            <a:extLst>
              <a:ext uri="{FF2B5EF4-FFF2-40B4-BE49-F238E27FC236}">
                <a16:creationId xmlns:a16="http://schemas.microsoft.com/office/drawing/2014/main" id="{8A1356E9-0229-4E27-97DD-5BA57D008F6C}"/>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275933451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Subtitle &amp; Content - Lef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73F5DE-522A-47B7-A7A7-856E4AE8895A}"/>
              </a:ext>
            </a:extLst>
          </p:cNvPr>
          <p:cNvSpPr>
            <a:spLocks noGrp="1"/>
          </p:cNvSpPr>
          <p:nvPr>
            <p:ph sz="quarter" idx="11" hasCustomPrompt="1"/>
          </p:nvPr>
        </p:nvSpPr>
        <p:spPr>
          <a:xfrm>
            <a:off x="609069" y="1093443"/>
            <a:ext cx="5852160" cy="312098"/>
          </a:xfrm>
        </p:spPr>
        <p:txBody>
          <a:bodyPr>
            <a:noAutofit/>
          </a:bodyPr>
          <a:lstStyle>
            <a:lvl1pPr marL="0" indent="0" algn="l">
              <a:lnSpc>
                <a:spcPct val="100000"/>
              </a:lnSpc>
              <a:spcBef>
                <a:spcPts val="600"/>
              </a:spcBef>
              <a:buNone/>
              <a:defRPr sz="1400" baseline="0">
                <a:solidFill>
                  <a:srgbClr val="003933"/>
                </a:solidFill>
                <a:latin typeface="Bierstadt" panose="020B0004020202020204" pitchFamily="34" charset="0"/>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US" dirty="0"/>
              <a:t>Edit sub-headline text styles</a:t>
            </a:r>
          </a:p>
        </p:txBody>
      </p:sp>
      <p:sp>
        <p:nvSpPr>
          <p:cNvPr id="13" name="Title 1">
            <a:extLst>
              <a:ext uri="{FF2B5EF4-FFF2-40B4-BE49-F238E27FC236}">
                <a16:creationId xmlns:a16="http://schemas.microsoft.com/office/drawing/2014/main" id="{CEA8F19F-9045-40A2-B3F3-CE711974AAA6}"/>
              </a:ext>
            </a:extLst>
          </p:cNvPr>
          <p:cNvSpPr>
            <a:spLocks noGrp="1"/>
          </p:cNvSpPr>
          <p:nvPr>
            <p:ph type="title" hasCustomPrompt="1"/>
          </p:nvPr>
        </p:nvSpPr>
        <p:spPr>
          <a:xfrm>
            <a:off x="609069" y="408535"/>
            <a:ext cx="5852160" cy="678769"/>
          </a:xfrm>
        </p:spPr>
        <p:txBody>
          <a:bodyPr anchor="t" anchorCtr="0">
            <a:normAutofit/>
          </a:bodyPr>
          <a:lstStyle>
            <a:lvl1pPr marL="0" algn="l" defTabSz="914400" rtl="0" eaLnBrk="1" latinLnBrk="0" hangingPunct="1">
              <a:lnSpc>
                <a:spcPct val="100000"/>
              </a:lnSpc>
              <a:spcBef>
                <a:spcPts val="600"/>
              </a:spcBef>
              <a:defRPr lang="en-US" sz="2400" kern="0" cap="none" spc="0" baseline="0" dirty="0">
                <a:solidFill>
                  <a:srgbClr val="003933"/>
                </a:solidFill>
                <a:latin typeface="Bierstadt" panose="020B0004020202020204" pitchFamily="34" charset="0"/>
                <a:ea typeface="+mn-ea"/>
                <a:cs typeface="+mn-cs"/>
                <a:sym typeface="Lato Bold"/>
              </a:defRPr>
            </a:lvl1pPr>
          </a:lstStyle>
          <a:p>
            <a:r>
              <a:rPr lang="en-US" dirty="0"/>
              <a:t>Click to edit Master text styles</a:t>
            </a:r>
          </a:p>
        </p:txBody>
      </p:sp>
      <p:sp>
        <p:nvSpPr>
          <p:cNvPr id="12" name="TextBox 11">
            <a:extLst>
              <a:ext uri="{FF2B5EF4-FFF2-40B4-BE49-F238E27FC236}">
                <a16:creationId xmlns:a16="http://schemas.microsoft.com/office/drawing/2014/main" id="{61805628-32BB-4FF7-A2CF-9D29C0DAA17D}"/>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7" name="Text Placeholder 4">
            <a:extLst>
              <a:ext uri="{FF2B5EF4-FFF2-40B4-BE49-F238E27FC236}">
                <a16:creationId xmlns:a16="http://schemas.microsoft.com/office/drawing/2014/main" id="{0C1EB748-7DBE-425B-84C0-C25D70DC3F21}"/>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
        <p:nvSpPr>
          <p:cNvPr id="18" name="Content Placeholder 2">
            <a:extLst>
              <a:ext uri="{FF2B5EF4-FFF2-40B4-BE49-F238E27FC236}">
                <a16:creationId xmlns:a16="http://schemas.microsoft.com/office/drawing/2014/main" id="{868C53A5-EF41-42E0-97A7-B16AF146A902}"/>
              </a:ext>
            </a:extLst>
          </p:cNvPr>
          <p:cNvSpPr>
            <a:spLocks noGrp="1"/>
          </p:cNvSpPr>
          <p:nvPr>
            <p:ph idx="13"/>
          </p:nvPr>
        </p:nvSpPr>
        <p:spPr>
          <a:xfrm>
            <a:off x="609069" y="1636396"/>
            <a:ext cx="5852160" cy="4134404"/>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653162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mentary &amp; Content">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992760AB-27B1-4B27-A53A-191B0184DA31}"/>
              </a:ext>
            </a:extLst>
          </p:cNvPr>
          <p:cNvSpPr>
            <a:spLocks noGrp="1"/>
          </p:cNvSpPr>
          <p:nvPr>
            <p:ph idx="13"/>
          </p:nvPr>
        </p:nvSpPr>
        <p:spPr>
          <a:xfrm>
            <a:off x="609070" y="1478201"/>
            <a:ext cx="10972800"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1">
            <a:extLst>
              <a:ext uri="{FF2B5EF4-FFF2-40B4-BE49-F238E27FC236}">
                <a16:creationId xmlns:a16="http://schemas.microsoft.com/office/drawing/2014/main" id="{5B8458B8-586B-40C4-8B6D-DD1B095C0E64}"/>
              </a:ext>
            </a:extLst>
          </p:cNvPr>
          <p:cNvSpPr>
            <a:spLocks noGrp="1"/>
          </p:cNvSpPr>
          <p:nvPr>
            <p:ph type="body" sz="quarter" idx="11"/>
          </p:nvPr>
        </p:nvSpPr>
        <p:spPr>
          <a:xfrm>
            <a:off x="609070" y="408536"/>
            <a:ext cx="10972800" cy="873442"/>
          </a:xfrm>
        </p:spPr>
        <p:txBody>
          <a:bodyPr>
            <a:noAutofit/>
          </a:bodyPr>
          <a:lstStyle>
            <a:lvl1pPr marL="0" indent="0" algn="l">
              <a:lnSpc>
                <a:spcPct val="100000"/>
              </a:lnSpc>
              <a:spcBef>
                <a:spcPts val="600"/>
              </a:spcBef>
              <a:buNone/>
              <a:defRPr sz="1400" baseline="0">
                <a:solidFill>
                  <a:srgbClr val="003933"/>
                </a:solidFill>
                <a:latin typeface="Bierstadt" panose="020B0004020202020204" pitchFamily="34" charset="0"/>
              </a:defRPr>
            </a:lvl1pPr>
            <a:lvl2pPr marL="457200" indent="0" algn="ctr">
              <a:buNone/>
              <a:defRPr sz="1600">
                <a:solidFill>
                  <a:schemeClr val="bg2">
                    <a:lumMod val="50000"/>
                  </a:schemeClr>
                </a:solidFill>
              </a:defRPr>
            </a:lvl2pPr>
            <a:lvl3pPr marL="914400" indent="0" algn="ctr">
              <a:buNone/>
              <a:defRPr sz="1600">
                <a:solidFill>
                  <a:schemeClr val="bg2">
                    <a:lumMod val="50000"/>
                  </a:schemeClr>
                </a:solidFill>
              </a:defRPr>
            </a:lvl3pPr>
            <a:lvl4pPr marL="1371600" indent="0" algn="ctr">
              <a:buNone/>
              <a:defRPr sz="1600">
                <a:solidFill>
                  <a:schemeClr val="bg2">
                    <a:lumMod val="50000"/>
                  </a:schemeClr>
                </a:solidFill>
              </a:defRPr>
            </a:lvl4pPr>
            <a:lvl5pPr marL="1828800" indent="0" algn="ctr">
              <a:buNone/>
              <a:defRPr sz="1600">
                <a:solidFill>
                  <a:schemeClr val="bg2">
                    <a:lumMod val="50000"/>
                  </a:schemeClr>
                </a:solidFill>
              </a:defRPr>
            </a:lvl5pPr>
          </a:lstStyle>
          <a:p>
            <a:pPr lvl="0"/>
            <a:r>
              <a:rPr lang="en-US"/>
              <a:t>Click to edit Master text styles</a:t>
            </a:r>
          </a:p>
        </p:txBody>
      </p:sp>
      <p:sp>
        <p:nvSpPr>
          <p:cNvPr id="11" name="TextBox 10">
            <a:extLst>
              <a:ext uri="{FF2B5EF4-FFF2-40B4-BE49-F238E27FC236}">
                <a16:creationId xmlns:a16="http://schemas.microsoft.com/office/drawing/2014/main" id="{4C37643A-F4F0-477B-A46C-3BBFA0EC89B9}"/>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3" name="Text Placeholder 4">
            <a:extLst>
              <a:ext uri="{FF2B5EF4-FFF2-40B4-BE49-F238E27FC236}">
                <a16:creationId xmlns:a16="http://schemas.microsoft.com/office/drawing/2014/main" id="{20136301-16E2-45EE-8A55-66697038C1ED}"/>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22798708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mentary &amp;  Double Content">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5B8458B8-586B-40C4-8B6D-DD1B095C0E64}"/>
              </a:ext>
            </a:extLst>
          </p:cNvPr>
          <p:cNvSpPr>
            <a:spLocks noGrp="1"/>
          </p:cNvSpPr>
          <p:nvPr>
            <p:ph type="body" sz="quarter" idx="11"/>
          </p:nvPr>
        </p:nvSpPr>
        <p:spPr>
          <a:xfrm>
            <a:off x="609070" y="408536"/>
            <a:ext cx="10972800" cy="873442"/>
          </a:xfrm>
        </p:spPr>
        <p:txBody>
          <a:bodyPr>
            <a:noAutofit/>
          </a:bodyPr>
          <a:lstStyle>
            <a:lvl1pPr marL="0" indent="0" algn="l">
              <a:lnSpc>
                <a:spcPct val="100000"/>
              </a:lnSpc>
              <a:spcBef>
                <a:spcPts val="600"/>
              </a:spcBef>
              <a:buNone/>
              <a:defRPr sz="1400" baseline="0">
                <a:solidFill>
                  <a:srgbClr val="003933"/>
                </a:solidFill>
                <a:latin typeface="Bierstadt" panose="020B0004020202020204" pitchFamily="34" charset="0"/>
              </a:defRPr>
            </a:lvl1pPr>
            <a:lvl2pPr marL="457200" indent="0" algn="ctr">
              <a:buNone/>
              <a:defRPr sz="1600">
                <a:solidFill>
                  <a:schemeClr val="bg2">
                    <a:lumMod val="50000"/>
                  </a:schemeClr>
                </a:solidFill>
              </a:defRPr>
            </a:lvl2pPr>
            <a:lvl3pPr marL="914400" indent="0" algn="ctr">
              <a:buNone/>
              <a:defRPr sz="1600">
                <a:solidFill>
                  <a:schemeClr val="bg2">
                    <a:lumMod val="50000"/>
                  </a:schemeClr>
                </a:solidFill>
              </a:defRPr>
            </a:lvl3pPr>
            <a:lvl4pPr marL="1371600" indent="0" algn="ctr">
              <a:buNone/>
              <a:defRPr sz="1600">
                <a:solidFill>
                  <a:schemeClr val="bg2">
                    <a:lumMod val="50000"/>
                  </a:schemeClr>
                </a:solidFill>
              </a:defRPr>
            </a:lvl4pPr>
            <a:lvl5pPr marL="1828800" indent="0" algn="ctr">
              <a:buNone/>
              <a:defRPr sz="1600">
                <a:solidFill>
                  <a:schemeClr val="bg2">
                    <a:lumMod val="50000"/>
                  </a:schemeClr>
                </a:solidFill>
              </a:defRPr>
            </a:lvl5pPr>
          </a:lstStyle>
          <a:p>
            <a:pPr lvl="0"/>
            <a:r>
              <a:rPr lang="en-US"/>
              <a:t>Click to edit Master text styles</a:t>
            </a:r>
          </a:p>
        </p:txBody>
      </p:sp>
      <p:sp>
        <p:nvSpPr>
          <p:cNvPr id="11" name="TextBox 10">
            <a:extLst>
              <a:ext uri="{FF2B5EF4-FFF2-40B4-BE49-F238E27FC236}">
                <a16:creationId xmlns:a16="http://schemas.microsoft.com/office/drawing/2014/main" id="{4C37643A-F4F0-477B-A46C-3BBFA0EC89B9}"/>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3" name="Text Placeholder 4">
            <a:extLst>
              <a:ext uri="{FF2B5EF4-FFF2-40B4-BE49-F238E27FC236}">
                <a16:creationId xmlns:a16="http://schemas.microsoft.com/office/drawing/2014/main" id="{20136301-16E2-45EE-8A55-66697038C1ED}"/>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
        <p:nvSpPr>
          <p:cNvPr id="7" name="Content Placeholder 2">
            <a:extLst>
              <a:ext uri="{FF2B5EF4-FFF2-40B4-BE49-F238E27FC236}">
                <a16:creationId xmlns:a16="http://schemas.microsoft.com/office/drawing/2014/main" id="{FBD9A273-EE8C-4C9F-A021-117C3F9F8C69}"/>
              </a:ext>
            </a:extLst>
          </p:cNvPr>
          <p:cNvSpPr>
            <a:spLocks noGrp="1"/>
          </p:cNvSpPr>
          <p:nvPr>
            <p:ph idx="14"/>
          </p:nvPr>
        </p:nvSpPr>
        <p:spPr>
          <a:xfrm>
            <a:off x="609600" y="1478201"/>
            <a:ext cx="5277583"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E3C272E1-59D1-4AA8-88B4-F4D917202008}"/>
              </a:ext>
            </a:extLst>
          </p:cNvPr>
          <p:cNvSpPr>
            <a:spLocks noGrp="1"/>
          </p:cNvSpPr>
          <p:nvPr>
            <p:ph idx="15"/>
          </p:nvPr>
        </p:nvSpPr>
        <p:spPr>
          <a:xfrm>
            <a:off x="6304817" y="1478201"/>
            <a:ext cx="5277583" cy="4292599"/>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315536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E89CF65-FE42-4D53-8922-E8261A57A910}"/>
              </a:ext>
            </a:extLst>
          </p:cNvPr>
          <p:cNvSpPr>
            <a:spLocks noGrp="1"/>
          </p:cNvSpPr>
          <p:nvPr>
            <p:ph idx="13"/>
          </p:nvPr>
        </p:nvSpPr>
        <p:spPr>
          <a:xfrm>
            <a:off x="614099" y="913951"/>
            <a:ext cx="10976769" cy="4856850"/>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28B24086-A9AB-4FDD-A9D2-94AC2669B028}"/>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7" name="Text Placeholder 4">
            <a:extLst>
              <a:ext uri="{FF2B5EF4-FFF2-40B4-BE49-F238E27FC236}">
                <a16:creationId xmlns:a16="http://schemas.microsoft.com/office/drawing/2014/main" id="{308B19D0-49A7-494D-AC4E-7439AD37DE10}"/>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243573739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AB65BB-4B8F-4CA3-82D8-1BE3963422C9}"/>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8" name="Title 1">
            <a:extLst>
              <a:ext uri="{FF2B5EF4-FFF2-40B4-BE49-F238E27FC236}">
                <a16:creationId xmlns:a16="http://schemas.microsoft.com/office/drawing/2014/main" id="{438842BB-3662-47F0-86D7-E6F83FD71574}"/>
              </a:ext>
            </a:extLst>
          </p:cNvPr>
          <p:cNvSpPr>
            <a:spLocks noGrp="1"/>
          </p:cNvSpPr>
          <p:nvPr>
            <p:ph type="title" hasCustomPrompt="1"/>
          </p:nvPr>
        </p:nvSpPr>
        <p:spPr>
          <a:xfrm>
            <a:off x="609600" y="408535"/>
            <a:ext cx="10972800" cy="505415"/>
          </a:xfrm>
        </p:spPr>
        <p:txBody>
          <a:bodyPr anchor="t" anchorCtr="0">
            <a:normAutofit/>
          </a:bodyPr>
          <a:lstStyle>
            <a:lvl1pPr marL="0" algn="l" defTabSz="914400" rtl="0" eaLnBrk="1" latinLnBrk="0" hangingPunct="1">
              <a:lnSpc>
                <a:spcPct val="100000"/>
              </a:lnSpc>
              <a:spcBef>
                <a:spcPts val="0"/>
              </a:spcBef>
              <a:defRPr lang="en-US" sz="2400" kern="0" cap="none" spc="0" baseline="0" dirty="0">
                <a:solidFill>
                  <a:srgbClr val="003933"/>
                </a:solidFill>
                <a:latin typeface="Bierstadt" panose="020B0004020202020204" pitchFamily="34" charset="0"/>
                <a:ea typeface="+mn-ea"/>
                <a:cs typeface="+mn-cs"/>
                <a:sym typeface="Lato Bold"/>
              </a:defRPr>
            </a:lvl1pPr>
          </a:lstStyle>
          <a:p>
            <a:r>
              <a:rPr lang="en-US" dirty="0"/>
              <a:t>Click to edit Master text styles</a:t>
            </a:r>
          </a:p>
        </p:txBody>
      </p:sp>
      <p:sp>
        <p:nvSpPr>
          <p:cNvPr id="11" name="Text Placeholder 4">
            <a:extLst>
              <a:ext uri="{FF2B5EF4-FFF2-40B4-BE49-F238E27FC236}">
                <a16:creationId xmlns:a16="http://schemas.microsoft.com/office/drawing/2014/main" id="{75B2EFC2-225A-40E0-B716-4453CDF606AD}"/>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3165229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49A24F-80F9-4954-8A95-08150EEBC8D4}"/>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8" name="Text Placeholder 4">
            <a:extLst>
              <a:ext uri="{FF2B5EF4-FFF2-40B4-BE49-F238E27FC236}">
                <a16:creationId xmlns:a16="http://schemas.microsoft.com/office/drawing/2014/main" id="{80D7C34E-46F4-4F81-B7C2-DEB9B4BCFB23}"/>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2378910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oter Only Dig &amp; Upsi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842217-1A87-4F95-9643-A07DD1BE7059}"/>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0" name="Text Placeholder 4">
            <a:extLst>
              <a:ext uri="{FF2B5EF4-FFF2-40B4-BE49-F238E27FC236}">
                <a16:creationId xmlns:a16="http://schemas.microsoft.com/office/drawing/2014/main" id="{91200B0E-5F57-44D3-9183-F315BC450A46}"/>
              </a:ext>
            </a:extLst>
          </p:cNvPr>
          <p:cNvSpPr>
            <a:spLocks noGrp="1"/>
          </p:cNvSpPr>
          <p:nvPr>
            <p:ph type="body" sz="quarter" idx="10" hasCustomPrompt="1"/>
          </p:nvPr>
        </p:nvSpPr>
        <p:spPr>
          <a:xfrm>
            <a:off x="3685440" y="6126335"/>
            <a:ext cx="7535009"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3415362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mp; Content - IMPAC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0206D35-3846-49C3-BD09-101EC684B9F3}"/>
              </a:ext>
            </a:extLst>
          </p:cNvPr>
          <p:cNvSpPr>
            <a:spLocks noGrp="1"/>
          </p:cNvSpPr>
          <p:nvPr>
            <p:ph type="title" hasCustomPrompt="1"/>
          </p:nvPr>
        </p:nvSpPr>
        <p:spPr>
          <a:xfrm>
            <a:off x="609600" y="408535"/>
            <a:ext cx="10972800" cy="873442"/>
          </a:xfrm>
        </p:spPr>
        <p:txBody>
          <a:bodyPr anchor="t" anchorCtr="0">
            <a:noAutofit/>
          </a:bodyPr>
          <a:lstStyle>
            <a:lvl1pPr marL="0" algn="l" defTabSz="914400" rtl="0" eaLnBrk="1" latinLnBrk="0" hangingPunct="1">
              <a:lnSpc>
                <a:spcPct val="100000"/>
              </a:lnSpc>
              <a:spcBef>
                <a:spcPts val="600"/>
              </a:spcBef>
              <a:defRPr lang="en-US" sz="2800" kern="0" cap="none" spc="0" baseline="0" dirty="0">
                <a:solidFill>
                  <a:srgbClr val="003933"/>
                </a:solidFill>
                <a:latin typeface="Impact" panose="020B0806030902050204" pitchFamily="34" charset="0"/>
                <a:ea typeface="+mn-ea"/>
                <a:cs typeface="+mn-cs"/>
                <a:sym typeface="Lato Bold"/>
              </a:defRPr>
            </a:lvl1pPr>
          </a:lstStyle>
          <a:p>
            <a:pPr lvl="0"/>
            <a:r>
              <a:rPr lang="en-US" dirty="0"/>
              <a:t>Click to edit Master text styles</a:t>
            </a:r>
          </a:p>
        </p:txBody>
      </p:sp>
      <p:sp>
        <p:nvSpPr>
          <p:cNvPr id="12" name="TextBox 11">
            <a:extLst>
              <a:ext uri="{FF2B5EF4-FFF2-40B4-BE49-F238E27FC236}">
                <a16:creationId xmlns:a16="http://schemas.microsoft.com/office/drawing/2014/main" id="{3B5869C5-3BB8-404B-A672-4A57B35BEA81}"/>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14" name="Text Placeholder 4">
            <a:extLst>
              <a:ext uri="{FF2B5EF4-FFF2-40B4-BE49-F238E27FC236}">
                <a16:creationId xmlns:a16="http://schemas.microsoft.com/office/drawing/2014/main" id="{F64D5790-D872-46A5-9042-6A3B5CECD81C}"/>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
        <p:nvSpPr>
          <p:cNvPr id="16" name="Content Placeholder 2">
            <a:extLst>
              <a:ext uri="{FF2B5EF4-FFF2-40B4-BE49-F238E27FC236}">
                <a16:creationId xmlns:a16="http://schemas.microsoft.com/office/drawing/2014/main" id="{B87DD371-1DDC-46FB-A1F4-27AE21DB1820}"/>
              </a:ext>
            </a:extLst>
          </p:cNvPr>
          <p:cNvSpPr>
            <a:spLocks noGrp="1"/>
          </p:cNvSpPr>
          <p:nvPr>
            <p:ph idx="13"/>
          </p:nvPr>
        </p:nvSpPr>
        <p:spPr>
          <a:xfrm>
            <a:off x="609600" y="1819564"/>
            <a:ext cx="10976769" cy="3951236"/>
          </a:xfrm>
        </p:spPr>
        <p:txBody>
          <a:bodyPr/>
          <a:lstStyle>
            <a:lvl1pPr marL="0" indent="0">
              <a:lnSpc>
                <a:spcPct val="100000"/>
              </a:lnSpc>
              <a:spcBef>
                <a:spcPts val="600"/>
              </a:spcBef>
              <a:buNone/>
              <a:defRPr sz="1400">
                <a:latin typeface="Bierstadt" panose="020B0004020202020204" pitchFamily="34" charset="0"/>
              </a:defRPr>
            </a:lvl1pPr>
            <a:lvl2pPr marL="457200" indent="-228600">
              <a:lnSpc>
                <a:spcPct val="100000"/>
              </a:lnSpc>
              <a:spcBef>
                <a:spcPts val="600"/>
              </a:spcBef>
              <a:defRPr sz="1400">
                <a:latin typeface="Bierstadt" panose="020B0004020202020204" pitchFamily="34" charset="0"/>
              </a:defRPr>
            </a:lvl2pPr>
            <a:lvl3pPr marL="685800" indent="-228600">
              <a:lnSpc>
                <a:spcPct val="100000"/>
              </a:lnSpc>
              <a:spcBef>
                <a:spcPts val="600"/>
              </a:spcBef>
              <a:defRPr sz="1400">
                <a:latin typeface="Bierstadt" panose="020B0004020202020204" pitchFamily="34" charset="0"/>
              </a:defRPr>
            </a:lvl3pPr>
            <a:lvl4pPr marL="914400" indent="-228600">
              <a:lnSpc>
                <a:spcPct val="100000"/>
              </a:lnSpc>
              <a:spcBef>
                <a:spcPts val="600"/>
              </a:spcBef>
              <a:tabLst/>
              <a:defRPr sz="1400">
                <a:latin typeface="Bierstadt" panose="020B0004020202020204" pitchFamily="34" charset="0"/>
              </a:defRPr>
            </a:lvl4pPr>
            <a:lvl5pPr marL="1143000" indent="-228600">
              <a:lnSpc>
                <a:spcPct val="100000"/>
              </a:lnSpc>
              <a:spcBef>
                <a:spcPts val="600"/>
              </a:spcBef>
              <a:defRPr sz="1400">
                <a:latin typeface="Bierstad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288396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 IMPACT">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E89CF65-FE42-4D53-8922-E8261A57A910}"/>
              </a:ext>
            </a:extLst>
          </p:cNvPr>
          <p:cNvSpPr>
            <a:spLocks noGrp="1"/>
          </p:cNvSpPr>
          <p:nvPr>
            <p:ph idx="13"/>
          </p:nvPr>
        </p:nvSpPr>
        <p:spPr>
          <a:xfrm>
            <a:off x="614099" y="913951"/>
            <a:ext cx="10976769" cy="4856850"/>
          </a:xfrm>
        </p:spPr>
        <p:txBody>
          <a:bodyPr>
            <a:normAutofit/>
          </a:bodyPr>
          <a:lstStyle>
            <a:lvl1pPr marL="0" indent="0">
              <a:lnSpc>
                <a:spcPct val="100000"/>
              </a:lnSpc>
              <a:spcBef>
                <a:spcPts val="1800"/>
              </a:spcBef>
              <a:buNone/>
              <a:defRPr sz="3200">
                <a:latin typeface="Impact" panose="020B0806030902050204" pitchFamily="34" charset="0"/>
              </a:defRPr>
            </a:lvl1pPr>
            <a:lvl2pPr marL="457200" indent="-228600">
              <a:lnSpc>
                <a:spcPct val="100000"/>
              </a:lnSpc>
              <a:spcBef>
                <a:spcPts val="1800"/>
              </a:spcBef>
              <a:defRPr sz="3200">
                <a:latin typeface="Impact" panose="020B0806030902050204" pitchFamily="34" charset="0"/>
              </a:defRPr>
            </a:lvl2pPr>
            <a:lvl3pPr marL="685800" indent="-228600">
              <a:lnSpc>
                <a:spcPct val="100000"/>
              </a:lnSpc>
              <a:spcBef>
                <a:spcPts val="1800"/>
              </a:spcBef>
              <a:defRPr sz="3200">
                <a:latin typeface="Impact" panose="020B0806030902050204" pitchFamily="34" charset="0"/>
              </a:defRPr>
            </a:lvl3pPr>
            <a:lvl4pPr marL="914400" indent="-228600">
              <a:lnSpc>
                <a:spcPct val="100000"/>
              </a:lnSpc>
              <a:spcBef>
                <a:spcPts val="1800"/>
              </a:spcBef>
              <a:tabLst/>
              <a:defRPr sz="3200">
                <a:latin typeface="Impact" panose="020B0806030902050204" pitchFamily="34" charset="0"/>
              </a:defRPr>
            </a:lvl4pPr>
            <a:lvl5pPr marL="1143000" indent="-228600">
              <a:lnSpc>
                <a:spcPct val="100000"/>
              </a:lnSpc>
              <a:spcBef>
                <a:spcPts val="1800"/>
              </a:spcBef>
              <a:defRPr sz="3200">
                <a:latin typeface="Impact" panose="020B080603090205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28B24086-A9AB-4FDD-A9D2-94AC2669B028}"/>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
        <p:nvSpPr>
          <p:cNvPr id="7" name="Text Placeholder 4">
            <a:extLst>
              <a:ext uri="{FF2B5EF4-FFF2-40B4-BE49-F238E27FC236}">
                <a16:creationId xmlns:a16="http://schemas.microsoft.com/office/drawing/2014/main" id="{308B19D0-49A7-494D-AC4E-7439AD37DE10}"/>
              </a:ext>
            </a:extLst>
          </p:cNvPr>
          <p:cNvSpPr>
            <a:spLocks noGrp="1"/>
          </p:cNvSpPr>
          <p:nvPr>
            <p:ph type="body" sz="quarter" idx="10" hasCustomPrompt="1"/>
          </p:nvPr>
        </p:nvSpPr>
        <p:spPr>
          <a:xfrm>
            <a:off x="2295526" y="6126335"/>
            <a:ext cx="8924924" cy="494778"/>
          </a:xfrm>
        </p:spPr>
        <p:txBody>
          <a:bodyPr>
            <a:noAutofit/>
          </a:bodyPr>
          <a:lstStyle>
            <a:lvl1pPr marL="0" indent="0">
              <a:lnSpc>
                <a:spcPct val="100000"/>
              </a:lnSpc>
              <a:spcBef>
                <a:spcPts val="0"/>
              </a:spcBef>
              <a:buNone/>
              <a:defRPr lang="en-US" sz="800" kern="100" spc="20" baseline="0" dirty="0">
                <a:solidFill>
                  <a:srgbClr val="003933"/>
                </a:solidFill>
                <a:latin typeface="Bierstadt" panose="020B0004020202020204" pitchFamily="34" charset="0"/>
                <a:ea typeface="+mn-ea"/>
                <a:cs typeface="Calibri Light" panose="020F0302020204030204" pitchFamily="34" charset="0"/>
              </a:defRPr>
            </a:lvl1pPr>
            <a:lvl2pPr marL="457200" indent="0">
              <a:buNone/>
              <a:defRPr sz="800">
                <a:latin typeface="+mn-lt"/>
              </a:defRPr>
            </a:lvl2pPr>
            <a:lvl3pPr>
              <a:defRPr sz="800">
                <a:latin typeface="+mn-lt"/>
              </a:defRPr>
            </a:lvl3pPr>
            <a:lvl4pPr>
              <a:defRPr sz="800">
                <a:latin typeface="+mn-lt"/>
              </a:defRPr>
            </a:lvl4pPr>
            <a:lvl5pPr>
              <a:defRPr sz="800">
                <a:latin typeface="+mn-lt"/>
              </a:defRPr>
            </a:lvl5pPr>
          </a:lstStyle>
          <a:p>
            <a:pPr marL="0" lvl="0" indent="0" algn="l" defTabSz="914400" rtl="0" eaLnBrk="1" latinLnBrk="0" hangingPunct="1">
              <a:lnSpc>
                <a:spcPct val="110000"/>
              </a:lnSpc>
              <a:spcBef>
                <a:spcPts val="0"/>
              </a:spcBef>
              <a:buFont typeface="Arial" panose="020B0604020202020204" pitchFamily="34" charset="0"/>
              <a:buNone/>
            </a:pPr>
            <a:r>
              <a:rPr lang="en-US" dirty="0"/>
              <a:t>Edit Master text styles</a:t>
            </a:r>
          </a:p>
        </p:txBody>
      </p:sp>
    </p:spTree>
    <p:extLst>
      <p:ext uri="{BB962C8B-B14F-4D97-AF65-F5344CB8AC3E}">
        <p14:creationId xmlns:p14="http://schemas.microsoft.com/office/powerpoint/2010/main" val="320526183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Divider 1 - Di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2023D0-23A9-4B69-9B66-8AE81436F035}"/>
              </a:ext>
            </a:extLst>
          </p:cNvPr>
          <p:cNvSpPr/>
          <p:nvPr/>
        </p:nvSpPr>
        <p:spPr bwMode="white">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bg1"/>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B0F0912A-48C7-422F-BA93-964245572749}"/>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chemeClr val="bg1"/>
                </a:solidFill>
                <a:latin typeface="Bierstadt" panose="020B0004020202020204" pitchFamily="34" charset="0"/>
                <a:cs typeface="Segoe UI Semibold" panose="020B0702040204020203" pitchFamily="34" charset="0"/>
              </a:rPr>
              <a:pPr algn="ctr"/>
              <a:t>‹#›</a:t>
            </a:fld>
            <a:endParaRPr lang="id-ID" sz="900" dirty="0">
              <a:solidFill>
                <a:schemeClr val="bg1"/>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3342907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Divider 2 - Di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63169-018C-462D-8F2A-0C6CCE780533}"/>
              </a:ext>
            </a:extLst>
          </p:cNvPr>
          <p:cNvSpPr/>
          <p:nvPr userDrawn="1"/>
        </p:nvSpPr>
        <p:spPr bwMode="white">
          <a:xfrm>
            <a:off x="0" y="0"/>
            <a:ext cx="12192000" cy="6858000"/>
          </a:xfrm>
          <a:prstGeom prst="rect">
            <a:avLst/>
          </a:prstGeom>
          <a:solidFill>
            <a:srgbClr val="D1B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tx2"/>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7" name="TextBox 6">
            <a:extLst>
              <a:ext uri="{FF2B5EF4-FFF2-40B4-BE49-F238E27FC236}">
                <a16:creationId xmlns:a16="http://schemas.microsoft.com/office/drawing/2014/main" id="{34F92A36-E019-4578-83FF-71557CF976FE}"/>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4084496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Divider 3 - Di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13B10F-8609-40D1-99A3-8DE343FD9288}"/>
              </a:ext>
            </a:extLst>
          </p:cNvPr>
          <p:cNvSpPr/>
          <p:nvPr/>
        </p:nvSpPr>
        <p:spPr bwMode="white">
          <a:xfrm>
            <a:off x="1"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Bierstadt" panose="020B0004020202020204" pitchFamily="34" charset="0"/>
            </a:endParaRPr>
          </a:p>
        </p:txBody>
      </p:sp>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bg1"/>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8" name="TextBox 7">
            <a:extLst>
              <a:ext uri="{FF2B5EF4-FFF2-40B4-BE49-F238E27FC236}">
                <a16:creationId xmlns:a16="http://schemas.microsoft.com/office/drawing/2014/main" id="{C2282D40-AE2E-4202-848A-9C313CDD7DB6}"/>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chemeClr val="bg1"/>
                </a:solidFill>
                <a:latin typeface="Bierstadt" panose="020B0004020202020204" pitchFamily="34" charset="0"/>
                <a:cs typeface="Segoe UI Semibold" panose="020B0702040204020203" pitchFamily="34" charset="0"/>
              </a:rPr>
              <a:pPr algn="ctr"/>
              <a:t>‹#›</a:t>
            </a:fld>
            <a:endParaRPr lang="id-ID" sz="900" dirty="0">
              <a:solidFill>
                <a:schemeClr val="bg1"/>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9714536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Divider 4 - Di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13B10F-8609-40D1-99A3-8DE343FD9288}"/>
              </a:ext>
            </a:extLst>
          </p:cNvPr>
          <p:cNvSpPr/>
          <p:nvPr/>
        </p:nvSpPr>
        <p:spPr bwMode="white">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Bierstadt" panose="020B0004020202020204" pitchFamily="34" charset="0"/>
            </a:endParaRPr>
          </a:p>
        </p:txBody>
      </p:sp>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tx2"/>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7" name="TextBox 6">
            <a:extLst>
              <a:ext uri="{FF2B5EF4-FFF2-40B4-BE49-F238E27FC236}">
                <a16:creationId xmlns:a16="http://schemas.microsoft.com/office/drawing/2014/main" id="{4892DA71-0C5F-49CB-BE69-F22B2CB30FC2}"/>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4216987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Divider 1 - Dig and Upsi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2023D0-23A9-4B69-9B66-8AE81436F035}"/>
              </a:ext>
            </a:extLst>
          </p:cNvPr>
          <p:cNvSpPr/>
          <p:nvPr/>
        </p:nvSpPr>
        <p:spPr bwMode="white">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bg1"/>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30D4EAF7-BCD9-4166-A538-1CE0E39B327D}"/>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chemeClr val="bg1"/>
                </a:solidFill>
                <a:latin typeface="Bierstadt" panose="020B0004020202020204" pitchFamily="34" charset="0"/>
                <a:cs typeface="Segoe UI Semibold" panose="020B0702040204020203" pitchFamily="34" charset="0"/>
              </a:rPr>
              <a:pPr algn="ctr"/>
              <a:t>‹#›</a:t>
            </a:fld>
            <a:endParaRPr lang="id-ID" sz="900" dirty="0">
              <a:solidFill>
                <a:schemeClr val="bg1"/>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13978654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Divider 1 - Dig and Upsiide - Whit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D72BA36-21BB-43CC-B7D2-499C029C5DB1}"/>
              </a:ext>
            </a:extLst>
          </p:cNvPr>
          <p:cNvSpPr>
            <a:spLocks noGrp="1"/>
          </p:cNvSpPr>
          <p:nvPr>
            <p:ph type="title"/>
          </p:nvPr>
        </p:nvSpPr>
        <p:spPr>
          <a:xfrm>
            <a:off x="577224" y="2140711"/>
            <a:ext cx="4456849" cy="3078989"/>
          </a:xfrm>
          <a:prstGeom prst="rect">
            <a:avLst/>
          </a:prstGeom>
        </p:spPr>
        <p:txBody>
          <a:bodyPr anchor="ctr">
            <a:noAutofit/>
          </a:bodyPr>
          <a:lstStyle>
            <a:lvl1pPr>
              <a:lnSpc>
                <a:spcPct val="100000"/>
              </a:lnSpc>
              <a:defRPr sz="5000" b="0" i="0">
                <a:solidFill>
                  <a:schemeClr val="tx2"/>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CB5B2E3D-B10C-4F1F-BFF7-4373EC80927F}"/>
              </a:ext>
            </a:extLst>
          </p:cNvPr>
          <p:cNvSpPr txBox="1"/>
          <p:nvPr userDrawn="1"/>
        </p:nvSpPr>
        <p:spPr>
          <a:xfrm>
            <a:off x="11234877" y="6126335"/>
            <a:ext cx="486277" cy="323129"/>
          </a:xfrm>
          <a:prstGeom prst="rect">
            <a:avLst/>
          </a:prstGeom>
          <a:noFill/>
        </p:spPr>
        <p:txBody>
          <a:bodyPr wrap="none" lIns="182843" tIns="91422" rIns="182843" bIns="91422" rtlCol="0">
            <a:spAutoFit/>
          </a:bodyPr>
          <a:lstStyle/>
          <a:p>
            <a:pPr algn="ctr"/>
            <a:fld id="{260E2A6B-A809-4840-BF14-8648BC0BDF87}" type="slidenum">
              <a:rPr lang="id-ID" sz="900" b="1" smtClean="0">
                <a:solidFill>
                  <a:srgbClr val="003933"/>
                </a:solidFill>
                <a:latin typeface="Bierstadt" panose="020B0004020202020204" pitchFamily="34" charset="0"/>
                <a:cs typeface="Segoe UI Semibold" panose="020B0702040204020203" pitchFamily="34" charset="0"/>
              </a:rPr>
              <a:pPr algn="ctr"/>
              <a:t>‹#›</a:t>
            </a:fld>
            <a:endParaRPr lang="id-ID" sz="900" dirty="0">
              <a:solidFill>
                <a:srgbClr val="003933"/>
              </a:solidFill>
              <a:latin typeface="Bierstadt" panose="020B0004020202020204" pitchFamily="34" charset="0"/>
              <a:cs typeface="Segoe UI Semibold" panose="020B0702040204020203" pitchFamily="34" charset="0"/>
            </a:endParaRPr>
          </a:p>
        </p:txBody>
      </p:sp>
    </p:spTree>
    <p:extLst>
      <p:ext uri="{BB962C8B-B14F-4D97-AF65-F5344CB8AC3E}">
        <p14:creationId xmlns:p14="http://schemas.microsoft.com/office/powerpoint/2010/main" val="433789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A458F7-28B6-4DEC-9F05-E4B67E793BB0}"/>
              </a:ext>
            </a:extLst>
          </p:cNvPr>
          <p:cNvSpPr/>
          <p:nvPr/>
        </p:nvSpPr>
        <p:spPr bwMode="white">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ierstadt" panose="020B0004020202020204" pitchFamily="34" charset="0"/>
            </a:endParaRPr>
          </a:p>
        </p:txBody>
      </p:sp>
      <p:sp>
        <p:nvSpPr>
          <p:cNvPr id="8" name="Title 1">
            <a:extLst>
              <a:ext uri="{FF2B5EF4-FFF2-40B4-BE49-F238E27FC236}">
                <a16:creationId xmlns:a16="http://schemas.microsoft.com/office/drawing/2014/main" id="{3A758301-D597-4AB4-808D-0B5DE3D23B9B}"/>
              </a:ext>
            </a:extLst>
          </p:cNvPr>
          <p:cNvSpPr>
            <a:spLocks noGrp="1"/>
          </p:cNvSpPr>
          <p:nvPr>
            <p:ph type="title"/>
          </p:nvPr>
        </p:nvSpPr>
        <p:spPr>
          <a:xfrm>
            <a:off x="577224" y="2140711"/>
            <a:ext cx="4456849" cy="3078989"/>
          </a:xfrm>
          <a:prstGeom prst="rect">
            <a:avLst/>
          </a:prstGeom>
        </p:spPr>
        <p:txBody>
          <a:bodyPr anchor="ctr">
            <a:noAutofit/>
          </a:bodyPr>
          <a:lstStyle>
            <a:lvl1pPr>
              <a:defRPr sz="5000" b="0" i="0">
                <a:solidFill>
                  <a:schemeClr val="bg1"/>
                </a:solidFill>
                <a:latin typeface="Impact" panose="020B0806030902050204" pitchFamily="34" charset="0"/>
                <a:cs typeface="Impact" panose="020B080603090205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4953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A61C0-8A73-4941-AFCD-55B5ECE7A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A3B734-41F1-0D44-9DA7-E38547F47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8395AF4-EDF0-9F47-840A-90D56A06C3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Bierstadt" panose="020B0004020202020204" pitchFamily="34" charset="0"/>
              </a:defRPr>
            </a:lvl1pPr>
          </a:lstStyle>
          <a:p>
            <a:fld id="{9E90D42D-5CDB-2641-AA57-95D001547788}" type="datetimeFigureOut">
              <a:rPr lang="en-US" smtClean="0"/>
              <a:t>4/2/26</a:t>
            </a:fld>
            <a:endParaRPr lang="en-US"/>
          </a:p>
        </p:txBody>
      </p:sp>
      <p:sp>
        <p:nvSpPr>
          <p:cNvPr id="5" name="Footer Placeholder 4">
            <a:extLst>
              <a:ext uri="{FF2B5EF4-FFF2-40B4-BE49-F238E27FC236}">
                <a16:creationId xmlns:a16="http://schemas.microsoft.com/office/drawing/2014/main" id="{B7D201F7-7370-6545-BD16-5E61123F41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ierstadt"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1D4E6FB2-1A37-C94F-9EDA-9A97DFADE5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ierstadt" panose="020B0004020202020204" pitchFamily="34" charset="0"/>
              </a:defRPr>
            </a:lvl1pPr>
          </a:lstStyle>
          <a:p>
            <a:fld id="{140C9F6D-455F-AF47-9494-355B284FEAE5}" type="slidenum">
              <a:rPr lang="en-US" smtClean="0"/>
              <a:t>‹#›</a:t>
            </a:fld>
            <a:endParaRPr lang="en-US"/>
          </a:p>
        </p:txBody>
      </p:sp>
    </p:spTree>
    <p:extLst>
      <p:ext uri="{BB962C8B-B14F-4D97-AF65-F5344CB8AC3E}">
        <p14:creationId xmlns:p14="http://schemas.microsoft.com/office/powerpoint/2010/main" val="4266122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87" r:id="rId4"/>
    <p:sldLayoutId id="2147483694" r:id="rId5"/>
    <p:sldLayoutId id="2147483688" r:id="rId6"/>
    <p:sldLayoutId id="2147483689" r:id="rId7"/>
    <p:sldLayoutId id="2147483690" r:id="rId8"/>
    <p:sldLayoutId id="2147483691" r:id="rId9"/>
    <p:sldLayoutId id="2147483700" r:id="rId10"/>
    <p:sldLayoutId id="2147483693" r:id="rId11"/>
    <p:sldLayoutId id="2147483666" r:id="rId12"/>
    <p:sldLayoutId id="2147483664" r:id="rId13"/>
    <p:sldLayoutId id="2147483665" r:id="rId14"/>
    <p:sldLayoutId id="2147483706" r:id="rId15"/>
    <p:sldLayoutId id="2147483707" r:id="rId16"/>
    <p:sldLayoutId id="2147483674" r:id="rId17"/>
    <p:sldLayoutId id="2147483675" r:id="rId18"/>
    <p:sldLayoutId id="2147483676" r:id="rId19"/>
    <p:sldLayoutId id="2147483677" r:id="rId20"/>
    <p:sldLayoutId id="2147483672" r:id="rId21"/>
    <p:sldLayoutId id="2147483673" r:id="rId22"/>
    <p:sldLayoutId id="2147483669" r:id="rId23"/>
  </p:sldLayoutIdLst>
  <p:txStyles>
    <p:titleStyle>
      <a:lvl1pPr algn="l" defTabSz="914400" rtl="0" eaLnBrk="1" latinLnBrk="0" hangingPunct="1">
        <a:lnSpc>
          <a:spcPct val="90000"/>
        </a:lnSpc>
        <a:spcBef>
          <a:spcPct val="0"/>
        </a:spcBef>
        <a:buNone/>
        <a:defRPr sz="5400" b="0" i="0" kern="1200">
          <a:solidFill>
            <a:srgbClr val="003933"/>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3933"/>
          </a:solidFill>
          <a:latin typeface="Bierstad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933"/>
          </a:solidFill>
          <a:latin typeface="Bierstad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933"/>
          </a:solidFill>
          <a:latin typeface="Bierstad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933"/>
          </a:solidFill>
          <a:latin typeface="Bierstad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933"/>
          </a:solidFill>
          <a:latin typeface="Bierstad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23.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340.png"/><Relationship Id="rId4" Type="http://schemas.openxmlformats.org/officeDocument/2006/relationships/image" Target="../media/image330.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0.png"/></Relationships>
</file>

<file path=ppt/slides/_rels/slide25.xml.rels><?xml version="1.0" encoding="UTF-8" standalone="yes"?>
<Relationships xmlns="http://schemas.openxmlformats.org/package/2006/relationships"><Relationship Id="rId3" Type="http://schemas.openxmlformats.org/officeDocument/2006/relationships/image" Target="../media/image340.png"/><Relationship Id="rId7"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diagramData" Target="../diagrams/data6.xml"/><Relationship Id="rId18" Type="http://schemas.openxmlformats.org/officeDocument/2006/relationships/diagramData" Target="../diagrams/data7.xml"/><Relationship Id="rId3" Type="http://schemas.openxmlformats.org/officeDocument/2006/relationships/diagramData" Target="../diagrams/data4.xml"/><Relationship Id="rId21" Type="http://schemas.openxmlformats.org/officeDocument/2006/relationships/diagramColors" Target="../diagrams/colors7.xml"/><Relationship Id="rId7" Type="http://schemas.microsoft.com/office/2007/relationships/diagramDrawing" Target="../diagrams/drawing4.xml"/><Relationship Id="rId12" Type="http://schemas.microsoft.com/office/2007/relationships/diagramDrawing" Target="../diagrams/drawing5.xml"/><Relationship Id="rId17" Type="http://schemas.microsoft.com/office/2007/relationships/diagramDrawing" Target="../diagrams/drawing6.xml"/><Relationship Id="rId2" Type="http://schemas.openxmlformats.org/officeDocument/2006/relationships/notesSlide" Target="../notesSlides/notesSlide24.xml"/><Relationship Id="rId16" Type="http://schemas.openxmlformats.org/officeDocument/2006/relationships/diagramColors" Target="../diagrams/colors6.xml"/><Relationship Id="rId20" Type="http://schemas.openxmlformats.org/officeDocument/2006/relationships/diagramQuickStyle" Target="../diagrams/quickStyle7.xml"/><Relationship Id="rId1" Type="http://schemas.openxmlformats.org/officeDocument/2006/relationships/slideLayout" Target="../slideLayouts/slideLayout5.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5" Type="http://schemas.openxmlformats.org/officeDocument/2006/relationships/diagramQuickStyle" Target="../diagrams/quickStyle6.xml"/><Relationship Id="rId10" Type="http://schemas.openxmlformats.org/officeDocument/2006/relationships/diagramQuickStyle" Target="../diagrams/quickStyle5.xml"/><Relationship Id="rId19" Type="http://schemas.openxmlformats.org/officeDocument/2006/relationships/diagramLayout" Target="../diagrams/layout7.xml"/><Relationship Id="rId4" Type="http://schemas.openxmlformats.org/officeDocument/2006/relationships/diagramLayout" Target="../diagrams/layout4.xml"/><Relationship Id="rId9" Type="http://schemas.openxmlformats.org/officeDocument/2006/relationships/diagramLayout" Target="../diagrams/layout5.xml"/><Relationship Id="rId14" Type="http://schemas.openxmlformats.org/officeDocument/2006/relationships/diagramLayout" Target="../diagrams/layout6.xml"/><Relationship Id="rId22" Type="http://schemas.microsoft.com/office/2007/relationships/diagramDrawing" Target="../diagrams/drawing7.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11.png"/><Relationship Id="rId2" Type="http://schemas.openxmlformats.org/officeDocument/2006/relationships/image" Target="../media/image48.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50.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0.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C865B5-9562-E523-F17C-520F3861D076}"/>
              </a:ext>
            </a:extLst>
          </p:cNvPr>
          <p:cNvSpPr>
            <a:spLocks noGrp="1"/>
          </p:cNvSpPr>
          <p:nvPr>
            <p:ph type="title"/>
          </p:nvPr>
        </p:nvSpPr>
        <p:spPr/>
        <p:txBody>
          <a:bodyPr/>
          <a:lstStyle/>
          <a:p>
            <a:r>
              <a:rPr lang="en-CA" dirty="0"/>
              <a:t>Math/Coding/AI Week</a:t>
            </a:r>
          </a:p>
        </p:txBody>
      </p:sp>
    </p:spTree>
    <p:extLst>
      <p:ext uri="{BB962C8B-B14F-4D97-AF65-F5344CB8AC3E}">
        <p14:creationId xmlns:p14="http://schemas.microsoft.com/office/powerpoint/2010/main" val="2423601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3C3135-5B28-B903-D580-65CCA78F6B2B}"/>
              </a:ext>
            </a:extLst>
          </p:cNvPr>
          <p:cNvSpPr>
            <a:spLocks noGrp="1"/>
          </p:cNvSpPr>
          <p:nvPr>
            <p:ph type="title"/>
          </p:nvPr>
        </p:nvSpPr>
        <p:spPr/>
        <p:txBody>
          <a:bodyPr/>
          <a:lstStyle/>
          <a:p>
            <a:r>
              <a:rPr lang="en-CA" dirty="0"/>
              <a:t>Overall Agenda</a:t>
            </a:r>
          </a:p>
        </p:txBody>
      </p:sp>
      <p:sp>
        <p:nvSpPr>
          <p:cNvPr id="4" name="Text Placeholder 3">
            <a:extLst>
              <a:ext uri="{FF2B5EF4-FFF2-40B4-BE49-F238E27FC236}">
                <a16:creationId xmlns:a16="http://schemas.microsoft.com/office/drawing/2014/main" id="{9D76D5C7-3EFF-F7F9-FBB5-3AA4CC4EACF3}"/>
              </a:ext>
            </a:extLst>
          </p:cNvPr>
          <p:cNvSpPr>
            <a:spLocks noGrp="1"/>
          </p:cNvSpPr>
          <p:nvPr>
            <p:ph type="body" sz="quarter" idx="10"/>
          </p:nvPr>
        </p:nvSpPr>
        <p:spPr/>
        <p:txBody>
          <a:bodyPr/>
          <a:lstStyle/>
          <a:p>
            <a:endParaRPr lang="en-CA"/>
          </a:p>
        </p:txBody>
      </p:sp>
      <p:graphicFrame>
        <p:nvGraphicFramePr>
          <p:cNvPr id="7" name="Content Placeholder 6">
            <a:extLst>
              <a:ext uri="{FF2B5EF4-FFF2-40B4-BE49-F238E27FC236}">
                <a16:creationId xmlns:a16="http://schemas.microsoft.com/office/drawing/2014/main" id="{E4D880E9-553A-920E-B401-A2515C7FBD4F}"/>
              </a:ext>
            </a:extLst>
          </p:cNvPr>
          <p:cNvGraphicFramePr>
            <a:graphicFrameLocks noGrp="1"/>
          </p:cNvGraphicFramePr>
          <p:nvPr>
            <p:ph idx="13"/>
            <p:extLst>
              <p:ext uri="{D42A27DB-BD31-4B8C-83A1-F6EECF244321}">
                <p14:modId xmlns:p14="http://schemas.microsoft.com/office/powerpoint/2010/main" val="4019930051"/>
              </p:ext>
            </p:extLst>
          </p:nvPr>
        </p:nvGraphicFramePr>
        <p:xfrm>
          <a:off x="609599" y="1133475"/>
          <a:ext cx="7846243" cy="2361820"/>
        </p:xfrm>
        <a:graphic>
          <a:graphicData uri="http://schemas.openxmlformats.org/drawingml/2006/table">
            <a:tbl>
              <a:tblPr firstRow="1" bandRow="1">
                <a:tableStyleId>{72833802-FEF1-4C79-8D5D-14CF1EAF98D9}</a:tableStyleId>
              </a:tblPr>
              <a:tblGrid>
                <a:gridCol w="2065481">
                  <a:extLst>
                    <a:ext uri="{9D8B030D-6E8A-4147-A177-3AD203B41FA5}">
                      <a16:colId xmlns:a16="http://schemas.microsoft.com/office/drawing/2014/main" val="2367964421"/>
                    </a:ext>
                  </a:extLst>
                </a:gridCol>
                <a:gridCol w="5780762">
                  <a:extLst>
                    <a:ext uri="{9D8B030D-6E8A-4147-A177-3AD203B41FA5}">
                      <a16:colId xmlns:a16="http://schemas.microsoft.com/office/drawing/2014/main" val="1729876016"/>
                    </a:ext>
                  </a:extLst>
                </a:gridCol>
              </a:tblGrid>
              <a:tr h="472364">
                <a:tc>
                  <a:txBody>
                    <a:bodyPr/>
                    <a:lstStyle/>
                    <a:p>
                      <a:r>
                        <a:rPr lang="en-CA" dirty="0"/>
                        <a:t>Day</a:t>
                      </a:r>
                    </a:p>
                  </a:txBody>
                  <a:tcPr/>
                </a:tc>
                <a:tc>
                  <a:txBody>
                    <a:bodyPr/>
                    <a:lstStyle/>
                    <a:p>
                      <a:r>
                        <a:rPr lang="en-CA" dirty="0"/>
                        <a:t>Topic to Cover</a:t>
                      </a:r>
                    </a:p>
                  </a:txBody>
                  <a:tcPr/>
                </a:tc>
                <a:extLst>
                  <a:ext uri="{0D108BD9-81ED-4DB2-BD59-A6C34878D82A}">
                    <a16:rowId xmlns:a16="http://schemas.microsoft.com/office/drawing/2014/main" val="3201410709"/>
                  </a:ext>
                </a:extLst>
              </a:tr>
              <a:tr h="4723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Day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Intro to Math Programming</a:t>
                      </a:r>
                    </a:p>
                  </a:txBody>
                  <a:tcPr/>
                </a:tc>
                <a:extLst>
                  <a:ext uri="{0D108BD9-81ED-4DB2-BD59-A6C34878D82A}">
                    <a16:rowId xmlns:a16="http://schemas.microsoft.com/office/drawing/2014/main" val="3191836110"/>
                  </a:ext>
                </a:extLst>
              </a:tr>
              <a:tr h="4723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000000"/>
                          </a:solidFill>
                          <a:effectLst/>
                          <a:uLnTx/>
                          <a:uFillTx/>
                          <a:latin typeface="Bierstadt"/>
                          <a:ea typeface="+mn-ea"/>
                          <a:cs typeface="+mn-cs"/>
                        </a:rPr>
                        <a:t>Day 2</a:t>
                      </a:r>
                    </a:p>
                  </a:txBody>
                  <a:tcPr/>
                </a:tc>
                <a:tc>
                  <a:txBody>
                    <a:bodyPr/>
                    <a:lstStyle/>
                    <a:p>
                      <a:r>
                        <a:rPr lang="en-CA" dirty="0"/>
                        <a:t>Simple Models</a:t>
                      </a:r>
                    </a:p>
                  </a:txBody>
                  <a:tcPr/>
                </a:tc>
                <a:extLst>
                  <a:ext uri="{0D108BD9-81ED-4DB2-BD59-A6C34878D82A}">
                    <a16:rowId xmlns:a16="http://schemas.microsoft.com/office/drawing/2014/main" val="70038489"/>
                  </a:ext>
                </a:extLst>
              </a:tr>
              <a:tr h="4723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000000"/>
                          </a:solidFill>
                          <a:effectLst/>
                          <a:uLnTx/>
                          <a:uFillTx/>
                          <a:latin typeface="Bierstadt"/>
                          <a:ea typeface="+mn-ea"/>
                          <a:cs typeface="+mn-cs"/>
                        </a:rPr>
                        <a:t>Day 3</a:t>
                      </a:r>
                    </a:p>
                  </a:txBody>
                  <a:tcPr/>
                </a:tc>
                <a:tc>
                  <a:txBody>
                    <a:bodyPr/>
                    <a:lstStyle/>
                    <a:p>
                      <a:r>
                        <a:rPr lang="en-CA" dirty="0"/>
                        <a:t>Intro to Machine Learning</a:t>
                      </a:r>
                    </a:p>
                  </a:txBody>
                  <a:tcPr/>
                </a:tc>
                <a:extLst>
                  <a:ext uri="{0D108BD9-81ED-4DB2-BD59-A6C34878D82A}">
                    <a16:rowId xmlns:a16="http://schemas.microsoft.com/office/drawing/2014/main" val="3031876089"/>
                  </a:ext>
                </a:extLst>
              </a:tr>
              <a:tr h="4723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000000"/>
                          </a:solidFill>
                          <a:effectLst/>
                          <a:uLnTx/>
                          <a:uFillTx/>
                          <a:latin typeface="Bierstadt"/>
                          <a:ea typeface="+mn-ea"/>
                          <a:cs typeface="+mn-cs"/>
                        </a:rPr>
                        <a:t>Day 4</a:t>
                      </a:r>
                    </a:p>
                  </a:txBody>
                  <a:tcPr/>
                </a:tc>
                <a:tc>
                  <a:txBody>
                    <a:bodyPr/>
                    <a:lstStyle/>
                    <a:p>
                      <a:r>
                        <a:rPr lang="en-CA" dirty="0"/>
                        <a:t>Intro to Neural Networks (AI)</a:t>
                      </a:r>
                    </a:p>
                  </a:txBody>
                  <a:tcPr/>
                </a:tc>
                <a:extLst>
                  <a:ext uri="{0D108BD9-81ED-4DB2-BD59-A6C34878D82A}">
                    <a16:rowId xmlns:a16="http://schemas.microsoft.com/office/drawing/2014/main" val="3688505803"/>
                  </a:ext>
                </a:extLst>
              </a:tr>
            </a:tbl>
          </a:graphicData>
        </a:graphic>
      </p:graphicFrame>
    </p:spTree>
    <p:extLst>
      <p:ext uri="{BB962C8B-B14F-4D97-AF65-F5344CB8AC3E}">
        <p14:creationId xmlns:p14="http://schemas.microsoft.com/office/powerpoint/2010/main" val="2850116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7662-ECFD-01F9-A409-3AE3DEBF3927}"/>
              </a:ext>
            </a:extLst>
          </p:cNvPr>
          <p:cNvSpPr>
            <a:spLocks noGrp="1"/>
          </p:cNvSpPr>
          <p:nvPr>
            <p:ph type="title"/>
          </p:nvPr>
        </p:nvSpPr>
        <p:spPr/>
        <p:txBody>
          <a:bodyPr/>
          <a:lstStyle/>
          <a:p>
            <a:r>
              <a:rPr lang="en-CA" dirty="0"/>
              <a:t>Why does math matter? This is AI generated artwork. It’s a bunch of math.</a:t>
            </a:r>
          </a:p>
        </p:txBody>
      </p:sp>
      <p:sp>
        <p:nvSpPr>
          <p:cNvPr id="3" name="Text Placeholder 2">
            <a:extLst>
              <a:ext uri="{FF2B5EF4-FFF2-40B4-BE49-F238E27FC236}">
                <a16:creationId xmlns:a16="http://schemas.microsoft.com/office/drawing/2014/main" id="{55B8667B-315C-A8D7-1882-256D0FACC27B}"/>
              </a:ext>
            </a:extLst>
          </p:cNvPr>
          <p:cNvSpPr>
            <a:spLocks noGrp="1"/>
          </p:cNvSpPr>
          <p:nvPr>
            <p:ph type="body" sz="quarter" idx="10"/>
          </p:nvPr>
        </p:nvSpPr>
        <p:spPr/>
        <p:txBody>
          <a:bodyPr/>
          <a:lstStyle/>
          <a:p>
            <a:endParaRPr lang="en-CA"/>
          </a:p>
        </p:txBody>
      </p:sp>
      <p:pic>
        <p:nvPicPr>
          <p:cNvPr id="6" name="Content Placeholder 5">
            <a:extLst>
              <a:ext uri="{FF2B5EF4-FFF2-40B4-BE49-F238E27FC236}">
                <a16:creationId xmlns:a16="http://schemas.microsoft.com/office/drawing/2014/main" id="{80A21A5A-9C40-39F5-5CF9-8569612C15D9}"/>
              </a:ext>
            </a:extLst>
          </p:cNvPr>
          <p:cNvPicPr>
            <a:picLocks noGrp="1" noChangeAspect="1"/>
          </p:cNvPicPr>
          <p:nvPr>
            <p:ph idx="13"/>
          </p:nvPr>
        </p:nvPicPr>
        <p:blipFill>
          <a:blip r:embed="rId3"/>
          <a:stretch>
            <a:fillRect/>
          </a:stretch>
        </p:blipFill>
        <p:spPr>
          <a:xfrm>
            <a:off x="1616869" y="1097310"/>
            <a:ext cx="4086225" cy="2333625"/>
          </a:xfrm>
        </p:spPr>
      </p:pic>
      <p:pic>
        <p:nvPicPr>
          <p:cNvPr id="8" name="Picture 7">
            <a:extLst>
              <a:ext uri="{FF2B5EF4-FFF2-40B4-BE49-F238E27FC236}">
                <a16:creationId xmlns:a16="http://schemas.microsoft.com/office/drawing/2014/main" id="{FD67E30F-4ACB-6399-196E-C70FB3B1CB1F}"/>
              </a:ext>
            </a:extLst>
          </p:cNvPr>
          <p:cNvPicPr>
            <a:picLocks noChangeAspect="1"/>
          </p:cNvPicPr>
          <p:nvPr/>
        </p:nvPicPr>
        <p:blipFill>
          <a:blip r:embed="rId4"/>
          <a:stretch>
            <a:fillRect/>
          </a:stretch>
        </p:blipFill>
        <p:spPr>
          <a:xfrm>
            <a:off x="5748337" y="1097310"/>
            <a:ext cx="4106417" cy="2331690"/>
          </a:xfrm>
          <a:prstGeom prst="rect">
            <a:avLst/>
          </a:prstGeom>
        </p:spPr>
      </p:pic>
      <p:pic>
        <p:nvPicPr>
          <p:cNvPr id="10" name="Picture 9">
            <a:extLst>
              <a:ext uri="{FF2B5EF4-FFF2-40B4-BE49-F238E27FC236}">
                <a16:creationId xmlns:a16="http://schemas.microsoft.com/office/drawing/2014/main" id="{1FFF99B4-7ACE-F820-18EE-B21185F948D5}"/>
              </a:ext>
            </a:extLst>
          </p:cNvPr>
          <p:cNvPicPr>
            <a:picLocks noChangeAspect="1"/>
          </p:cNvPicPr>
          <p:nvPr/>
        </p:nvPicPr>
        <p:blipFill rotWithShape="1">
          <a:blip r:embed="rId5"/>
          <a:srcRect t="16249" b="16580"/>
          <a:stretch/>
        </p:blipFill>
        <p:spPr>
          <a:xfrm>
            <a:off x="2476499" y="3453997"/>
            <a:ext cx="6460331" cy="2496876"/>
          </a:xfrm>
          <a:prstGeom prst="rect">
            <a:avLst/>
          </a:prstGeom>
        </p:spPr>
      </p:pic>
    </p:spTree>
    <p:extLst>
      <p:ext uri="{BB962C8B-B14F-4D97-AF65-F5344CB8AC3E}">
        <p14:creationId xmlns:p14="http://schemas.microsoft.com/office/powerpoint/2010/main" val="366779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C865B5-9562-E523-F17C-520F3861D076}"/>
              </a:ext>
            </a:extLst>
          </p:cNvPr>
          <p:cNvSpPr>
            <a:spLocks noGrp="1"/>
          </p:cNvSpPr>
          <p:nvPr>
            <p:ph type="title"/>
          </p:nvPr>
        </p:nvSpPr>
        <p:spPr/>
        <p:txBody>
          <a:bodyPr/>
          <a:lstStyle/>
          <a:p>
            <a:r>
              <a:rPr lang="en-CA" dirty="0"/>
              <a:t>Day 1: Intro to Math Programming</a:t>
            </a:r>
          </a:p>
        </p:txBody>
      </p:sp>
    </p:spTree>
    <p:extLst>
      <p:ext uri="{BB962C8B-B14F-4D97-AF65-F5344CB8AC3E}">
        <p14:creationId xmlns:p14="http://schemas.microsoft.com/office/powerpoint/2010/main" val="1709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E404-EA4B-DE07-5C4C-DEC64A5DA44D}"/>
              </a:ext>
            </a:extLst>
          </p:cNvPr>
          <p:cNvSpPr>
            <a:spLocks noGrp="1"/>
          </p:cNvSpPr>
          <p:nvPr>
            <p:ph type="title"/>
          </p:nvPr>
        </p:nvSpPr>
        <p:spPr/>
        <p:txBody>
          <a:bodyPr/>
          <a:lstStyle/>
          <a:p>
            <a:r>
              <a:rPr lang="en-CA" dirty="0"/>
              <a:t>Day 1 Agenda</a:t>
            </a:r>
          </a:p>
        </p:txBody>
      </p:sp>
      <p:sp>
        <p:nvSpPr>
          <p:cNvPr id="3" name="Text Placeholder 2">
            <a:extLst>
              <a:ext uri="{FF2B5EF4-FFF2-40B4-BE49-F238E27FC236}">
                <a16:creationId xmlns:a16="http://schemas.microsoft.com/office/drawing/2014/main" id="{04BC7708-4CD0-5345-1A1F-B873DD2D6DD0}"/>
              </a:ext>
            </a:extLst>
          </p:cNvPr>
          <p:cNvSpPr>
            <a:spLocks noGrp="1"/>
          </p:cNvSpPr>
          <p:nvPr>
            <p:ph type="body" sz="quarter" idx="10"/>
          </p:nvPr>
        </p:nvSpPr>
        <p:spPr/>
        <p:txBody>
          <a:bodyPr/>
          <a:lstStyle/>
          <a:p>
            <a:endParaRPr lang="en-CA"/>
          </a:p>
        </p:txBody>
      </p:sp>
      <p:pic>
        <p:nvPicPr>
          <p:cNvPr id="5" name="Picture 4">
            <a:extLst>
              <a:ext uri="{FF2B5EF4-FFF2-40B4-BE49-F238E27FC236}">
                <a16:creationId xmlns:a16="http://schemas.microsoft.com/office/drawing/2014/main" id="{2A029546-99ED-4C26-D990-7371CD0959F2}"/>
              </a:ext>
            </a:extLst>
          </p:cNvPr>
          <p:cNvPicPr>
            <a:picLocks noChangeAspect="1"/>
          </p:cNvPicPr>
          <p:nvPr/>
        </p:nvPicPr>
        <p:blipFill>
          <a:blip r:embed="rId2"/>
          <a:stretch>
            <a:fillRect/>
          </a:stretch>
        </p:blipFill>
        <p:spPr>
          <a:xfrm>
            <a:off x="609600" y="2117022"/>
            <a:ext cx="2880000" cy="1595294"/>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BE1B3EBA-A06C-E8B8-DF44-A32DFAD905CA}"/>
              </a:ext>
            </a:extLst>
          </p:cNvPr>
          <p:cNvSpPr txBox="1"/>
          <p:nvPr/>
        </p:nvSpPr>
        <p:spPr>
          <a:xfrm>
            <a:off x="2142831" y="1374491"/>
            <a:ext cx="1534394" cy="369332"/>
          </a:xfrm>
          <a:prstGeom prst="rect">
            <a:avLst/>
          </a:prstGeom>
          <a:noFill/>
        </p:spPr>
        <p:txBody>
          <a:bodyPr wrap="none" rtlCol="0">
            <a:spAutoFit/>
          </a:bodyPr>
          <a:lstStyle/>
          <a:p>
            <a:pPr algn="ctr"/>
            <a:r>
              <a:rPr lang="en-CA" b="1" dirty="0"/>
              <a:t>Presentation</a:t>
            </a:r>
          </a:p>
        </p:txBody>
      </p:sp>
      <p:sp>
        <p:nvSpPr>
          <p:cNvPr id="11" name="TextBox 10">
            <a:extLst>
              <a:ext uri="{FF2B5EF4-FFF2-40B4-BE49-F238E27FC236}">
                <a16:creationId xmlns:a16="http://schemas.microsoft.com/office/drawing/2014/main" id="{E8707AD8-175F-4F78-9133-FD3F7587A047}"/>
              </a:ext>
            </a:extLst>
          </p:cNvPr>
          <p:cNvSpPr txBox="1"/>
          <p:nvPr/>
        </p:nvSpPr>
        <p:spPr>
          <a:xfrm>
            <a:off x="7152561" y="1374491"/>
            <a:ext cx="2841996" cy="369332"/>
          </a:xfrm>
          <a:prstGeom prst="rect">
            <a:avLst/>
          </a:prstGeom>
          <a:noFill/>
        </p:spPr>
        <p:txBody>
          <a:bodyPr wrap="none" rtlCol="0">
            <a:spAutoFit/>
          </a:bodyPr>
          <a:lstStyle/>
          <a:p>
            <a:pPr algn="ctr"/>
            <a:r>
              <a:rPr lang="en-CA" b="1" dirty="0"/>
              <a:t>Hands On Python Coding</a:t>
            </a:r>
          </a:p>
        </p:txBody>
      </p:sp>
      <p:pic>
        <p:nvPicPr>
          <p:cNvPr id="4" name="Picture 3">
            <a:extLst>
              <a:ext uri="{FF2B5EF4-FFF2-40B4-BE49-F238E27FC236}">
                <a16:creationId xmlns:a16="http://schemas.microsoft.com/office/drawing/2014/main" id="{6B261819-2F42-5913-BBEC-B35F22F61191}"/>
              </a:ext>
            </a:extLst>
          </p:cNvPr>
          <p:cNvPicPr>
            <a:picLocks noChangeAspect="1"/>
          </p:cNvPicPr>
          <p:nvPr/>
        </p:nvPicPr>
        <p:blipFill>
          <a:blip r:embed="rId3"/>
          <a:srcRect t="3050"/>
          <a:stretch>
            <a:fillRect/>
          </a:stretch>
        </p:blipFill>
        <p:spPr>
          <a:xfrm>
            <a:off x="1317016" y="2729834"/>
            <a:ext cx="3656778" cy="1843891"/>
          </a:xfrm>
          <a:prstGeom prst="rect">
            <a:avLst/>
          </a:prstGeom>
        </p:spPr>
      </p:pic>
      <p:pic>
        <p:nvPicPr>
          <p:cNvPr id="7" name="Picture 6">
            <a:extLst>
              <a:ext uri="{FF2B5EF4-FFF2-40B4-BE49-F238E27FC236}">
                <a16:creationId xmlns:a16="http://schemas.microsoft.com/office/drawing/2014/main" id="{DFDD1C50-F5CD-4BC8-AD07-276725355FF0}"/>
              </a:ext>
            </a:extLst>
          </p:cNvPr>
          <p:cNvPicPr>
            <a:picLocks noChangeAspect="1"/>
          </p:cNvPicPr>
          <p:nvPr/>
        </p:nvPicPr>
        <p:blipFill>
          <a:blip r:embed="rId4"/>
          <a:stretch>
            <a:fillRect/>
          </a:stretch>
        </p:blipFill>
        <p:spPr>
          <a:xfrm>
            <a:off x="2296330" y="3514029"/>
            <a:ext cx="2880000" cy="1706467"/>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C007C5A5-B829-6ABA-E501-F10E61FE00AE}"/>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8165557" y="3395412"/>
            <a:ext cx="3054893" cy="1806838"/>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39D158D3-60EC-C42F-FD6B-695640AB4973}"/>
              </a:ext>
            </a:extLst>
          </p:cNvPr>
          <p:cNvPicPr>
            <a:picLocks noChangeAspect="1"/>
          </p:cNvPicPr>
          <p:nvPr/>
        </p:nvPicPr>
        <p:blipFill>
          <a:blip r:embed="rId6"/>
          <a:stretch>
            <a:fillRect/>
          </a:stretch>
        </p:blipFill>
        <p:spPr>
          <a:xfrm>
            <a:off x="6454590" y="2392100"/>
            <a:ext cx="4115573" cy="18068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29387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9DA6B-B50F-F85C-F259-A07B988752BB}"/>
              </a:ext>
            </a:extLst>
          </p:cNvPr>
          <p:cNvSpPr>
            <a:spLocks noGrp="1"/>
          </p:cNvSpPr>
          <p:nvPr>
            <p:ph type="title"/>
          </p:nvPr>
        </p:nvSpPr>
        <p:spPr/>
        <p:txBody>
          <a:bodyPr/>
          <a:lstStyle/>
          <a:p>
            <a:r>
              <a:rPr lang="en-CA" dirty="0"/>
              <a:t>Every technology and business around us uses math</a:t>
            </a:r>
          </a:p>
        </p:txBody>
      </p:sp>
      <p:sp>
        <p:nvSpPr>
          <p:cNvPr id="3" name="Text Placeholder 2">
            <a:extLst>
              <a:ext uri="{FF2B5EF4-FFF2-40B4-BE49-F238E27FC236}">
                <a16:creationId xmlns:a16="http://schemas.microsoft.com/office/drawing/2014/main" id="{62AC15E2-BD71-798A-5E9F-8A16DBD97DA6}"/>
              </a:ext>
            </a:extLst>
          </p:cNvPr>
          <p:cNvSpPr>
            <a:spLocks noGrp="1"/>
          </p:cNvSpPr>
          <p:nvPr>
            <p:ph type="body" sz="quarter" idx="10"/>
          </p:nvPr>
        </p:nvSpPr>
        <p:spPr/>
        <p:txBody>
          <a:bodyPr/>
          <a:lstStyle/>
          <a:p>
            <a:endParaRPr lang="en-CA" dirty="0"/>
          </a:p>
        </p:txBody>
      </p:sp>
      <p:graphicFrame>
        <p:nvGraphicFramePr>
          <p:cNvPr id="5" name="Table 5">
            <a:extLst>
              <a:ext uri="{FF2B5EF4-FFF2-40B4-BE49-F238E27FC236}">
                <a16:creationId xmlns:a16="http://schemas.microsoft.com/office/drawing/2014/main" id="{B0E06636-D537-8E4C-9C4B-EA5A75BF0DAD}"/>
              </a:ext>
            </a:extLst>
          </p:cNvPr>
          <p:cNvGraphicFramePr>
            <a:graphicFrameLocks noGrp="1"/>
          </p:cNvGraphicFramePr>
          <p:nvPr>
            <p:extLst>
              <p:ext uri="{D42A27DB-BD31-4B8C-83A1-F6EECF244321}">
                <p14:modId xmlns:p14="http://schemas.microsoft.com/office/powerpoint/2010/main" val="3290001804"/>
              </p:ext>
            </p:extLst>
          </p:nvPr>
        </p:nvGraphicFramePr>
        <p:xfrm>
          <a:off x="2817003" y="1504669"/>
          <a:ext cx="5418666" cy="37084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388672165"/>
                    </a:ext>
                  </a:extLst>
                </a:gridCol>
                <a:gridCol w="2709333">
                  <a:extLst>
                    <a:ext uri="{9D8B030D-6E8A-4147-A177-3AD203B41FA5}">
                      <a16:colId xmlns:a16="http://schemas.microsoft.com/office/drawing/2014/main" val="149092628"/>
                    </a:ext>
                  </a:extLst>
                </a:gridCol>
              </a:tblGrid>
              <a:tr h="370840">
                <a:tc>
                  <a:txBody>
                    <a:bodyPr/>
                    <a:lstStyle/>
                    <a:p>
                      <a:r>
                        <a:rPr lang="en-CA" dirty="0"/>
                        <a:t>Technology</a:t>
                      </a:r>
                    </a:p>
                  </a:txBody>
                  <a:tcPr/>
                </a:tc>
                <a:tc>
                  <a:txBody>
                    <a:bodyPr/>
                    <a:lstStyle/>
                    <a:p>
                      <a:r>
                        <a:rPr lang="en-CA" dirty="0"/>
                        <a:t>How Math Is Used</a:t>
                      </a:r>
                    </a:p>
                  </a:txBody>
                  <a:tcPr/>
                </a:tc>
                <a:extLst>
                  <a:ext uri="{0D108BD9-81ED-4DB2-BD59-A6C34878D82A}">
                    <a16:rowId xmlns:a16="http://schemas.microsoft.com/office/drawing/2014/main" val="3386735339"/>
                  </a:ext>
                </a:extLst>
              </a:tr>
              <a:tr h="370840">
                <a:tc>
                  <a:txBody>
                    <a:bodyPr/>
                    <a:lstStyle/>
                    <a:p>
                      <a:r>
                        <a:rPr lang="en-CA" dirty="0"/>
                        <a:t>Video Games</a:t>
                      </a:r>
                    </a:p>
                  </a:txBody>
                  <a:tcPr/>
                </a:tc>
                <a:tc>
                  <a:txBody>
                    <a:bodyPr/>
                    <a:lstStyle/>
                    <a:p>
                      <a:r>
                        <a:rPr lang="en-CA" dirty="0"/>
                        <a:t>Graphics rendering</a:t>
                      </a:r>
                    </a:p>
                  </a:txBody>
                  <a:tcPr/>
                </a:tc>
                <a:extLst>
                  <a:ext uri="{0D108BD9-81ED-4DB2-BD59-A6C34878D82A}">
                    <a16:rowId xmlns:a16="http://schemas.microsoft.com/office/drawing/2014/main" val="3120636153"/>
                  </a:ext>
                </a:extLst>
              </a:tr>
              <a:tr h="370840">
                <a:tc>
                  <a:txBody>
                    <a:bodyPr/>
                    <a:lstStyle/>
                    <a:p>
                      <a:r>
                        <a:rPr lang="en-CA" dirty="0"/>
                        <a:t>Netflix</a:t>
                      </a:r>
                    </a:p>
                  </a:txBody>
                  <a:tcPr/>
                </a:tc>
                <a:tc>
                  <a:txBody>
                    <a:bodyPr/>
                    <a:lstStyle/>
                    <a:p>
                      <a:r>
                        <a:rPr lang="en-CA" dirty="0"/>
                        <a:t>Video compression</a:t>
                      </a:r>
                    </a:p>
                  </a:txBody>
                  <a:tcPr/>
                </a:tc>
                <a:extLst>
                  <a:ext uri="{0D108BD9-81ED-4DB2-BD59-A6C34878D82A}">
                    <a16:rowId xmlns:a16="http://schemas.microsoft.com/office/drawing/2014/main" val="1483423737"/>
                  </a:ext>
                </a:extLst>
              </a:tr>
              <a:tr h="370840">
                <a:tc>
                  <a:txBody>
                    <a:bodyPr/>
                    <a:lstStyle/>
                    <a:p>
                      <a:r>
                        <a:rPr lang="en-CA" dirty="0"/>
                        <a:t>Spotify</a:t>
                      </a:r>
                    </a:p>
                  </a:txBody>
                  <a:tcPr/>
                </a:tc>
                <a:tc>
                  <a:txBody>
                    <a:bodyPr/>
                    <a:lstStyle/>
                    <a:p>
                      <a:r>
                        <a:rPr lang="en-CA" dirty="0"/>
                        <a:t>Song recommendations</a:t>
                      </a:r>
                    </a:p>
                  </a:txBody>
                  <a:tcPr/>
                </a:tc>
                <a:extLst>
                  <a:ext uri="{0D108BD9-81ED-4DB2-BD59-A6C34878D82A}">
                    <a16:rowId xmlns:a16="http://schemas.microsoft.com/office/drawing/2014/main" val="674149775"/>
                  </a:ext>
                </a:extLst>
              </a:tr>
              <a:tr h="370840">
                <a:tc>
                  <a:txBody>
                    <a:bodyPr/>
                    <a:lstStyle/>
                    <a:p>
                      <a:r>
                        <a:rPr lang="en-CA" dirty="0"/>
                        <a:t>GPS</a:t>
                      </a:r>
                    </a:p>
                  </a:txBody>
                  <a:tcPr/>
                </a:tc>
                <a:tc>
                  <a:txBody>
                    <a:bodyPr/>
                    <a:lstStyle/>
                    <a:p>
                      <a:r>
                        <a:rPr lang="en-CA" dirty="0"/>
                        <a:t>Location</a:t>
                      </a:r>
                    </a:p>
                  </a:txBody>
                  <a:tcPr/>
                </a:tc>
                <a:extLst>
                  <a:ext uri="{0D108BD9-81ED-4DB2-BD59-A6C34878D82A}">
                    <a16:rowId xmlns:a16="http://schemas.microsoft.com/office/drawing/2014/main" val="833989667"/>
                  </a:ext>
                </a:extLst>
              </a:tr>
              <a:tr h="370840">
                <a:tc>
                  <a:txBody>
                    <a:bodyPr/>
                    <a:lstStyle/>
                    <a:p>
                      <a:r>
                        <a:rPr lang="en-CA" dirty="0"/>
                        <a:t>Weather Forecasts</a:t>
                      </a:r>
                    </a:p>
                  </a:txBody>
                  <a:tcPr/>
                </a:tc>
                <a:tc>
                  <a:txBody>
                    <a:bodyPr/>
                    <a:lstStyle/>
                    <a:p>
                      <a:r>
                        <a:rPr lang="en-CA" dirty="0"/>
                        <a:t>Sunny vs. cloudy</a:t>
                      </a:r>
                    </a:p>
                  </a:txBody>
                  <a:tcPr/>
                </a:tc>
                <a:extLst>
                  <a:ext uri="{0D108BD9-81ED-4DB2-BD59-A6C34878D82A}">
                    <a16:rowId xmlns:a16="http://schemas.microsoft.com/office/drawing/2014/main" val="492491671"/>
                  </a:ext>
                </a:extLst>
              </a:tr>
              <a:tr h="370840">
                <a:tc>
                  <a:txBody>
                    <a:bodyPr/>
                    <a:lstStyle/>
                    <a:p>
                      <a:r>
                        <a:rPr lang="en-CA" dirty="0"/>
                        <a:t>Market Research</a:t>
                      </a:r>
                    </a:p>
                  </a:txBody>
                  <a:tcPr/>
                </a:tc>
                <a:tc>
                  <a:txBody>
                    <a:bodyPr/>
                    <a:lstStyle/>
                    <a:p>
                      <a:r>
                        <a:rPr lang="en-CA" dirty="0"/>
                        <a:t>What products will sell</a:t>
                      </a:r>
                    </a:p>
                  </a:txBody>
                  <a:tcPr/>
                </a:tc>
                <a:extLst>
                  <a:ext uri="{0D108BD9-81ED-4DB2-BD59-A6C34878D82A}">
                    <a16:rowId xmlns:a16="http://schemas.microsoft.com/office/drawing/2014/main" val="3070179178"/>
                  </a:ext>
                </a:extLst>
              </a:tr>
              <a:tr h="370840">
                <a:tc>
                  <a:txBody>
                    <a:bodyPr/>
                    <a:lstStyle/>
                    <a:p>
                      <a:r>
                        <a:rPr lang="en-CA" dirty="0"/>
                        <a:t>Stock Market</a:t>
                      </a:r>
                    </a:p>
                  </a:txBody>
                  <a:tcPr/>
                </a:tc>
                <a:tc>
                  <a:txBody>
                    <a:bodyPr/>
                    <a:lstStyle/>
                    <a:p>
                      <a:r>
                        <a:rPr lang="en-CA" dirty="0"/>
                        <a:t>What stocks will go up</a:t>
                      </a:r>
                    </a:p>
                  </a:txBody>
                  <a:tcPr/>
                </a:tc>
                <a:extLst>
                  <a:ext uri="{0D108BD9-81ED-4DB2-BD59-A6C34878D82A}">
                    <a16:rowId xmlns:a16="http://schemas.microsoft.com/office/drawing/2014/main" val="867910494"/>
                  </a:ext>
                </a:extLst>
              </a:tr>
              <a:tr h="370840">
                <a:tc>
                  <a:txBody>
                    <a:bodyPr/>
                    <a:lstStyle/>
                    <a:p>
                      <a:r>
                        <a:rPr lang="en-CA" dirty="0"/>
                        <a:t>ChatGPT</a:t>
                      </a:r>
                    </a:p>
                  </a:txBody>
                  <a:tcPr/>
                </a:tc>
                <a:tc>
                  <a:txBody>
                    <a:bodyPr/>
                    <a:lstStyle/>
                    <a:p>
                      <a:r>
                        <a:rPr lang="en-CA" dirty="0"/>
                        <a:t>Writing like a human</a:t>
                      </a:r>
                    </a:p>
                  </a:txBody>
                  <a:tcPr/>
                </a:tc>
                <a:extLst>
                  <a:ext uri="{0D108BD9-81ED-4DB2-BD59-A6C34878D82A}">
                    <a16:rowId xmlns:a16="http://schemas.microsoft.com/office/drawing/2014/main" val="1598646001"/>
                  </a:ext>
                </a:extLst>
              </a:tr>
              <a:tr h="370840">
                <a:tc>
                  <a:txBody>
                    <a:bodyPr/>
                    <a:lstStyle/>
                    <a:p>
                      <a:r>
                        <a:rPr lang="en-CA" dirty="0"/>
                        <a:t>Dall E</a:t>
                      </a:r>
                    </a:p>
                  </a:txBody>
                  <a:tcPr/>
                </a:tc>
                <a:tc>
                  <a:txBody>
                    <a:bodyPr/>
                    <a:lstStyle/>
                    <a:p>
                      <a:r>
                        <a:rPr lang="en-CA" dirty="0"/>
                        <a:t>Creating artwork</a:t>
                      </a:r>
                    </a:p>
                  </a:txBody>
                  <a:tcPr/>
                </a:tc>
                <a:extLst>
                  <a:ext uri="{0D108BD9-81ED-4DB2-BD59-A6C34878D82A}">
                    <a16:rowId xmlns:a16="http://schemas.microsoft.com/office/drawing/2014/main" val="3344145027"/>
                  </a:ext>
                </a:extLst>
              </a:tr>
            </a:tbl>
          </a:graphicData>
        </a:graphic>
      </p:graphicFrame>
      <p:sp>
        <p:nvSpPr>
          <p:cNvPr id="6" name="Rectangle 5">
            <a:extLst>
              <a:ext uri="{FF2B5EF4-FFF2-40B4-BE49-F238E27FC236}">
                <a16:creationId xmlns:a16="http://schemas.microsoft.com/office/drawing/2014/main" id="{253645A5-B92E-E376-1753-18DC00BD79C2}"/>
              </a:ext>
            </a:extLst>
          </p:cNvPr>
          <p:cNvSpPr/>
          <p:nvPr/>
        </p:nvSpPr>
        <p:spPr>
          <a:xfrm>
            <a:off x="2817003" y="4467225"/>
            <a:ext cx="5418666" cy="384529"/>
          </a:xfrm>
          <a:prstGeom prst="rect">
            <a:avLst/>
          </a:prstGeom>
          <a:noFill/>
          <a:ln w="57150">
            <a:solidFill>
              <a:schemeClr val="accent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0" name="Rectangle 49">
            <a:extLst>
              <a:ext uri="{FF2B5EF4-FFF2-40B4-BE49-F238E27FC236}">
                <a16:creationId xmlns:a16="http://schemas.microsoft.com/office/drawing/2014/main" id="{A6AA9E9C-D385-2886-02FF-FE0625A91A22}"/>
              </a:ext>
            </a:extLst>
          </p:cNvPr>
          <p:cNvSpPr/>
          <p:nvPr/>
        </p:nvSpPr>
        <p:spPr>
          <a:xfrm>
            <a:off x="2724346" y="4856528"/>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1" name="Rectangle 50">
            <a:extLst>
              <a:ext uri="{FF2B5EF4-FFF2-40B4-BE49-F238E27FC236}">
                <a16:creationId xmlns:a16="http://schemas.microsoft.com/office/drawing/2014/main" id="{B85AC135-F713-9998-C067-19ED796DF083}"/>
              </a:ext>
            </a:extLst>
          </p:cNvPr>
          <p:cNvSpPr/>
          <p:nvPr/>
        </p:nvSpPr>
        <p:spPr>
          <a:xfrm>
            <a:off x="2724346" y="4488037"/>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2" name="Rectangle 51">
            <a:extLst>
              <a:ext uri="{FF2B5EF4-FFF2-40B4-BE49-F238E27FC236}">
                <a16:creationId xmlns:a16="http://schemas.microsoft.com/office/drawing/2014/main" id="{E8262AEB-436A-E24F-08FF-29DC38FB23ED}"/>
              </a:ext>
            </a:extLst>
          </p:cNvPr>
          <p:cNvSpPr/>
          <p:nvPr/>
        </p:nvSpPr>
        <p:spPr>
          <a:xfrm>
            <a:off x="2721861" y="4115015"/>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3" name="Rectangle 52">
            <a:extLst>
              <a:ext uri="{FF2B5EF4-FFF2-40B4-BE49-F238E27FC236}">
                <a16:creationId xmlns:a16="http://schemas.microsoft.com/office/drawing/2014/main" id="{9E391773-5C88-4523-63B8-86048CF5B754}"/>
              </a:ext>
            </a:extLst>
          </p:cNvPr>
          <p:cNvSpPr/>
          <p:nvPr/>
        </p:nvSpPr>
        <p:spPr>
          <a:xfrm>
            <a:off x="2721861" y="3747462"/>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4" name="Rectangle 53">
            <a:extLst>
              <a:ext uri="{FF2B5EF4-FFF2-40B4-BE49-F238E27FC236}">
                <a16:creationId xmlns:a16="http://schemas.microsoft.com/office/drawing/2014/main" id="{717ED1B1-BFFD-676E-A511-357D4AF1DDF1}"/>
              </a:ext>
            </a:extLst>
          </p:cNvPr>
          <p:cNvSpPr/>
          <p:nvPr/>
        </p:nvSpPr>
        <p:spPr>
          <a:xfrm>
            <a:off x="2724346" y="3368877"/>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5" name="Rectangle 54">
            <a:extLst>
              <a:ext uri="{FF2B5EF4-FFF2-40B4-BE49-F238E27FC236}">
                <a16:creationId xmlns:a16="http://schemas.microsoft.com/office/drawing/2014/main" id="{1970B5E6-4657-616D-B107-9EF4F7209248}"/>
              </a:ext>
            </a:extLst>
          </p:cNvPr>
          <p:cNvSpPr/>
          <p:nvPr/>
        </p:nvSpPr>
        <p:spPr>
          <a:xfrm>
            <a:off x="2721860" y="2994271"/>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6" name="Rectangle 55">
            <a:extLst>
              <a:ext uri="{FF2B5EF4-FFF2-40B4-BE49-F238E27FC236}">
                <a16:creationId xmlns:a16="http://schemas.microsoft.com/office/drawing/2014/main" id="{91C7CF0E-6C66-FC20-DBF7-07C2733A8B45}"/>
              </a:ext>
            </a:extLst>
          </p:cNvPr>
          <p:cNvSpPr/>
          <p:nvPr/>
        </p:nvSpPr>
        <p:spPr>
          <a:xfrm>
            <a:off x="2724346" y="2625928"/>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57" name="Rectangle 56">
            <a:extLst>
              <a:ext uri="{FF2B5EF4-FFF2-40B4-BE49-F238E27FC236}">
                <a16:creationId xmlns:a16="http://schemas.microsoft.com/office/drawing/2014/main" id="{DCAD5724-6E2F-8A88-BBB3-7807E92E724B}"/>
              </a:ext>
            </a:extLst>
          </p:cNvPr>
          <p:cNvSpPr/>
          <p:nvPr/>
        </p:nvSpPr>
        <p:spPr>
          <a:xfrm>
            <a:off x="2724346" y="2258375"/>
            <a:ext cx="5608949"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52427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Best Python Libraries For Machine Learning | Blogs | Fireblaze AI School">
            <a:extLst>
              <a:ext uri="{FF2B5EF4-FFF2-40B4-BE49-F238E27FC236}">
                <a16:creationId xmlns:a16="http://schemas.microsoft.com/office/drawing/2014/main" id="{0BD77589-4674-A7E9-AC43-0404CF87FC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6500" y="3994443"/>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58106F0-1BC5-D02B-A251-FD2D6731830A}"/>
              </a:ext>
            </a:extLst>
          </p:cNvPr>
          <p:cNvSpPr txBox="1"/>
          <p:nvPr/>
        </p:nvSpPr>
        <p:spPr>
          <a:xfrm>
            <a:off x="5220329" y="4408263"/>
            <a:ext cx="4370717" cy="1015663"/>
          </a:xfrm>
          <a:prstGeom prst="rect">
            <a:avLst/>
          </a:prstGeom>
          <a:noFill/>
        </p:spPr>
        <p:txBody>
          <a:bodyPr wrap="square" rtlCol="0">
            <a:spAutoFit/>
          </a:bodyPr>
          <a:lstStyle/>
          <a:p>
            <a:r>
              <a:rPr lang="en-CA" dirty="0"/>
              <a:t>Machine learning / artificial intelligence </a:t>
            </a:r>
            <a:r>
              <a:rPr lang="en-CA" b="1" dirty="0">
                <a:solidFill>
                  <a:schemeClr val="accent1"/>
                </a:solidFill>
              </a:rPr>
              <a:t>libraries</a:t>
            </a:r>
            <a:r>
              <a:rPr lang="en-CA" dirty="0"/>
              <a:t> used to build </a:t>
            </a:r>
            <a:r>
              <a:rPr lang="en-CA" sz="2400" b="1" dirty="0"/>
              <a:t>mathematical models</a:t>
            </a:r>
            <a:endParaRPr lang="en-CA" b="1" dirty="0"/>
          </a:p>
        </p:txBody>
      </p:sp>
      <p:sp>
        <p:nvSpPr>
          <p:cNvPr id="6" name="Rectangle 5">
            <a:extLst>
              <a:ext uri="{FF2B5EF4-FFF2-40B4-BE49-F238E27FC236}">
                <a16:creationId xmlns:a16="http://schemas.microsoft.com/office/drawing/2014/main" id="{2E167F22-2F7C-ADD4-310F-67645D188891}"/>
              </a:ext>
            </a:extLst>
          </p:cNvPr>
          <p:cNvSpPr/>
          <p:nvPr/>
        </p:nvSpPr>
        <p:spPr>
          <a:xfrm>
            <a:off x="1905000" y="3899193"/>
            <a:ext cx="8160500" cy="2033804"/>
          </a:xfrm>
          <a:prstGeom prst="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86CD37C-4230-3018-59D8-2A1F7205AEF6}"/>
              </a:ext>
            </a:extLst>
          </p:cNvPr>
          <p:cNvSpPr>
            <a:spLocks noGrp="1"/>
          </p:cNvSpPr>
          <p:nvPr>
            <p:ph type="title"/>
          </p:nvPr>
        </p:nvSpPr>
        <p:spPr/>
        <p:txBody>
          <a:bodyPr/>
          <a:lstStyle/>
          <a:p>
            <a:r>
              <a:rPr lang="en-CA" dirty="0"/>
              <a:t>Math on paper is great for learning, but we need computers to scale</a:t>
            </a:r>
          </a:p>
        </p:txBody>
      </p:sp>
      <p:sp>
        <p:nvSpPr>
          <p:cNvPr id="3" name="Text Placeholder 2">
            <a:extLst>
              <a:ext uri="{FF2B5EF4-FFF2-40B4-BE49-F238E27FC236}">
                <a16:creationId xmlns:a16="http://schemas.microsoft.com/office/drawing/2014/main" id="{3916D003-CD7B-4676-550F-D3CFDBA3A010}"/>
              </a:ext>
            </a:extLst>
          </p:cNvPr>
          <p:cNvSpPr>
            <a:spLocks noGrp="1"/>
          </p:cNvSpPr>
          <p:nvPr>
            <p:ph type="body" sz="quarter" idx="10"/>
          </p:nvPr>
        </p:nvSpPr>
        <p:spPr/>
        <p:txBody>
          <a:bodyPr/>
          <a:lstStyle/>
          <a:p>
            <a:endParaRPr lang="en-CA"/>
          </a:p>
        </p:txBody>
      </p:sp>
      <p:pic>
        <p:nvPicPr>
          <p:cNvPr id="1026" name="Picture 2" descr="Python | Rootstack">
            <a:extLst>
              <a:ext uri="{FF2B5EF4-FFF2-40B4-BE49-F238E27FC236}">
                <a16:creationId xmlns:a16="http://schemas.microsoft.com/office/drawing/2014/main" id="{CB71599C-0921-382E-4F87-7B7F59236F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909" y="1635568"/>
            <a:ext cx="3404558" cy="19150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Studio Logo Usage Guidelines - RStudio">
            <a:extLst>
              <a:ext uri="{FF2B5EF4-FFF2-40B4-BE49-F238E27FC236}">
                <a16:creationId xmlns:a16="http://schemas.microsoft.com/office/drawing/2014/main" id="{16FC57E0-AA94-BCC3-0B0D-B1059A642D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2226" y="1973614"/>
            <a:ext cx="3556958" cy="12491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8EB2094C-9820-E310-BAE1-AD9E44AA9705}"/>
              </a:ext>
            </a:extLst>
          </p:cNvPr>
          <p:cNvSpPr/>
          <p:nvPr/>
        </p:nvSpPr>
        <p:spPr>
          <a:xfrm>
            <a:off x="2088400" y="3978360"/>
            <a:ext cx="1035800" cy="640187"/>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dirty="0"/>
          </a:p>
        </p:txBody>
      </p:sp>
      <p:sp>
        <p:nvSpPr>
          <p:cNvPr id="8" name="Rectangle: Rounded Corners 7">
            <a:extLst>
              <a:ext uri="{FF2B5EF4-FFF2-40B4-BE49-F238E27FC236}">
                <a16:creationId xmlns:a16="http://schemas.microsoft.com/office/drawing/2014/main" id="{4D471D96-175F-431C-45EB-22437CDF9631}"/>
              </a:ext>
            </a:extLst>
          </p:cNvPr>
          <p:cNvSpPr/>
          <p:nvPr/>
        </p:nvSpPr>
        <p:spPr>
          <a:xfrm>
            <a:off x="3124200" y="4275396"/>
            <a:ext cx="904875" cy="438402"/>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46BF1820-A973-E49A-75D4-6AA337FBB798}"/>
              </a:ext>
            </a:extLst>
          </p:cNvPr>
          <p:cNvSpPr/>
          <p:nvPr/>
        </p:nvSpPr>
        <p:spPr>
          <a:xfrm>
            <a:off x="3181349" y="4958662"/>
            <a:ext cx="1238251" cy="232663"/>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A3494D53-C8B4-D844-4F48-CEF24DDAE4B8}"/>
              </a:ext>
            </a:extLst>
          </p:cNvPr>
          <p:cNvSpPr/>
          <p:nvPr/>
        </p:nvSpPr>
        <p:spPr>
          <a:xfrm>
            <a:off x="3507625" y="4672731"/>
            <a:ext cx="1064376" cy="232663"/>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369ABCA2-CC68-15E6-E8BF-8255431AA5AD}"/>
              </a:ext>
            </a:extLst>
          </p:cNvPr>
          <p:cNvSpPr/>
          <p:nvPr/>
        </p:nvSpPr>
        <p:spPr>
          <a:xfrm>
            <a:off x="2942099" y="5307594"/>
            <a:ext cx="782176" cy="232663"/>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Rounded Corners 15">
            <a:extLst>
              <a:ext uri="{FF2B5EF4-FFF2-40B4-BE49-F238E27FC236}">
                <a16:creationId xmlns:a16="http://schemas.microsoft.com/office/drawing/2014/main" id="{E1AF973F-D3AF-3C9E-564C-C66F30C89714}"/>
              </a:ext>
            </a:extLst>
          </p:cNvPr>
          <p:cNvSpPr/>
          <p:nvPr/>
        </p:nvSpPr>
        <p:spPr>
          <a:xfrm>
            <a:off x="2228916" y="5277262"/>
            <a:ext cx="782176" cy="460256"/>
          </a:xfrm>
          <a:prstGeom prst="roundRect">
            <a:avLst/>
          </a:prstGeom>
          <a:noFill/>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59F2A0C4-076E-B6E6-C642-31BFCC78A48A}"/>
              </a:ext>
            </a:extLst>
          </p:cNvPr>
          <p:cNvSpPr txBox="1"/>
          <p:nvPr/>
        </p:nvSpPr>
        <p:spPr>
          <a:xfrm>
            <a:off x="860036" y="4086918"/>
            <a:ext cx="745076" cy="369332"/>
          </a:xfrm>
          <a:prstGeom prst="rect">
            <a:avLst/>
          </a:prstGeom>
          <a:noFill/>
        </p:spPr>
        <p:txBody>
          <a:bodyPr wrap="none" rtlCol="0">
            <a:spAutoFit/>
          </a:bodyPr>
          <a:lstStyle/>
          <a:p>
            <a:r>
              <a:rPr lang="en-CA" dirty="0"/>
              <a:t>Day 1</a:t>
            </a:r>
          </a:p>
        </p:txBody>
      </p:sp>
      <p:sp>
        <p:nvSpPr>
          <p:cNvPr id="11" name="TextBox 10">
            <a:extLst>
              <a:ext uri="{FF2B5EF4-FFF2-40B4-BE49-F238E27FC236}">
                <a16:creationId xmlns:a16="http://schemas.microsoft.com/office/drawing/2014/main" id="{F374FDD8-2794-28E5-3407-F58EB8076D1B}"/>
              </a:ext>
            </a:extLst>
          </p:cNvPr>
          <p:cNvSpPr txBox="1"/>
          <p:nvPr/>
        </p:nvSpPr>
        <p:spPr>
          <a:xfrm>
            <a:off x="868870" y="4496648"/>
            <a:ext cx="745076" cy="369332"/>
          </a:xfrm>
          <a:prstGeom prst="rect">
            <a:avLst/>
          </a:prstGeom>
          <a:noFill/>
        </p:spPr>
        <p:txBody>
          <a:bodyPr wrap="none" rtlCol="0">
            <a:spAutoFit/>
          </a:bodyPr>
          <a:lstStyle/>
          <a:p>
            <a:r>
              <a:rPr lang="en-CA" dirty="0"/>
              <a:t>Day 2</a:t>
            </a:r>
          </a:p>
        </p:txBody>
      </p:sp>
      <p:sp>
        <p:nvSpPr>
          <p:cNvPr id="12" name="TextBox 11">
            <a:extLst>
              <a:ext uri="{FF2B5EF4-FFF2-40B4-BE49-F238E27FC236}">
                <a16:creationId xmlns:a16="http://schemas.microsoft.com/office/drawing/2014/main" id="{E6EDAD99-43A7-99A3-8806-2F14CFC80985}"/>
              </a:ext>
            </a:extLst>
          </p:cNvPr>
          <p:cNvSpPr txBox="1"/>
          <p:nvPr/>
        </p:nvSpPr>
        <p:spPr>
          <a:xfrm>
            <a:off x="860036" y="4899754"/>
            <a:ext cx="745076" cy="369332"/>
          </a:xfrm>
          <a:prstGeom prst="rect">
            <a:avLst/>
          </a:prstGeom>
          <a:noFill/>
        </p:spPr>
        <p:txBody>
          <a:bodyPr wrap="none" rtlCol="0">
            <a:spAutoFit/>
          </a:bodyPr>
          <a:lstStyle/>
          <a:p>
            <a:r>
              <a:rPr lang="en-CA" dirty="0"/>
              <a:t>Day 3</a:t>
            </a:r>
          </a:p>
        </p:txBody>
      </p:sp>
      <p:sp>
        <p:nvSpPr>
          <p:cNvPr id="13" name="TextBox 12">
            <a:extLst>
              <a:ext uri="{FF2B5EF4-FFF2-40B4-BE49-F238E27FC236}">
                <a16:creationId xmlns:a16="http://schemas.microsoft.com/office/drawing/2014/main" id="{82DC2C7C-4B49-8F8B-C287-0BE898C09F3B}"/>
              </a:ext>
            </a:extLst>
          </p:cNvPr>
          <p:cNvSpPr txBox="1"/>
          <p:nvPr/>
        </p:nvSpPr>
        <p:spPr>
          <a:xfrm>
            <a:off x="868870" y="5293399"/>
            <a:ext cx="745076" cy="369332"/>
          </a:xfrm>
          <a:prstGeom prst="rect">
            <a:avLst/>
          </a:prstGeom>
          <a:noFill/>
        </p:spPr>
        <p:txBody>
          <a:bodyPr wrap="none" rtlCol="0">
            <a:spAutoFit/>
          </a:bodyPr>
          <a:lstStyle/>
          <a:p>
            <a:r>
              <a:rPr lang="en-CA" dirty="0"/>
              <a:t>Day 4</a:t>
            </a:r>
          </a:p>
        </p:txBody>
      </p:sp>
      <p:sp>
        <p:nvSpPr>
          <p:cNvPr id="18" name="Rectangle 17">
            <a:extLst>
              <a:ext uri="{FF2B5EF4-FFF2-40B4-BE49-F238E27FC236}">
                <a16:creationId xmlns:a16="http://schemas.microsoft.com/office/drawing/2014/main" id="{493D4C0C-69E3-99BF-4220-43636A07C30F}"/>
              </a:ext>
            </a:extLst>
          </p:cNvPr>
          <p:cNvSpPr/>
          <p:nvPr/>
        </p:nvSpPr>
        <p:spPr>
          <a:xfrm>
            <a:off x="2228916" y="1291472"/>
            <a:ext cx="2343085" cy="2445438"/>
          </a:xfrm>
          <a:prstGeom prst="rect">
            <a:avLst/>
          </a:prstGeom>
          <a:noFill/>
          <a:ln w="57150">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9560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4" grpId="0" animBg="1"/>
      <p:bldP spid="8" grpId="0" animBg="1"/>
      <p:bldP spid="9" grpId="0" animBg="1"/>
      <p:bldP spid="14" grpId="0" animBg="1"/>
      <p:bldP spid="15" grpId="0" animBg="1"/>
      <p:bldP spid="16" grpId="0" animBg="1"/>
      <p:bldP spid="10" grpId="0"/>
      <p:bldP spid="11" grpId="0"/>
      <p:bldP spid="12" grpId="0"/>
      <p:bldP spid="13" grpId="0"/>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7F693-A215-46C6-832B-653BD4E6AD54}"/>
              </a:ext>
            </a:extLst>
          </p:cNvPr>
          <p:cNvSpPr>
            <a:spLocks noGrp="1"/>
          </p:cNvSpPr>
          <p:nvPr>
            <p:ph type="title"/>
          </p:nvPr>
        </p:nvSpPr>
        <p:spPr/>
        <p:txBody>
          <a:bodyPr/>
          <a:lstStyle/>
          <a:p>
            <a:r>
              <a:rPr lang="en-US" dirty="0"/>
              <a:t>Here are the example calculations inside an AI model:</a:t>
            </a:r>
          </a:p>
        </p:txBody>
      </p:sp>
      <p:sp>
        <p:nvSpPr>
          <p:cNvPr id="3" name="Text Placeholder 2">
            <a:extLst>
              <a:ext uri="{FF2B5EF4-FFF2-40B4-BE49-F238E27FC236}">
                <a16:creationId xmlns:a16="http://schemas.microsoft.com/office/drawing/2014/main" id="{7133EF0D-690B-804D-40DD-C9D500DD6E19}"/>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B3E00A96-5169-4841-7724-7159A3297CF9}"/>
              </a:ext>
            </a:extLst>
          </p:cNvPr>
          <p:cNvSpPr txBox="1"/>
          <p:nvPr/>
        </p:nvSpPr>
        <p:spPr>
          <a:xfrm>
            <a:off x="1347387" y="1772138"/>
            <a:ext cx="2728632" cy="3108543"/>
          </a:xfrm>
          <a:prstGeom prst="rect">
            <a:avLst/>
          </a:prstGeom>
          <a:noFill/>
        </p:spPr>
        <p:txBody>
          <a:bodyPr wrap="none" rtlCol="0">
            <a:spAutoFit/>
          </a:bodyPr>
          <a:lstStyle/>
          <a:p>
            <a:r>
              <a:rPr lang="en-US" sz="8000" dirty="0"/>
              <a:t>&gt;95%</a:t>
            </a:r>
          </a:p>
          <a:p>
            <a:endParaRPr lang="en-US" dirty="0"/>
          </a:p>
          <a:p>
            <a:r>
              <a:rPr lang="en-US" dirty="0"/>
              <a:t>of calculations in AI are</a:t>
            </a:r>
          </a:p>
          <a:p>
            <a:endParaRPr lang="en-US" dirty="0"/>
          </a:p>
          <a:p>
            <a:r>
              <a:rPr lang="en-US" sz="4400" dirty="0"/>
              <a:t>y = mx + b</a:t>
            </a:r>
          </a:p>
          <a:p>
            <a:endParaRPr lang="en-US" dirty="0"/>
          </a:p>
        </p:txBody>
      </p:sp>
      <p:pic>
        <p:nvPicPr>
          <p:cNvPr id="4" name="Picture 3">
            <a:extLst>
              <a:ext uri="{FF2B5EF4-FFF2-40B4-BE49-F238E27FC236}">
                <a16:creationId xmlns:a16="http://schemas.microsoft.com/office/drawing/2014/main" id="{4FCAFFA4-AB17-8337-6BCD-1A2AF7DF8E53}"/>
              </a:ext>
            </a:extLst>
          </p:cNvPr>
          <p:cNvPicPr>
            <a:picLocks noChangeAspect="1"/>
          </p:cNvPicPr>
          <p:nvPr/>
        </p:nvPicPr>
        <p:blipFill>
          <a:blip r:embed="rId2"/>
          <a:stretch>
            <a:fillRect/>
          </a:stretch>
        </p:blipFill>
        <p:spPr>
          <a:xfrm>
            <a:off x="5717334" y="1523162"/>
            <a:ext cx="3590620" cy="3963865"/>
          </a:xfrm>
          <a:prstGeom prst="rect">
            <a:avLst/>
          </a:prstGeom>
        </p:spPr>
      </p:pic>
      <p:pic>
        <p:nvPicPr>
          <p:cNvPr id="11" name="Picture 10" descr="A graph of a graph with a red arrow&#10;&#10;AI-generated content may be incorrect.">
            <a:extLst>
              <a:ext uri="{FF2B5EF4-FFF2-40B4-BE49-F238E27FC236}">
                <a16:creationId xmlns:a16="http://schemas.microsoft.com/office/drawing/2014/main" id="{3FA563ED-0EE9-9060-E419-FFC387906B59}"/>
              </a:ext>
            </a:extLst>
          </p:cNvPr>
          <p:cNvPicPr>
            <a:picLocks noChangeAspect="1"/>
          </p:cNvPicPr>
          <p:nvPr/>
        </p:nvPicPr>
        <p:blipFill>
          <a:blip r:embed="rId3"/>
          <a:srcRect l="52741" t="20847" r="2714" b="21367"/>
          <a:stretch>
            <a:fillRect/>
          </a:stretch>
        </p:blipFill>
        <p:spPr>
          <a:xfrm>
            <a:off x="7704861" y="2582722"/>
            <a:ext cx="2973518" cy="2571573"/>
          </a:xfrm>
          <a:prstGeom prst="rect">
            <a:avLst/>
          </a:prstGeom>
        </p:spPr>
      </p:pic>
      <p:sp>
        <p:nvSpPr>
          <p:cNvPr id="6" name="TextBox 5">
            <a:extLst>
              <a:ext uri="{FF2B5EF4-FFF2-40B4-BE49-F238E27FC236}">
                <a16:creationId xmlns:a16="http://schemas.microsoft.com/office/drawing/2014/main" id="{993F498A-55C7-D7AB-3DB4-C8A1F7B808F7}"/>
              </a:ext>
            </a:extLst>
          </p:cNvPr>
          <p:cNvSpPr txBox="1"/>
          <p:nvPr/>
        </p:nvSpPr>
        <p:spPr>
          <a:xfrm rot="16200000">
            <a:off x="4879220" y="4648913"/>
            <a:ext cx="1306896" cy="369332"/>
          </a:xfrm>
          <a:prstGeom prst="rect">
            <a:avLst/>
          </a:prstGeom>
          <a:noFill/>
        </p:spPr>
        <p:txBody>
          <a:bodyPr wrap="none" rtlCol="0">
            <a:spAutoFit/>
          </a:bodyPr>
          <a:lstStyle/>
          <a:p>
            <a:r>
              <a:rPr lang="en-US" dirty="0"/>
              <a:t>Edge Score</a:t>
            </a:r>
          </a:p>
        </p:txBody>
      </p:sp>
      <p:sp>
        <p:nvSpPr>
          <p:cNvPr id="7" name="TextBox 6">
            <a:extLst>
              <a:ext uri="{FF2B5EF4-FFF2-40B4-BE49-F238E27FC236}">
                <a16:creationId xmlns:a16="http://schemas.microsoft.com/office/drawing/2014/main" id="{6E84E5C7-3F2C-1810-3013-3FFD2D8D1D3A}"/>
              </a:ext>
            </a:extLst>
          </p:cNvPr>
          <p:cNvSpPr txBox="1"/>
          <p:nvPr/>
        </p:nvSpPr>
        <p:spPr>
          <a:xfrm>
            <a:off x="5717334" y="5561230"/>
            <a:ext cx="762901" cy="369332"/>
          </a:xfrm>
          <a:prstGeom prst="rect">
            <a:avLst/>
          </a:prstGeom>
          <a:noFill/>
        </p:spPr>
        <p:txBody>
          <a:bodyPr wrap="none" rtlCol="0">
            <a:spAutoFit/>
          </a:bodyPr>
          <a:lstStyle/>
          <a:p>
            <a:r>
              <a:rPr lang="en-US" dirty="0"/>
              <a:t>Pixels</a:t>
            </a:r>
          </a:p>
        </p:txBody>
      </p:sp>
      <p:cxnSp>
        <p:nvCxnSpPr>
          <p:cNvPr id="9" name="Straight Connector 8">
            <a:extLst>
              <a:ext uri="{FF2B5EF4-FFF2-40B4-BE49-F238E27FC236}">
                <a16:creationId xmlns:a16="http://schemas.microsoft.com/office/drawing/2014/main" id="{A4DC8736-2307-7DD6-6B92-7CD592FA0E5E}"/>
              </a:ext>
            </a:extLst>
          </p:cNvPr>
          <p:cNvCxnSpPr>
            <a:stCxn id="6" idx="3"/>
          </p:cNvCxnSpPr>
          <p:nvPr/>
        </p:nvCxnSpPr>
        <p:spPr>
          <a:xfrm flipV="1">
            <a:off x="5532668" y="1641376"/>
            <a:ext cx="0" cy="25387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4577EA4-20FB-91F1-79C9-B8B84800B726}"/>
              </a:ext>
            </a:extLst>
          </p:cNvPr>
          <p:cNvCxnSpPr>
            <a:stCxn id="7" idx="3"/>
          </p:cNvCxnSpPr>
          <p:nvPr/>
        </p:nvCxnSpPr>
        <p:spPr>
          <a:xfrm>
            <a:off x="6480235" y="5745896"/>
            <a:ext cx="2711385"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41698B3-F9A9-0B19-1581-62164C156464}"/>
              </a:ext>
            </a:extLst>
          </p:cNvPr>
          <p:cNvSpPr txBox="1"/>
          <p:nvPr/>
        </p:nvSpPr>
        <p:spPr>
          <a:xfrm>
            <a:off x="5717334" y="1109722"/>
            <a:ext cx="3256084" cy="400110"/>
          </a:xfrm>
          <a:prstGeom prst="rect">
            <a:avLst/>
          </a:prstGeom>
          <a:noFill/>
        </p:spPr>
        <p:txBody>
          <a:bodyPr wrap="none" rtlCol="0">
            <a:spAutoFit/>
          </a:bodyPr>
          <a:lstStyle/>
          <a:p>
            <a:pPr algn="ctr"/>
            <a:r>
              <a:rPr lang="en-US" sz="2000" dirty="0"/>
              <a:t>Image Recognition Example</a:t>
            </a:r>
          </a:p>
        </p:txBody>
      </p:sp>
    </p:spTree>
    <p:extLst>
      <p:ext uri="{BB962C8B-B14F-4D97-AF65-F5344CB8AC3E}">
        <p14:creationId xmlns:p14="http://schemas.microsoft.com/office/powerpoint/2010/main" val="156486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83A8A-2902-4B1A-AB7A-C9C2C3FD2253}"/>
              </a:ext>
            </a:extLst>
          </p:cNvPr>
          <p:cNvSpPr>
            <a:spLocks noGrp="1"/>
          </p:cNvSpPr>
          <p:nvPr>
            <p:ph type="title"/>
          </p:nvPr>
        </p:nvSpPr>
        <p:spPr/>
        <p:txBody>
          <a:bodyPr/>
          <a:lstStyle/>
          <a:p>
            <a:r>
              <a:rPr lang="en-US" dirty="0"/>
              <a:t>Images are processed by AI starting with the individual pixels, then lines, then shapes, then more and more complex patterns</a:t>
            </a:r>
          </a:p>
        </p:txBody>
      </p:sp>
      <p:sp>
        <p:nvSpPr>
          <p:cNvPr id="3" name="Text Placeholder 2">
            <a:extLst>
              <a:ext uri="{FF2B5EF4-FFF2-40B4-BE49-F238E27FC236}">
                <a16:creationId xmlns:a16="http://schemas.microsoft.com/office/drawing/2014/main" id="{25082A9E-8C29-C838-D347-547C60A98B79}"/>
              </a:ext>
            </a:extLst>
          </p:cNvPr>
          <p:cNvSpPr>
            <a:spLocks noGrp="1"/>
          </p:cNvSpPr>
          <p:nvPr>
            <p:ph type="body" sz="quarter" idx="10"/>
          </p:nvPr>
        </p:nvSpPr>
        <p:spPr/>
        <p:txBody>
          <a:bodyPr/>
          <a:lstStyle/>
          <a:p>
            <a:endParaRPr lang="en-US"/>
          </a:p>
        </p:txBody>
      </p:sp>
      <p:pic>
        <p:nvPicPr>
          <p:cNvPr id="5" name="Content Placeholder 4" descr="A cartoon of a person with a face expression&#10;&#10;AI-generated content may be incorrect.">
            <a:extLst>
              <a:ext uri="{FF2B5EF4-FFF2-40B4-BE49-F238E27FC236}">
                <a16:creationId xmlns:a16="http://schemas.microsoft.com/office/drawing/2014/main" id="{4A95FCDB-CB9C-5538-8A8C-8A3AC1A04470}"/>
              </a:ext>
            </a:extLst>
          </p:cNvPr>
          <p:cNvPicPr>
            <a:picLocks noGrp="1" noChangeAspect="1"/>
          </p:cNvPicPr>
          <p:nvPr>
            <p:ph idx="13"/>
          </p:nvPr>
        </p:nvPicPr>
        <p:blipFill>
          <a:blip r:embed="rId2"/>
          <a:srcRect t="29412" b="30882"/>
          <a:stretch>
            <a:fillRect/>
          </a:stretch>
        </p:blipFill>
        <p:spPr>
          <a:xfrm>
            <a:off x="0" y="1933691"/>
            <a:ext cx="11986487" cy="3172903"/>
          </a:xfrm>
          <a:prstGeom prst="rect">
            <a:avLst/>
          </a:prstGeom>
        </p:spPr>
      </p:pic>
    </p:spTree>
    <p:extLst>
      <p:ext uri="{BB962C8B-B14F-4D97-AF65-F5344CB8AC3E}">
        <p14:creationId xmlns:p14="http://schemas.microsoft.com/office/powerpoint/2010/main" val="7649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BDFF-91EB-B96F-908F-6DFBFE739ADE}"/>
              </a:ext>
            </a:extLst>
          </p:cNvPr>
          <p:cNvSpPr>
            <a:spLocks noGrp="1"/>
          </p:cNvSpPr>
          <p:nvPr>
            <p:ph type="title"/>
          </p:nvPr>
        </p:nvSpPr>
        <p:spPr/>
        <p:txBody>
          <a:bodyPr/>
          <a:lstStyle/>
          <a:p>
            <a:r>
              <a:rPr lang="en-CA" dirty="0"/>
              <a:t>Why do we need to scale? Images</a:t>
            </a:r>
          </a:p>
        </p:txBody>
      </p:sp>
      <p:pic>
        <p:nvPicPr>
          <p:cNvPr id="6" name="Content Placeholder 5">
            <a:extLst>
              <a:ext uri="{FF2B5EF4-FFF2-40B4-BE49-F238E27FC236}">
                <a16:creationId xmlns:a16="http://schemas.microsoft.com/office/drawing/2014/main" id="{7AD0166C-12F3-0BC1-613B-53DB2927BF99}"/>
              </a:ext>
            </a:extLst>
          </p:cNvPr>
          <p:cNvPicPr>
            <a:picLocks noGrp="1" noChangeAspect="1"/>
          </p:cNvPicPr>
          <p:nvPr>
            <p:ph idx="13"/>
          </p:nvPr>
        </p:nvPicPr>
        <p:blipFill>
          <a:blip r:embed="rId3"/>
          <a:stretch>
            <a:fillRect/>
          </a:stretch>
        </p:blipFill>
        <p:spPr>
          <a:xfrm>
            <a:off x="1092052" y="2957385"/>
            <a:ext cx="2628900" cy="2647950"/>
          </a:xfrm>
        </p:spPr>
      </p:pic>
      <p:pic>
        <p:nvPicPr>
          <p:cNvPr id="8" name="Picture 7">
            <a:extLst>
              <a:ext uri="{FF2B5EF4-FFF2-40B4-BE49-F238E27FC236}">
                <a16:creationId xmlns:a16="http://schemas.microsoft.com/office/drawing/2014/main" id="{B02D39ED-1FDA-FD1D-71D6-9D0BC4434C70}"/>
              </a:ext>
            </a:extLst>
          </p:cNvPr>
          <p:cNvPicPr>
            <a:picLocks noChangeAspect="1"/>
          </p:cNvPicPr>
          <p:nvPr/>
        </p:nvPicPr>
        <p:blipFill>
          <a:blip r:embed="rId4"/>
          <a:stretch>
            <a:fillRect/>
          </a:stretch>
        </p:blipFill>
        <p:spPr>
          <a:xfrm>
            <a:off x="4482215" y="2957385"/>
            <a:ext cx="2638356" cy="2647950"/>
          </a:xfrm>
          <a:prstGeom prst="rect">
            <a:avLst/>
          </a:prstGeom>
        </p:spPr>
      </p:pic>
      <p:pic>
        <p:nvPicPr>
          <p:cNvPr id="13" name="Picture 12">
            <a:extLst>
              <a:ext uri="{FF2B5EF4-FFF2-40B4-BE49-F238E27FC236}">
                <a16:creationId xmlns:a16="http://schemas.microsoft.com/office/drawing/2014/main" id="{BEDF9F1F-904A-36D4-33B8-811CDE2F4ECD}"/>
              </a:ext>
            </a:extLst>
          </p:cNvPr>
          <p:cNvPicPr>
            <a:picLocks noChangeAspect="1"/>
          </p:cNvPicPr>
          <p:nvPr/>
        </p:nvPicPr>
        <p:blipFill>
          <a:blip r:embed="rId5"/>
          <a:stretch>
            <a:fillRect/>
          </a:stretch>
        </p:blipFill>
        <p:spPr>
          <a:xfrm flipH="1">
            <a:off x="7913732" y="2957386"/>
            <a:ext cx="2638356" cy="2655322"/>
          </a:xfrm>
          <a:prstGeom prst="rect">
            <a:avLst/>
          </a:prstGeom>
        </p:spPr>
      </p:pic>
      <p:sp>
        <p:nvSpPr>
          <p:cNvPr id="14" name="TextBox 13">
            <a:extLst>
              <a:ext uri="{FF2B5EF4-FFF2-40B4-BE49-F238E27FC236}">
                <a16:creationId xmlns:a16="http://schemas.microsoft.com/office/drawing/2014/main" id="{C1472CAE-2010-DD05-DFB4-5B339F975D68}"/>
              </a:ext>
            </a:extLst>
          </p:cNvPr>
          <p:cNvSpPr txBox="1"/>
          <p:nvPr/>
        </p:nvSpPr>
        <p:spPr>
          <a:xfrm>
            <a:off x="1242502" y="2286002"/>
            <a:ext cx="2143086" cy="584775"/>
          </a:xfrm>
          <a:prstGeom prst="rect">
            <a:avLst/>
          </a:prstGeom>
          <a:noFill/>
        </p:spPr>
        <p:txBody>
          <a:bodyPr wrap="none" rtlCol="0">
            <a:spAutoFit/>
          </a:bodyPr>
          <a:lstStyle/>
          <a:p>
            <a:pPr algn="ctr"/>
            <a:r>
              <a:rPr lang="en-CA" dirty="0"/>
              <a:t>Small</a:t>
            </a:r>
          </a:p>
          <a:p>
            <a:pPr algn="ctr"/>
            <a:r>
              <a:rPr lang="en-CA" sz="1400" i="1" dirty="0"/>
              <a:t>(100 million calculations)</a:t>
            </a:r>
          </a:p>
        </p:txBody>
      </p:sp>
      <p:sp>
        <p:nvSpPr>
          <p:cNvPr id="15" name="TextBox 14">
            <a:extLst>
              <a:ext uri="{FF2B5EF4-FFF2-40B4-BE49-F238E27FC236}">
                <a16:creationId xmlns:a16="http://schemas.microsoft.com/office/drawing/2014/main" id="{6922A6E4-C116-8DFD-9E79-1678BDA367A5}"/>
              </a:ext>
            </a:extLst>
          </p:cNvPr>
          <p:cNvSpPr txBox="1"/>
          <p:nvPr/>
        </p:nvSpPr>
        <p:spPr>
          <a:xfrm>
            <a:off x="4908221" y="2286002"/>
            <a:ext cx="1894622" cy="584775"/>
          </a:xfrm>
          <a:prstGeom prst="rect">
            <a:avLst/>
          </a:prstGeom>
          <a:noFill/>
        </p:spPr>
        <p:txBody>
          <a:bodyPr wrap="none" rtlCol="0">
            <a:spAutoFit/>
          </a:bodyPr>
          <a:lstStyle/>
          <a:p>
            <a:pPr algn="ctr"/>
            <a:r>
              <a:rPr lang="en-CA" dirty="0"/>
              <a:t>Medium</a:t>
            </a:r>
          </a:p>
          <a:p>
            <a:pPr algn="ctr"/>
            <a:r>
              <a:rPr lang="en-CA" sz="1400" i="1" dirty="0"/>
              <a:t>(1 billion calculations)</a:t>
            </a:r>
          </a:p>
        </p:txBody>
      </p:sp>
      <p:sp>
        <p:nvSpPr>
          <p:cNvPr id="16" name="TextBox 15">
            <a:extLst>
              <a:ext uri="{FF2B5EF4-FFF2-40B4-BE49-F238E27FC236}">
                <a16:creationId xmlns:a16="http://schemas.microsoft.com/office/drawing/2014/main" id="{0AB98065-8C89-DAEE-C91E-A93DD6D48318}"/>
              </a:ext>
            </a:extLst>
          </p:cNvPr>
          <p:cNvSpPr txBox="1"/>
          <p:nvPr/>
        </p:nvSpPr>
        <p:spPr>
          <a:xfrm>
            <a:off x="8234999" y="2286002"/>
            <a:ext cx="1992405" cy="584775"/>
          </a:xfrm>
          <a:prstGeom prst="rect">
            <a:avLst/>
          </a:prstGeom>
          <a:noFill/>
        </p:spPr>
        <p:txBody>
          <a:bodyPr wrap="none" rtlCol="0">
            <a:spAutoFit/>
          </a:bodyPr>
          <a:lstStyle/>
          <a:p>
            <a:pPr algn="ctr"/>
            <a:r>
              <a:rPr lang="en-CA" dirty="0"/>
              <a:t>Large</a:t>
            </a:r>
          </a:p>
          <a:p>
            <a:pPr algn="ctr"/>
            <a:r>
              <a:rPr lang="en-CA" sz="1400" i="1" dirty="0"/>
              <a:t>(10 billion calculations)</a:t>
            </a:r>
          </a:p>
        </p:txBody>
      </p:sp>
      <p:sp>
        <p:nvSpPr>
          <p:cNvPr id="20" name="TextBox 19">
            <a:extLst>
              <a:ext uri="{FF2B5EF4-FFF2-40B4-BE49-F238E27FC236}">
                <a16:creationId xmlns:a16="http://schemas.microsoft.com/office/drawing/2014/main" id="{FE6FF9ED-402F-3A9E-5C28-6842491B1429}"/>
              </a:ext>
            </a:extLst>
          </p:cNvPr>
          <p:cNvSpPr txBox="1"/>
          <p:nvPr/>
        </p:nvSpPr>
        <p:spPr>
          <a:xfrm>
            <a:off x="903767" y="1233377"/>
            <a:ext cx="8179868" cy="923330"/>
          </a:xfrm>
          <a:prstGeom prst="rect">
            <a:avLst/>
          </a:prstGeom>
          <a:noFill/>
        </p:spPr>
        <p:txBody>
          <a:bodyPr wrap="none" rtlCol="0">
            <a:spAutoFit/>
          </a:bodyPr>
          <a:lstStyle/>
          <a:p>
            <a:r>
              <a:rPr lang="en-US" dirty="0">
                <a:solidFill>
                  <a:schemeClr val="tx1">
                    <a:lumMod val="95000"/>
                    <a:lumOff val="5000"/>
                  </a:schemeClr>
                </a:solidFill>
              </a:rPr>
              <a:t>This is the same AI generated painting with three different model sizes.</a:t>
            </a:r>
          </a:p>
          <a:p>
            <a:r>
              <a:rPr lang="en-US" dirty="0">
                <a:solidFill>
                  <a:schemeClr val="tx1">
                    <a:lumMod val="95000"/>
                    <a:lumOff val="5000"/>
                  </a:schemeClr>
                </a:solidFill>
              </a:rPr>
              <a:t>Prompt: A painting of a fox sitting in a field at sunrise in the style of Claude Monet</a:t>
            </a:r>
          </a:p>
          <a:p>
            <a:endParaRPr lang="en-CA" dirty="0">
              <a:solidFill>
                <a:schemeClr val="tx1">
                  <a:lumMod val="95000"/>
                  <a:lumOff val="5000"/>
                </a:schemeClr>
              </a:solidFill>
            </a:endParaRPr>
          </a:p>
        </p:txBody>
      </p:sp>
    </p:spTree>
    <p:extLst>
      <p:ext uri="{BB962C8B-B14F-4D97-AF65-F5344CB8AC3E}">
        <p14:creationId xmlns:p14="http://schemas.microsoft.com/office/powerpoint/2010/main" val="187765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artoon of a child and a dog&#10;&#10;AI-generated content may be incorrect.">
            <a:extLst>
              <a:ext uri="{FF2B5EF4-FFF2-40B4-BE49-F238E27FC236}">
                <a16:creationId xmlns:a16="http://schemas.microsoft.com/office/drawing/2014/main" id="{4558C7DF-3CBB-AAA4-604C-18779C279DDE}"/>
              </a:ext>
            </a:extLst>
          </p:cNvPr>
          <p:cNvPicPr>
            <a:picLocks noChangeAspect="1"/>
          </p:cNvPicPr>
          <p:nvPr/>
        </p:nvPicPr>
        <p:blipFill>
          <a:blip r:embed="rId2"/>
          <a:srcRect l="7013" t="51214" r="69484" b="12091"/>
          <a:stretch>
            <a:fillRect/>
          </a:stretch>
        </p:blipFill>
        <p:spPr>
          <a:xfrm>
            <a:off x="1080037" y="2295331"/>
            <a:ext cx="2569846" cy="2674873"/>
          </a:xfrm>
          <a:prstGeom prst="rect">
            <a:avLst/>
          </a:prstGeom>
        </p:spPr>
      </p:pic>
      <p:sp>
        <p:nvSpPr>
          <p:cNvPr id="2" name="Title 1">
            <a:extLst>
              <a:ext uri="{FF2B5EF4-FFF2-40B4-BE49-F238E27FC236}">
                <a16:creationId xmlns:a16="http://schemas.microsoft.com/office/drawing/2014/main" id="{663986C5-FAD7-40E8-D489-BEEB4830B1F8}"/>
              </a:ext>
            </a:extLst>
          </p:cNvPr>
          <p:cNvSpPr>
            <a:spLocks noGrp="1"/>
          </p:cNvSpPr>
          <p:nvPr>
            <p:ph type="title"/>
          </p:nvPr>
        </p:nvSpPr>
        <p:spPr/>
        <p:txBody>
          <a:bodyPr/>
          <a:lstStyle/>
          <a:p>
            <a:r>
              <a:rPr lang="en-CA" dirty="0"/>
              <a:t>Our brains are like computers. </a:t>
            </a:r>
          </a:p>
        </p:txBody>
      </p:sp>
      <p:sp>
        <p:nvSpPr>
          <p:cNvPr id="7" name="TextBox 6">
            <a:extLst>
              <a:ext uri="{FF2B5EF4-FFF2-40B4-BE49-F238E27FC236}">
                <a16:creationId xmlns:a16="http://schemas.microsoft.com/office/drawing/2014/main" id="{DFB12B8B-3B15-28B6-B883-32338A612EC1}"/>
              </a:ext>
            </a:extLst>
          </p:cNvPr>
          <p:cNvSpPr txBox="1"/>
          <p:nvPr/>
        </p:nvSpPr>
        <p:spPr>
          <a:xfrm>
            <a:off x="1454227" y="1303022"/>
            <a:ext cx="1719638" cy="584775"/>
          </a:xfrm>
          <a:prstGeom prst="rect">
            <a:avLst/>
          </a:prstGeom>
          <a:noFill/>
        </p:spPr>
        <p:txBody>
          <a:bodyPr wrap="none" rtlCol="0">
            <a:spAutoFit/>
          </a:bodyPr>
          <a:lstStyle/>
          <a:p>
            <a:pPr algn="ctr"/>
            <a:r>
              <a:rPr lang="en-CA" dirty="0"/>
              <a:t>Small</a:t>
            </a:r>
          </a:p>
          <a:p>
            <a:pPr algn="ctr"/>
            <a:r>
              <a:rPr lang="en-CA" sz="1400" i="1" dirty="0"/>
              <a:t>(&lt;1 million neurons)</a:t>
            </a:r>
          </a:p>
        </p:txBody>
      </p:sp>
      <p:grpSp>
        <p:nvGrpSpPr>
          <p:cNvPr id="14" name="Group 13">
            <a:extLst>
              <a:ext uri="{FF2B5EF4-FFF2-40B4-BE49-F238E27FC236}">
                <a16:creationId xmlns:a16="http://schemas.microsoft.com/office/drawing/2014/main" id="{0BBEA80F-99FD-E74D-C001-3BDCE6FF2B95}"/>
              </a:ext>
            </a:extLst>
          </p:cNvPr>
          <p:cNvGrpSpPr/>
          <p:nvPr/>
        </p:nvGrpSpPr>
        <p:grpSpPr>
          <a:xfrm>
            <a:off x="4570611" y="1128624"/>
            <a:ext cx="2569846" cy="5181600"/>
            <a:chOff x="4570611" y="1128624"/>
            <a:chExt cx="2569846" cy="5181600"/>
          </a:xfrm>
        </p:grpSpPr>
        <p:pic>
          <p:nvPicPr>
            <p:cNvPr id="12" name="Picture 11" descr="A cartoon of a child and a dog&#10;&#10;AI-generated content may be incorrect.">
              <a:extLst>
                <a:ext uri="{FF2B5EF4-FFF2-40B4-BE49-F238E27FC236}">
                  <a16:creationId xmlns:a16="http://schemas.microsoft.com/office/drawing/2014/main" id="{6C28E47B-6BA0-995C-AACA-7DE76202B81F}"/>
                </a:ext>
              </a:extLst>
            </p:cNvPr>
            <p:cNvPicPr>
              <a:picLocks noChangeAspect="1"/>
            </p:cNvPicPr>
            <p:nvPr/>
          </p:nvPicPr>
          <p:blipFill>
            <a:blip r:embed="rId2"/>
            <a:srcRect l="33260" r="33676"/>
            <a:stretch>
              <a:fillRect/>
            </a:stretch>
          </p:blipFill>
          <p:spPr>
            <a:xfrm>
              <a:off x="4570611" y="1128624"/>
              <a:ext cx="2569846" cy="5181600"/>
            </a:xfrm>
            <a:prstGeom prst="rect">
              <a:avLst/>
            </a:prstGeom>
          </p:spPr>
        </p:pic>
        <p:sp>
          <p:nvSpPr>
            <p:cNvPr id="8" name="TextBox 7">
              <a:extLst>
                <a:ext uri="{FF2B5EF4-FFF2-40B4-BE49-F238E27FC236}">
                  <a16:creationId xmlns:a16="http://schemas.microsoft.com/office/drawing/2014/main" id="{4882A0F1-4C30-92B3-1733-792523B04B65}"/>
                </a:ext>
              </a:extLst>
            </p:cNvPr>
            <p:cNvSpPr txBox="1"/>
            <p:nvPr/>
          </p:nvSpPr>
          <p:spPr>
            <a:xfrm>
              <a:off x="5067049" y="1303022"/>
              <a:ext cx="1576971" cy="584775"/>
            </a:xfrm>
            <a:prstGeom prst="rect">
              <a:avLst/>
            </a:prstGeom>
            <a:noFill/>
          </p:spPr>
          <p:txBody>
            <a:bodyPr wrap="none" rtlCol="0">
              <a:spAutoFit/>
            </a:bodyPr>
            <a:lstStyle/>
            <a:p>
              <a:pPr algn="ctr"/>
              <a:r>
                <a:rPr lang="en-CA" dirty="0"/>
                <a:t>Medium</a:t>
              </a:r>
            </a:p>
            <a:p>
              <a:pPr algn="ctr"/>
              <a:r>
                <a:rPr lang="en-CA" sz="1400" i="1" dirty="0"/>
                <a:t>(2 billion neurons)</a:t>
              </a:r>
            </a:p>
          </p:txBody>
        </p:sp>
      </p:grpSp>
      <p:grpSp>
        <p:nvGrpSpPr>
          <p:cNvPr id="15" name="Group 14">
            <a:extLst>
              <a:ext uri="{FF2B5EF4-FFF2-40B4-BE49-F238E27FC236}">
                <a16:creationId xmlns:a16="http://schemas.microsoft.com/office/drawing/2014/main" id="{1EAED3F7-19F4-A1CD-33EE-C85759603932}"/>
              </a:ext>
            </a:extLst>
          </p:cNvPr>
          <p:cNvGrpSpPr/>
          <p:nvPr/>
        </p:nvGrpSpPr>
        <p:grpSpPr>
          <a:xfrm>
            <a:off x="7975850" y="984061"/>
            <a:ext cx="2569846" cy="5181600"/>
            <a:chOff x="7975850" y="984061"/>
            <a:chExt cx="2569846" cy="5181600"/>
          </a:xfrm>
        </p:grpSpPr>
        <p:pic>
          <p:nvPicPr>
            <p:cNvPr id="13" name="Picture 12" descr="A cartoon of a child and a dog&#10;&#10;AI-generated content may be incorrect.">
              <a:extLst>
                <a:ext uri="{FF2B5EF4-FFF2-40B4-BE49-F238E27FC236}">
                  <a16:creationId xmlns:a16="http://schemas.microsoft.com/office/drawing/2014/main" id="{D41F22C6-2DB3-B6BC-09A0-94B28EC1DC2A}"/>
                </a:ext>
              </a:extLst>
            </p:cNvPr>
            <p:cNvPicPr>
              <a:picLocks noChangeAspect="1"/>
            </p:cNvPicPr>
            <p:nvPr/>
          </p:nvPicPr>
          <p:blipFill>
            <a:blip r:embed="rId2"/>
            <a:srcRect l="66936"/>
            <a:stretch>
              <a:fillRect/>
            </a:stretch>
          </p:blipFill>
          <p:spPr>
            <a:xfrm>
              <a:off x="7975850" y="984061"/>
              <a:ext cx="2569846" cy="5181600"/>
            </a:xfrm>
            <a:prstGeom prst="rect">
              <a:avLst/>
            </a:prstGeom>
          </p:spPr>
        </p:pic>
        <p:sp>
          <p:nvSpPr>
            <p:cNvPr id="9" name="TextBox 8">
              <a:extLst>
                <a:ext uri="{FF2B5EF4-FFF2-40B4-BE49-F238E27FC236}">
                  <a16:creationId xmlns:a16="http://schemas.microsoft.com/office/drawing/2014/main" id="{CD7CB41E-A7C9-55DC-70D4-4C9717CA68C3}"/>
                </a:ext>
              </a:extLst>
            </p:cNvPr>
            <p:cNvSpPr txBox="1"/>
            <p:nvPr/>
          </p:nvSpPr>
          <p:spPr>
            <a:xfrm>
              <a:off x="8393825" y="1303022"/>
              <a:ext cx="1674754" cy="584775"/>
            </a:xfrm>
            <a:prstGeom prst="rect">
              <a:avLst/>
            </a:prstGeom>
            <a:noFill/>
          </p:spPr>
          <p:txBody>
            <a:bodyPr wrap="none" rtlCol="0">
              <a:spAutoFit/>
            </a:bodyPr>
            <a:lstStyle/>
            <a:p>
              <a:pPr algn="ctr"/>
              <a:r>
                <a:rPr lang="en-CA" dirty="0"/>
                <a:t>Large</a:t>
              </a:r>
            </a:p>
            <a:p>
              <a:pPr algn="ctr"/>
              <a:r>
                <a:rPr lang="en-CA" sz="1400" i="1" dirty="0"/>
                <a:t>(86 billion neurons)</a:t>
              </a:r>
            </a:p>
          </p:txBody>
        </p:sp>
      </p:grpSp>
    </p:spTree>
    <p:extLst>
      <p:ext uri="{BB962C8B-B14F-4D97-AF65-F5344CB8AC3E}">
        <p14:creationId xmlns:p14="http://schemas.microsoft.com/office/powerpoint/2010/main" val="393907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68D6-0D18-24CE-4DEC-2F25A66C51E7}"/>
              </a:ext>
            </a:extLst>
          </p:cNvPr>
          <p:cNvSpPr>
            <a:spLocks noGrp="1"/>
          </p:cNvSpPr>
          <p:nvPr>
            <p:ph type="title"/>
          </p:nvPr>
        </p:nvSpPr>
        <p:spPr/>
        <p:txBody>
          <a:bodyPr/>
          <a:lstStyle/>
          <a:p>
            <a:r>
              <a:rPr lang="en-CA" dirty="0"/>
              <a:t>What is a model?</a:t>
            </a:r>
          </a:p>
        </p:txBody>
      </p:sp>
      <p:sp>
        <p:nvSpPr>
          <p:cNvPr id="3" name="Text Placeholder 2">
            <a:extLst>
              <a:ext uri="{FF2B5EF4-FFF2-40B4-BE49-F238E27FC236}">
                <a16:creationId xmlns:a16="http://schemas.microsoft.com/office/drawing/2014/main" id="{7A5F5409-734B-2D7A-4C7B-5B29C7311B41}"/>
              </a:ext>
            </a:extLst>
          </p:cNvPr>
          <p:cNvSpPr>
            <a:spLocks noGrp="1"/>
          </p:cNvSpPr>
          <p:nvPr>
            <p:ph type="body" sz="quarter" idx="10"/>
          </p:nvPr>
        </p:nvSpPr>
        <p:spPr/>
        <p:txBody>
          <a:bodyPr/>
          <a:lstStyle/>
          <a:p>
            <a:endParaRPr lang="en-CA"/>
          </a:p>
        </p:txBody>
      </p:sp>
      <p:sp>
        <p:nvSpPr>
          <p:cNvPr id="5" name="Oval 4">
            <a:extLst>
              <a:ext uri="{FF2B5EF4-FFF2-40B4-BE49-F238E27FC236}">
                <a16:creationId xmlns:a16="http://schemas.microsoft.com/office/drawing/2014/main" id="{4008CBDE-1DAF-FCA5-B51E-121E27035236}"/>
              </a:ext>
            </a:extLst>
          </p:cNvPr>
          <p:cNvSpPr/>
          <p:nvPr/>
        </p:nvSpPr>
        <p:spPr>
          <a:xfrm>
            <a:off x="1361411" y="1047943"/>
            <a:ext cx="3187103" cy="1677423"/>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000" b="1" dirty="0"/>
              <a:t>Inputs</a:t>
            </a:r>
          </a:p>
          <a:p>
            <a:pPr algn="ctr"/>
            <a:r>
              <a:rPr lang="en-CA" sz="2000" dirty="0"/>
              <a:t>Example: pixels</a:t>
            </a:r>
          </a:p>
        </p:txBody>
      </p:sp>
      <p:sp>
        <p:nvSpPr>
          <p:cNvPr id="6" name="Oval 5">
            <a:extLst>
              <a:ext uri="{FF2B5EF4-FFF2-40B4-BE49-F238E27FC236}">
                <a16:creationId xmlns:a16="http://schemas.microsoft.com/office/drawing/2014/main" id="{5D308D92-E627-EF42-7D2A-DE7EADA144F4}"/>
              </a:ext>
            </a:extLst>
          </p:cNvPr>
          <p:cNvSpPr/>
          <p:nvPr/>
        </p:nvSpPr>
        <p:spPr>
          <a:xfrm>
            <a:off x="7642822" y="1056346"/>
            <a:ext cx="3187103" cy="167742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CA" sz="2000" b="1" dirty="0"/>
              <a:t>Output</a:t>
            </a:r>
          </a:p>
          <a:p>
            <a:pPr algn="ctr"/>
            <a:r>
              <a:rPr lang="en-CA" sz="2000" dirty="0"/>
              <a:t>Example: animal</a:t>
            </a:r>
          </a:p>
        </p:txBody>
      </p:sp>
      <p:pic>
        <p:nvPicPr>
          <p:cNvPr id="8" name="Picture 7">
            <a:extLst>
              <a:ext uri="{FF2B5EF4-FFF2-40B4-BE49-F238E27FC236}">
                <a16:creationId xmlns:a16="http://schemas.microsoft.com/office/drawing/2014/main" id="{928BBCC8-255B-F467-DCA4-9306F71BA67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709449" y="3171747"/>
            <a:ext cx="1023769" cy="863178"/>
          </a:xfrm>
          <a:prstGeom prst="rect">
            <a:avLst/>
          </a:prstGeom>
        </p:spPr>
      </p:pic>
      <p:pic>
        <p:nvPicPr>
          <p:cNvPr id="10" name="Picture 9">
            <a:extLst>
              <a:ext uri="{FF2B5EF4-FFF2-40B4-BE49-F238E27FC236}">
                <a16:creationId xmlns:a16="http://schemas.microsoft.com/office/drawing/2014/main" id="{7AA8C559-5B89-F79F-A525-3DAF5B9503A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Effect>
                      <a14:saturation sat="0"/>
                    </a14:imgEffect>
                  </a14:imgLayer>
                </a14:imgProps>
              </a:ext>
            </a:extLst>
          </a:blip>
          <a:stretch>
            <a:fillRect/>
          </a:stretch>
        </p:blipFill>
        <p:spPr>
          <a:xfrm>
            <a:off x="2768897" y="4058150"/>
            <a:ext cx="904875" cy="1000125"/>
          </a:xfrm>
          <a:prstGeom prst="rect">
            <a:avLst/>
          </a:prstGeom>
        </p:spPr>
      </p:pic>
      <p:graphicFrame>
        <p:nvGraphicFramePr>
          <p:cNvPr id="12" name="Table 12">
            <a:extLst>
              <a:ext uri="{FF2B5EF4-FFF2-40B4-BE49-F238E27FC236}">
                <a16:creationId xmlns:a16="http://schemas.microsoft.com/office/drawing/2014/main" id="{F5965B33-2C1F-FFD3-D774-FBB5A52DD768}"/>
              </a:ext>
            </a:extLst>
          </p:cNvPr>
          <p:cNvGraphicFramePr>
            <a:graphicFrameLocks noGrp="1"/>
          </p:cNvGraphicFramePr>
          <p:nvPr>
            <p:extLst>
              <p:ext uri="{D42A27DB-BD31-4B8C-83A1-F6EECF244321}">
                <p14:modId xmlns:p14="http://schemas.microsoft.com/office/powerpoint/2010/main" val="1560761170"/>
              </p:ext>
            </p:extLst>
          </p:nvPr>
        </p:nvGraphicFramePr>
        <p:xfrm>
          <a:off x="8340132" y="3039657"/>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Dog</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13" name="Arrow: Right 12">
            <a:extLst>
              <a:ext uri="{FF2B5EF4-FFF2-40B4-BE49-F238E27FC236}">
                <a16:creationId xmlns:a16="http://schemas.microsoft.com/office/drawing/2014/main" id="{1209212E-42FC-59F9-E4F5-DA18C62B21D6}"/>
              </a:ext>
            </a:extLst>
          </p:cNvPr>
          <p:cNvSpPr/>
          <p:nvPr/>
        </p:nvSpPr>
        <p:spPr>
          <a:xfrm>
            <a:off x="4060286" y="333427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Arrow: Right 13">
            <a:extLst>
              <a:ext uri="{FF2B5EF4-FFF2-40B4-BE49-F238E27FC236}">
                <a16:creationId xmlns:a16="http://schemas.microsoft.com/office/drawing/2014/main" id="{97FFA8AC-BFAE-A0F1-FF2E-E35B151D76B0}"/>
              </a:ext>
            </a:extLst>
          </p:cNvPr>
          <p:cNvSpPr/>
          <p:nvPr/>
        </p:nvSpPr>
        <p:spPr>
          <a:xfrm>
            <a:off x="4060285" y="4329693"/>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Arrow: Right 14">
            <a:extLst>
              <a:ext uri="{FF2B5EF4-FFF2-40B4-BE49-F238E27FC236}">
                <a16:creationId xmlns:a16="http://schemas.microsoft.com/office/drawing/2014/main" id="{DE40E38A-60CE-6487-9568-4E8F955700D6}"/>
              </a:ext>
            </a:extLst>
          </p:cNvPr>
          <p:cNvSpPr/>
          <p:nvPr/>
        </p:nvSpPr>
        <p:spPr>
          <a:xfrm>
            <a:off x="4668567" y="1647668"/>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E5A19FF0-3DA8-9B6D-A790-2F72822E6011}"/>
              </a:ext>
            </a:extLst>
          </p:cNvPr>
          <p:cNvSpPr/>
          <p:nvPr/>
        </p:nvSpPr>
        <p:spPr>
          <a:xfrm>
            <a:off x="5258130" y="1520604"/>
            <a:ext cx="1627450"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17" name="Arrow: Right 16">
            <a:extLst>
              <a:ext uri="{FF2B5EF4-FFF2-40B4-BE49-F238E27FC236}">
                <a16:creationId xmlns:a16="http://schemas.microsoft.com/office/drawing/2014/main" id="{69C17672-880F-D796-6377-341E4C71D9AD}"/>
              </a:ext>
            </a:extLst>
          </p:cNvPr>
          <p:cNvSpPr/>
          <p:nvPr/>
        </p:nvSpPr>
        <p:spPr>
          <a:xfrm>
            <a:off x="7081834" y="1639265"/>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96E6CE28-CC80-7B9A-53E6-C3AD6E2BC7C9}"/>
              </a:ext>
            </a:extLst>
          </p:cNvPr>
          <p:cNvSpPr/>
          <p:nvPr/>
        </p:nvSpPr>
        <p:spPr>
          <a:xfrm>
            <a:off x="7213867" y="331668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6C26F2DC-5AD5-1182-34AB-3CA9C7FA2FEB}"/>
              </a:ext>
            </a:extLst>
          </p:cNvPr>
          <p:cNvSpPr/>
          <p:nvPr/>
        </p:nvSpPr>
        <p:spPr>
          <a:xfrm>
            <a:off x="7213866" y="4312104"/>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07A156BE-F0F1-B94F-CDEF-BE153E20F68A}"/>
              </a:ext>
            </a:extLst>
          </p:cNvPr>
          <p:cNvSpPr/>
          <p:nvPr/>
        </p:nvSpPr>
        <p:spPr>
          <a:xfrm>
            <a:off x="5258130" y="3173814"/>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graphicFrame>
        <p:nvGraphicFramePr>
          <p:cNvPr id="21" name="Table 12">
            <a:extLst>
              <a:ext uri="{FF2B5EF4-FFF2-40B4-BE49-F238E27FC236}">
                <a16:creationId xmlns:a16="http://schemas.microsoft.com/office/drawing/2014/main" id="{21B4613A-58BD-5D8F-D952-7E7341B870FA}"/>
              </a:ext>
            </a:extLst>
          </p:cNvPr>
          <p:cNvGraphicFramePr>
            <a:graphicFrameLocks noGrp="1"/>
          </p:cNvGraphicFramePr>
          <p:nvPr>
            <p:extLst>
              <p:ext uri="{D42A27DB-BD31-4B8C-83A1-F6EECF244321}">
                <p14:modId xmlns:p14="http://schemas.microsoft.com/office/powerpoint/2010/main" val="872887884"/>
              </p:ext>
            </p:extLst>
          </p:nvPr>
        </p:nvGraphicFramePr>
        <p:xfrm>
          <a:off x="8319791" y="4100724"/>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Cat</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pic>
        <p:nvPicPr>
          <p:cNvPr id="23" name="Picture 22">
            <a:extLst>
              <a:ext uri="{FF2B5EF4-FFF2-40B4-BE49-F238E27FC236}">
                <a16:creationId xmlns:a16="http://schemas.microsoft.com/office/drawing/2014/main" id="{9F2DD770-98DE-54B2-31AA-4FC7D7E37482}"/>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2927172" y="5233900"/>
            <a:ext cx="588322" cy="596647"/>
          </a:xfrm>
          <a:prstGeom prst="rect">
            <a:avLst/>
          </a:prstGeom>
        </p:spPr>
      </p:pic>
      <p:sp>
        <p:nvSpPr>
          <p:cNvPr id="26" name="Arrow: Right 25">
            <a:extLst>
              <a:ext uri="{FF2B5EF4-FFF2-40B4-BE49-F238E27FC236}">
                <a16:creationId xmlns:a16="http://schemas.microsoft.com/office/drawing/2014/main" id="{7E18C894-3158-0520-D19E-C64B4A1D71BC}"/>
              </a:ext>
            </a:extLst>
          </p:cNvPr>
          <p:cNvSpPr/>
          <p:nvPr/>
        </p:nvSpPr>
        <p:spPr>
          <a:xfrm>
            <a:off x="4060286" y="523758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7" name="Arrow: Right 26">
            <a:extLst>
              <a:ext uri="{FF2B5EF4-FFF2-40B4-BE49-F238E27FC236}">
                <a16:creationId xmlns:a16="http://schemas.microsoft.com/office/drawing/2014/main" id="{B2446952-F7E0-6835-0FE8-7172252FD1CC}"/>
              </a:ext>
            </a:extLst>
          </p:cNvPr>
          <p:cNvSpPr/>
          <p:nvPr/>
        </p:nvSpPr>
        <p:spPr>
          <a:xfrm>
            <a:off x="7213867" y="521999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graphicFrame>
        <p:nvGraphicFramePr>
          <p:cNvPr id="28" name="Table 12">
            <a:extLst>
              <a:ext uri="{FF2B5EF4-FFF2-40B4-BE49-F238E27FC236}">
                <a16:creationId xmlns:a16="http://schemas.microsoft.com/office/drawing/2014/main" id="{DFE7A164-3B5A-71FF-F725-F0791D9D1200}"/>
              </a:ext>
            </a:extLst>
          </p:cNvPr>
          <p:cNvGraphicFramePr>
            <a:graphicFrameLocks noGrp="1"/>
          </p:cNvGraphicFramePr>
          <p:nvPr>
            <p:extLst>
              <p:ext uri="{D42A27DB-BD31-4B8C-83A1-F6EECF244321}">
                <p14:modId xmlns:p14="http://schemas.microsoft.com/office/powerpoint/2010/main" val="3540170028"/>
              </p:ext>
            </p:extLst>
          </p:nvPr>
        </p:nvGraphicFramePr>
        <p:xfrm>
          <a:off x="8283368" y="4917685"/>
          <a:ext cx="1120685" cy="1011665"/>
        </p:xfrm>
        <a:graphic>
          <a:graphicData uri="http://schemas.openxmlformats.org/drawingml/2006/table">
            <a:tbl>
              <a:tblPr bandRow="1">
                <a:tableStyleId>{72833802-FEF1-4C79-8D5D-14CF1EAF98D9}</a:tableStyleId>
              </a:tblPr>
              <a:tblGrid>
                <a:gridCol w="1120685">
                  <a:extLst>
                    <a:ext uri="{9D8B030D-6E8A-4147-A177-3AD203B41FA5}">
                      <a16:colId xmlns:a16="http://schemas.microsoft.com/office/drawing/2014/main" val="125111071"/>
                    </a:ext>
                  </a:extLst>
                </a:gridCol>
              </a:tblGrid>
              <a:tr h="1011665">
                <a:tc>
                  <a:txBody>
                    <a:bodyPr/>
                    <a:lstStyle/>
                    <a:p>
                      <a:pPr algn="ctr"/>
                      <a:r>
                        <a:rPr lang="en-CA" dirty="0"/>
                        <a:t>Pangolin</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9" name="Rectangle 28">
            <a:extLst>
              <a:ext uri="{FF2B5EF4-FFF2-40B4-BE49-F238E27FC236}">
                <a16:creationId xmlns:a16="http://schemas.microsoft.com/office/drawing/2014/main" id="{184B284B-FCB8-3D14-D941-88618B1DA4AD}"/>
              </a:ext>
            </a:extLst>
          </p:cNvPr>
          <p:cNvSpPr/>
          <p:nvPr/>
        </p:nvSpPr>
        <p:spPr>
          <a:xfrm>
            <a:off x="5258130" y="4164781"/>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30" name="Rectangle 29">
            <a:extLst>
              <a:ext uri="{FF2B5EF4-FFF2-40B4-BE49-F238E27FC236}">
                <a16:creationId xmlns:a16="http://schemas.microsoft.com/office/drawing/2014/main" id="{7B8C5BBC-4B4F-5218-4919-5B96F26C7FF7}"/>
              </a:ext>
            </a:extLst>
          </p:cNvPr>
          <p:cNvSpPr/>
          <p:nvPr/>
        </p:nvSpPr>
        <p:spPr>
          <a:xfrm>
            <a:off x="5258130" y="5159239"/>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Tree>
    <p:extLst>
      <p:ext uri="{BB962C8B-B14F-4D97-AF65-F5344CB8AC3E}">
        <p14:creationId xmlns:p14="http://schemas.microsoft.com/office/powerpoint/2010/main" val="47097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19" grpId="0" animBg="1"/>
      <p:bldP spid="20" grpId="0" animBg="1"/>
      <p:bldP spid="26" grpId="0" animBg="1"/>
      <p:bldP spid="27" grpId="0" animBg="1"/>
      <p:bldP spid="29"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C963E-D20D-C6A3-F5B2-FF83AFA3E345}"/>
              </a:ext>
            </a:extLst>
          </p:cNvPr>
          <p:cNvSpPr>
            <a:spLocks noGrp="1"/>
          </p:cNvSpPr>
          <p:nvPr>
            <p:ph type="title"/>
          </p:nvPr>
        </p:nvSpPr>
        <p:spPr/>
        <p:txBody>
          <a:bodyPr/>
          <a:lstStyle/>
          <a:p>
            <a:r>
              <a:rPr lang="en-CA" dirty="0"/>
              <a:t>Language Model</a:t>
            </a:r>
          </a:p>
        </p:txBody>
      </p:sp>
      <p:sp>
        <p:nvSpPr>
          <p:cNvPr id="3" name="Text Placeholder 2">
            <a:extLst>
              <a:ext uri="{FF2B5EF4-FFF2-40B4-BE49-F238E27FC236}">
                <a16:creationId xmlns:a16="http://schemas.microsoft.com/office/drawing/2014/main" id="{AF406F40-3E4A-554C-7B58-969FF39DEC47}"/>
              </a:ext>
            </a:extLst>
          </p:cNvPr>
          <p:cNvSpPr>
            <a:spLocks noGrp="1"/>
          </p:cNvSpPr>
          <p:nvPr>
            <p:ph type="body" sz="quarter" idx="10"/>
          </p:nvPr>
        </p:nvSpPr>
        <p:spPr/>
        <p:txBody>
          <a:bodyPr/>
          <a:lstStyle/>
          <a:p>
            <a:endParaRPr lang="en-CA"/>
          </a:p>
        </p:txBody>
      </p:sp>
      <p:sp>
        <p:nvSpPr>
          <p:cNvPr id="4" name="Content Placeholder 3">
            <a:extLst>
              <a:ext uri="{FF2B5EF4-FFF2-40B4-BE49-F238E27FC236}">
                <a16:creationId xmlns:a16="http://schemas.microsoft.com/office/drawing/2014/main" id="{5FF1D97E-714E-EA02-B0D7-74B88FD9F304}"/>
              </a:ext>
            </a:extLst>
          </p:cNvPr>
          <p:cNvSpPr>
            <a:spLocks noGrp="1"/>
          </p:cNvSpPr>
          <p:nvPr>
            <p:ph idx="13"/>
          </p:nvPr>
        </p:nvSpPr>
        <p:spPr/>
        <p:txBody>
          <a:bodyPr/>
          <a:lstStyle/>
          <a:p>
            <a:r>
              <a:rPr lang="en-CA" dirty="0"/>
              <a:t>Can you guess the next word I’m going to _____?</a:t>
            </a:r>
          </a:p>
        </p:txBody>
      </p:sp>
    </p:spTree>
    <p:extLst>
      <p:ext uri="{BB962C8B-B14F-4D97-AF65-F5344CB8AC3E}">
        <p14:creationId xmlns:p14="http://schemas.microsoft.com/office/powerpoint/2010/main" val="1352315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2832-825C-9066-EEA1-D2C5CC0DA8F8}"/>
              </a:ext>
            </a:extLst>
          </p:cNvPr>
          <p:cNvSpPr>
            <a:spLocks noGrp="1"/>
          </p:cNvSpPr>
          <p:nvPr>
            <p:ph type="title"/>
          </p:nvPr>
        </p:nvSpPr>
        <p:spPr/>
        <p:txBody>
          <a:bodyPr/>
          <a:lstStyle/>
          <a:p>
            <a:r>
              <a:rPr lang="en-CA" dirty="0"/>
              <a:t>Let’s jump into Python!</a:t>
            </a:r>
          </a:p>
        </p:txBody>
      </p:sp>
      <p:sp>
        <p:nvSpPr>
          <p:cNvPr id="3" name="Text Placeholder 2">
            <a:extLst>
              <a:ext uri="{FF2B5EF4-FFF2-40B4-BE49-F238E27FC236}">
                <a16:creationId xmlns:a16="http://schemas.microsoft.com/office/drawing/2014/main" id="{FE285ABD-4C3F-99F3-272A-F2E92B6C5C22}"/>
              </a:ext>
            </a:extLst>
          </p:cNvPr>
          <p:cNvSpPr>
            <a:spLocks noGrp="1"/>
          </p:cNvSpPr>
          <p:nvPr>
            <p:ph type="body" sz="quarter" idx="10"/>
          </p:nvPr>
        </p:nvSpPr>
        <p:spPr/>
        <p:txBody>
          <a:bodyPr/>
          <a:lstStyle/>
          <a:p>
            <a:endParaRPr lang="en-CA"/>
          </a:p>
        </p:txBody>
      </p:sp>
      <p:pic>
        <p:nvPicPr>
          <p:cNvPr id="4" name="Picture 3">
            <a:extLst>
              <a:ext uri="{FF2B5EF4-FFF2-40B4-BE49-F238E27FC236}">
                <a16:creationId xmlns:a16="http://schemas.microsoft.com/office/drawing/2014/main" id="{A1EED2AC-86B9-F626-D055-BA495055A6F6}"/>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5004605" y="2793445"/>
            <a:ext cx="4348162" cy="257175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0DEDDEFE-C7A9-1291-CEFD-1B03E08656AE}"/>
              </a:ext>
            </a:extLst>
          </p:cNvPr>
          <p:cNvPicPr>
            <a:picLocks noChangeAspect="1"/>
          </p:cNvPicPr>
          <p:nvPr/>
        </p:nvPicPr>
        <p:blipFill>
          <a:blip r:embed="rId3"/>
          <a:stretch>
            <a:fillRect/>
          </a:stretch>
        </p:blipFill>
        <p:spPr>
          <a:xfrm>
            <a:off x="1147762" y="1390650"/>
            <a:ext cx="5857875" cy="2571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88001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C865B5-9562-E523-F17C-520F3861D076}"/>
              </a:ext>
            </a:extLst>
          </p:cNvPr>
          <p:cNvSpPr>
            <a:spLocks noGrp="1"/>
          </p:cNvSpPr>
          <p:nvPr>
            <p:ph type="title"/>
          </p:nvPr>
        </p:nvSpPr>
        <p:spPr/>
        <p:txBody>
          <a:bodyPr/>
          <a:lstStyle/>
          <a:p>
            <a:r>
              <a:rPr lang="en-CA" dirty="0"/>
              <a:t>Day 2: Simple Models</a:t>
            </a:r>
          </a:p>
        </p:txBody>
      </p:sp>
    </p:spTree>
    <p:extLst>
      <p:ext uri="{BB962C8B-B14F-4D97-AF65-F5344CB8AC3E}">
        <p14:creationId xmlns:p14="http://schemas.microsoft.com/office/powerpoint/2010/main" val="2047183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E404-EA4B-DE07-5C4C-DEC64A5DA44D}"/>
              </a:ext>
            </a:extLst>
          </p:cNvPr>
          <p:cNvSpPr>
            <a:spLocks noGrp="1"/>
          </p:cNvSpPr>
          <p:nvPr>
            <p:ph type="title"/>
          </p:nvPr>
        </p:nvSpPr>
        <p:spPr/>
        <p:txBody>
          <a:bodyPr/>
          <a:lstStyle/>
          <a:p>
            <a:r>
              <a:rPr lang="en-CA" dirty="0"/>
              <a:t>Day 2 Agenda</a:t>
            </a:r>
          </a:p>
        </p:txBody>
      </p:sp>
      <p:sp>
        <p:nvSpPr>
          <p:cNvPr id="3" name="Text Placeholder 2">
            <a:extLst>
              <a:ext uri="{FF2B5EF4-FFF2-40B4-BE49-F238E27FC236}">
                <a16:creationId xmlns:a16="http://schemas.microsoft.com/office/drawing/2014/main" id="{04BC7708-4CD0-5345-1A1F-B873DD2D6DD0}"/>
              </a:ext>
            </a:extLst>
          </p:cNvPr>
          <p:cNvSpPr>
            <a:spLocks noGrp="1"/>
          </p:cNvSpPr>
          <p:nvPr>
            <p:ph type="body" sz="quarter" idx="10"/>
          </p:nvPr>
        </p:nvSpPr>
        <p:spPr/>
        <p:txBody>
          <a:bodyPr/>
          <a:lstStyle/>
          <a:p>
            <a:endParaRPr lang="en-CA"/>
          </a:p>
        </p:txBody>
      </p:sp>
      <p:sp>
        <p:nvSpPr>
          <p:cNvPr id="10" name="TextBox 9">
            <a:extLst>
              <a:ext uri="{FF2B5EF4-FFF2-40B4-BE49-F238E27FC236}">
                <a16:creationId xmlns:a16="http://schemas.microsoft.com/office/drawing/2014/main" id="{BE1B3EBA-A06C-E8B8-DF44-A32DFAD905CA}"/>
              </a:ext>
            </a:extLst>
          </p:cNvPr>
          <p:cNvSpPr txBox="1"/>
          <p:nvPr/>
        </p:nvSpPr>
        <p:spPr>
          <a:xfrm>
            <a:off x="2140830" y="1396308"/>
            <a:ext cx="1534394" cy="369332"/>
          </a:xfrm>
          <a:prstGeom prst="rect">
            <a:avLst/>
          </a:prstGeom>
          <a:noFill/>
        </p:spPr>
        <p:txBody>
          <a:bodyPr wrap="none" rtlCol="0">
            <a:spAutoFit/>
          </a:bodyPr>
          <a:lstStyle/>
          <a:p>
            <a:pPr algn="ctr"/>
            <a:r>
              <a:rPr lang="en-CA" b="1" dirty="0"/>
              <a:t>Presentation</a:t>
            </a:r>
          </a:p>
        </p:txBody>
      </p:sp>
      <p:sp>
        <p:nvSpPr>
          <p:cNvPr id="11" name="TextBox 10">
            <a:extLst>
              <a:ext uri="{FF2B5EF4-FFF2-40B4-BE49-F238E27FC236}">
                <a16:creationId xmlns:a16="http://schemas.microsoft.com/office/drawing/2014/main" id="{E8707AD8-175F-4F78-9133-FD3F7587A047}"/>
              </a:ext>
            </a:extLst>
          </p:cNvPr>
          <p:cNvSpPr txBox="1"/>
          <p:nvPr/>
        </p:nvSpPr>
        <p:spPr>
          <a:xfrm>
            <a:off x="8282004" y="1352038"/>
            <a:ext cx="1734321" cy="369332"/>
          </a:xfrm>
          <a:prstGeom prst="rect">
            <a:avLst/>
          </a:prstGeom>
          <a:noFill/>
        </p:spPr>
        <p:txBody>
          <a:bodyPr wrap="none" rtlCol="0">
            <a:spAutoFit/>
          </a:bodyPr>
          <a:lstStyle/>
          <a:p>
            <a:pPr algn="ctr"/>
            <a:r>
              <a:rPr lang="en-CA" b="1" dirty="0"/>
              <a:t>Python Coding</a:t>
            </a:r>
          </a:p>
        </p:txBody>
      </p:sp>
      <p:pic>
        <p:nvPicPr>
          <p:cNvPr id="12" name="Picture 11">
            <a:extLst>
              <a:ext uri="{FF2B5EF4-FFF2-40B4-BE49-F238E27FC236}">
                <a16:creationId xmlns:a16="http://schemas.microsoft.com/office/drawing/2014/main" id="{5B478AE8-1FD5-2432-C4F9-DCEDFB0D9E01}"/>
              </a:ext>
            </a:extLst>
          </p:cNvPr>
          <p:cNvPicPr>
            <a:picLocks noChangeAspect="1"/>
          </p:cNvPicPr>
          <p:nvPr/>
        </p:nvPicPr>
        <p:blipFill>
          <a:blip r:embed="rId2"/>
          <a:stretch>
            <a:fillRect/>
          </a:stretch>
        </p:blipFill>
        <p:spPr>
          <a:xfrm>
            <a:off x="906522" y="2465938"/>
            <a:ext cx="4138535" cy="2037637"/>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7CCC24A8-C522-B993-7F1E-2106338A559A}"/>
              </a:ext>
            </a:extLst>
          </p:cNvPr>
          <p:cNvPicPr>
            <a:picLocks noChangeAspect="1"/>
          </p:cNvPicPr>
          <p:nvPr/>
        </p:nvPicPr>
        <p:blipFill>
          <a:blip r:embed="rId3"/>
          <a:stretch>
            <a:fillRect/>
          </a:stretch>
        </p:blipFill>
        <p:spPr>
          <a:xfrm>
            <a:off x="2692510" y="3285049"/>
            <a:ext cx="3099230" cy="2488396"/>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DB9FC025-2D22-FE3A-EE77-AA82A61E7541}"/>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8165557" y="3395412"/>
            <a:ext cx="3054893" cy="1806838"/>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09D024F0-C2FB-06FC-A092-E796376826F2}"/>
              </a:ext>
            </a:extLst>
          </p:cNvPr>
          <p:cNvPicPr>
            <a:picLocks noChangeAspect="1"/>
          </p:cNvPicPr>
          <p:nvPr/>
        </p:nvPicPr>
        <p:blipFill>
          <a:blip r:embed="rId5"/>
          <a:stretch>
            <a:fillRect/>
          </a:stretch>
        </p:blipFill>
        <p:spPr>
          <a:xfrm>
            <a:off x="6454590" y="2392100"/>
            <a:ext cx="4115573" cy="18068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38517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68D6-0D18-24CE-4DEC-2F25A66C51E7}"/>
              </a:ext>
            </a:extLst>
          </p:cNvPr>
          <p:cNvSpPr>
            <a:spLocks noGrp="1"/>
          </p:cNvSpPr>
          <p:nvPr>
            <p:ph type="title"/>
          </p:nvPr>
        </p:nvSpPr>
        <p:spPr/>
        <p:txBody>
          <a:bodyPr/>
          <a:lstStyle/>
          <a:p>
            <a:r>
              <a:rPr lang="en-CA" dirty="0"/>
              <a:t>What is a model? </a:t>
            </a:r>
            <a:r>
              <a:rPr lang="en-CA" b="1" i="1" dirty="0"/>
              <a:t>(Reminder from Day 1)</a:t>
            </a:r>
          </a:p>
        </p:txBody>
      </p:sp>
      <p:sp>
        <p:nvSpPr>
          <p:cNvPr id="5" name="Oval 4">
            <a:extLst>
              <a:ext uri="{FF2B5EF4-FFF2-40B4-BE49-F238E27FC236}">
                <a16:creationId xmlns:a16="http://schemas.microsoft.com/office/drawing/2014/main" id="{4008CBDE-1DAF-FCA5-B51E-121E27035236}"/>
              </a:ext>
            </a:extLst>
          </p:cNvPr>
          <p:cNvSpPr/>
          <p:nvPr/>
        </p:nvSpPr>
        <p:spPr>
          <a:xfrm>
            <a:off x="1361411" y="1047943"/>
            <a:ext cx="3187103" cy="1677423"/>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000" b="1" dirty="0"/>
              <a:t>Inputs</a:t>
            </a:r>
          </a:p>
          <a:p>
            <a:pPr algn="ctr"/>
            <a:r>
              <a:rPr lang="en-CA" sz="2000" dirty="0"/>
              <a:t>Example: pixels</a:t>
            </a:r>
          </a:p>
        </p:txBody>
      </p:sp>
      <p:sp>
        <p:nvSpPr>
          <p:cNvPr id="6" name="Oval 5">
            <a:extLst>
              <a:ext uri="{FF2B5EF4-FFF2-40B4-BE49-F238E27FC236}">
                <a16:creationId xmlns:a16="http://schemas.microsoft.com/office/drawing/2014/main" id="{5D308D92-E627-EF42-7D2A-DE7EADA144F4}"/>
              </a:ext>
            </a:extLst>
          </p:cNvPr>
          <p:cNvSpPr/>
          <p:nvPr/>
        </p:nvSpPr>
        <p:spPr>
          <a:xfrm>
            <a:off x="7642822" y="1056346"/>
            <a:ext cx="3187103" cy="167742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CA" sz="2000" b="1" dirty="0"/>
              <a:t>Output</a:t>
            </a:r>
          </a:p>
          <a:p>
            <a:pPr algn="ctr"/>
            <a:r>
              <a:rPr lang="en-CA" sz="2000" dirty="0"/>
              <a:t>Example: animal</a:t>
            </a:r>
          </a:p>
        </p:txBody>
      </p:sp>
      <p:graphicFrame>
        <p:nvGraphicFramePr>
          <p:cNvPr id="12" name="Table 12">
            <a:extLst>
              <a:ext uri="{FF2B5EF4-FFF2-40B4-BE49-F238E27FC236}">
                <a16:creationId xmlns:a16="http://schemas.microsoft.com/office/drawing/2014/main" id="{F5965B33-2C1F-FFD3-D774-FBB5A52DD768}"/>
              </a:ext>
            </a:extLst>
          </p:cNvPr>
          <p:cNvGraphicFramePr>
            <a:graphicFrameLocks noGrp="1"/>
          </p:cNvGraphicFramePr>
          <p:nvPr>
            <p:extLst>
              <p:ext uri="{D42A27DB-BD31-4B8C-83A1-F6EECF244321}">
                <p14:modId xmlns:p14="http://schemas.microsoft.com/office/powerpoint/2010/main" val="1576239940"/>
              </p:ext>
            </p:extLst>
          </p:nvPr>
        </p:nvGraphicFramePr>
        <p:xfrm>
          <a:off x="8340132" y="3039657"/>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Koala</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13" name="Arrow: Right 12">
            <a:extLst>
              <a:ext uri="{FF2B5EF4-FFF2-40B4-BE49-F238E27FC236}">
                <a16:creationId xmlns:a16="http://schemas.microsoft.com/office/drawing/2014/main" id="{1209212E-42FC-59F9-E4F5-DA18C62B21D6}"/>
              </a:ext>
            </a:extLst>
          </p:cNvPr>
          <p:cNvSpPr/>
          <p:nvPr/>
        </p:nvSpPr>
        <p:spPr>
          <a:xfrm>
            <a:off x="4060286" y="333427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Arrow: Right 13">
            <a:extLst>
              <a:ext uri="{FF2B5EF4-FFF2-40B4-BE49-F238E27FC236}">
                <a16:creationId xmlns:a16="http://schemas.microsoft.com/office/drawing/2014/main" id="{97FFA8AC-BFAE-A0F1-FF2E-E35B151D76B0}"/>
              </a:ext>
            </a:extLst>
          </p:cNvPr>
          <p:cNvSpPr/>
          <p:nvPr/>
        </p:nvSpPr>
        <p:spPr>
          <a:xfrm>
            <a:off x="4060285" y="4288122"/>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Arrow: Right 14">
            <a:extLst>
              <a:ext uri="{FF2B5EF4-FFF2-40B4-BE49-F238E27FC236}">
                <a16:creationId xmlns:a16="http://schemas.microsoft.com/office/drawing/2014/main" id="{DE40E38A-60CE-6487-9568-4E8F955700D6}"/>
              </a:ext>
            </a:extLst>
          </p:cNvPr>
          <p:cNvSpPr/>
          <p:nvPr/>
        </p:nvSpPr>
        <p:spPr>
          <a:xfrm>
            <a:off x="4668567" y="1647668"/>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E5A19FF0-3DA8-9B6D-A790-2F72822E6011}"/>
              </a:ext>
            </a:extLst>
          </p:cNvPr>
          <p:cNvSpPr/>
          <p:nvPr/>
        </p:nvSpPr>
        <p:spPr>
          <a:xfrm>
            <a:off x="5258130" y="1520604"/>
            <a:ext cx="1627450"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17" name="Arrow: Right 16">
            <a:extLst>
              <a:ext uri="{FF2B5EF4-FFF2-40B4-BE49-F238E27FC236}">
                <a16:creationId xmlns:a16="http://schemas.microsoft.com/office/drawing/2014/main" id="{69C17672-880F-D796-6377-341E4C71D9AD}"/>
              </a:ext>
            </a:extLst>
          </p:cNvPr>
          <p:cNvSpPr/>
          <p:nvPr/>
        </p:nvSpPr>
        <p:spPr>
          <a:xfrm>
            <a:off x="7081834" y="1639265"/>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96E6CE28-CC80-7B9A-53E6-C3AD6E2BC7C9}"/>
              </a:ext>
            </a:extLst>
          </p:cNvPr>
          <p:cNvSpPr/>
          <p:nvPr/>
        </p:nvSpPr>
        <p:spPr>
          <a:xfrm>
            <a:off x="7213867" y="331668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6C26F2DC-5AD5-1182-34AB-3CA9C7FA2FEB}"/>
              </a:ext>
            </a:extLst>
          </p:cNvPr>
          <p:cNvSpPr/>
          <p:nvPr/>
        </p:nvSpPr>
        <p:spPr>
          <a:xfrm>
            <a:off x="7213867" y="4268344"/>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07A156BE-F0F1-B94F-CDEF-BE153E20F68A}"/>
              </a:ext>
            </a:extLst>
          </p:cNvPr>
          <p:cNvSpPr/>
          <p:nvPr/>
        </p:nvSpPr>
        <p:spPr>
          <a:xfrm>
            <a:off x="5258130" y="3173814"/>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graphicFrame>
        <p:nvGraphicFramePr>
          <p:cNvPr id="21" name="Table 12">
            <a:extLst>
              <a:ext uri="{FF2B5EF4-FFF2-40B4-BE49-F238E27FC236}">
                <a16:creationId xmlns:a16="http://schemas.microsoft.com/office/drawing/2014/main" id="{21B4613A-58BD-5D8F-D952-7E7341B870FA}"/>
              </a:ext>
            </a:extLst>
          </p:cNvPr>
          <p:cNvGraphicFramePr>
            <a:graphicFrameLocks noGrp="1"/>
          </p:cNvGraphicFramePr>
          <p:nvPr>
            <p:extLst>
              <p:ext uri="{D42A27DB-BD31-4B8C-83A1-F6EECF244321}">
                <p14:modId xmlns:p14="http://schemas.microsoft.com/office/powerpoint/2010/main" val="3315305298"/>
              </p:ext>
            </p:extLst>
          </p:nvPr>
        </p:nvGraphicFramePr>
        <p:xfrm>
          <a:off x="8319791" y="3978465"/>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Dolphin</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6" name="Arrow: Right 25">
            <a:extLst>
              <a:ext uri="{FF2B5EF4-FFF2-40B4-BE49-F238E27FC236}">
                <a16:creationId xmlns:a16="http://schemas.microsoft.com/office/drawing/2014/main" id="{7E18C894-3158-0520-D19E-C64B4A1D71BC}"/>
              </a:ext>
            </a:extLst>
          </p:cNvPr>
          <p:cNvSpPr/>
          <p:nvPr/>
        </p:nvSpPr>
        <p:spPr>
          <a:xfrm>
            <a:off x="4060286" y="523758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7" name="Arrow: Right 26">
            <a:extLst>
              <a:ext uri="{FF2B5EF4-FFF2-40B4-BE49-F238E27FC236}">
                <a16:creationId xmlns:a16="http://schemas.microsoft.com/office/drawing/2014/main" id="{B2446952-F7E0-6835-0FE8-7172252FD1CC}"/>
              </a:ext>
            </a:extLst>
          </p:cNvPr>
          <p:cNvSpPr/>
          <p:nvPr/>
        </p:nvSpPr>
        <p:spPr>
          <a:xfrm>
            <a:off x="7213867" y="521999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graphicFrame>
        <p:nvGraphicFramePr>
          <p:cNvPr id="28" name="Table 12">
            <a:extLst>
              <a:ext uri="{FF2B5EF4-FFF2-40B4-BE49-F238E27FC236}">
                <a16:creationId xmlns:a16="http://schemas.microsoft.com/office/drawing/2014/main" id="{DFE7A164-3B5A-71FF-F725-F0791D9D1200}"/>
              </a:ext>
            </a:extLst>
          </p:cNvPr>
          <p:cNvGraphicFramePr>
            <a:graphicFrameLocks noGrp="1"/>
          </p:cNvGraphicFramePr>
          <p:nvPr>
            <p:extLst>
              <p:ext uri="{D42A27DB-BD31-4B8C-83A1-F6EECF244321}">
                <p14:modId xmlns:p14="http://schemas.microsoft.com/office/powerpoint/2010/main" val="62261799"/>
              </p:ext>
            </p:extLst>
          </p:nvPr>
        </p:nvGraphicFramePr>
        <p:xfrm>
          <a:off x="8283368" y="4917685"/>
          <a:ext cx="1120685" cy="1011665"/>
        </p:xfrm>
        <a:graphic>
          <a:graphicData uri="http://schemas.openxmlformats.org/drawingml/2006/table">
            <a:tbl>
              <a:tblPr bandRow="1">
                <a:tableStyleId>{72833802-FEF1-4C79-8D5D-14CF1EAF98D9}</a:tableStyleId>
              </a:tblPr>
              <a:tblGrid>
                <a:gridCol w="1120685">
                  <a:extLst>
                    <a:ext uri="{9D8B030D-6E8A-4147-A177-3AD203B41FA5}">
                      <a16:colId xmlns:a16="http://schemas.microsoft.com/office/drawing/2014/main" val="125111071"/>
                    </a:ext>
                  </a:extLst>
                </a:gridCol>
              </a:tblGrid>
              <a:tr h="1011665">
                <a:tc>
                  <a:txBody>
                    <a:bodyPr/>
                    <a:lstStyle/>
                    <a:p>
                      <a:pPr algn="ctr"/>
                      <a:r>
                        <a:rPr lang="en-CA" dirty="0" err="1"/>
                        <a:t>Koati</a:t>
                      </a:r>
                      <a:endParaRPr lang="en-CA"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9" name="Rectangle 28">
            <a:extLst>
              <a:ext uri="{FF2B5EF4-FFF2-40B4-BE49-F238E27FC236}">
                <a16:creationId xmlns:a16="http://schemas.microsoft.com/office/drawing/2014/main" id="{184B284B-FCB8-3D14-D941-88618B1DA4AD}"/>
              </a:ext>
            </a:extLst>
          </p:cNvPr>
          <p:cNvSpPr/>
          <p:nvPr/>
        </p:nvSpPr>
        <p:spPr>
          <a:xfrm>
            <a:off x="5258130" y="4164781"/>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30" name="Rectangle 29">
            <a:extLst>
              <a:ext uri="{FF2B5EF4-FFF2-40B4-BE49-F238E27FC236}">
                <a16:creationId xmlns:a16="http://schemas.microsoft.com/office/drawing/2014/main" id="{7B8C5BBC-4B4F-5218-4919-5B96F26C7FF7}"/>
              </a:ext>
            </a:extLst>
          </p:cNvPr>
          <p:cNvSpPr/>
          <p:nvPr/>
        </p:nvSpPr>
        <p:spPr>
          <a:xfrm>
            <a:off x="5258130" y="5159239"/>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pic>
        <p:nvPicPr>
          <p:cNvPr id="7" name="Picture 6">
            <a:extLst>
              <a:ext uri="{FF2B5EF4-FFF2-40B4-BE49-F238E27FC236}">
                <a16:creationId xmlns:a16="http://schemas.microsoft.com/office/drawing/2014/main" id="{5FAAA8CE-5407-C01B-4ABA-1A5C3EC39766}"/>
              </a:ext>
            </a:extLst>
          </p:cNvPr>
          <p:cNvPicPr>
            <a:picLocks noChangeAspect="1"/>
          </p:cNvPicPr>
          <p:nvPr/>
        </p:nvPicPr>
        <p:blipFill>
          <a:blip r:embed="rId3">
            <a:biLevel thresh="50000"/>
          </a:blip>
          <a:stretch>
            <a:fillRect/>
          </a:stretch>
        </p:blipFill>
        <p:spPr>
          <a:xfrm>
            <a:off x="2755267" y="3090556"/>
            <a:ext cx="932131" cy="947044"/>
          </a:xfrm>
          <a:prstGeom prst="rect">
            <a:avLst/>
          </a:prstGeom>
        </p:spPr>
      </p:pic>
      <p:pic>
        <p:nvPicPr>
          <p:cNvPr id="11" name="Picture 10" descr="A pixelated blue dolphin&#10;&#10;Description automatically generated">
            <a:extLst>
              <a:ext uri="{FF2B5EF4-FFF2-40B4-BE49-F238E27FC236}">
                <a16:creationId xmlns:a16="http://schemas.microsoft.com/office/drawing/2014/main" id="{749B867A-1CD9-7764-2047-23A351248DE1}"/>
              </a:ext>
            </a:extLst>
          </p:cNvPr>
          <p:cNvPicPr>
            <a:picLocks noChangeAspect="1"/>
          </p:cNvPicPr>
          <p:nvPr/>
        </p:nvPicPr>
        <p:blipFill rotWithShape="1">
          <a:blip r:embed="rId4">
            <a:biLevel thresh="50000"/>
          </a:blip>
          <a:srcRect l="21170" t="32769" r="26059"/>
          <a:stretch/>
        </p:blipFill>
        <p:spPr>
          <a:xfrm>
            <a:off x="2564223" y="4109881"/>
            <a:ext cx="1230348" cy="851904"/>
          </a:xfrm>
          <a:prstGeom prst="rect">
            <a:avLst/>
          </a:prstGeom>
        </p:spPr>
      </p:pic>
      <p:pic>
        <p:nvPicPr>
          <p:cNvPr id="24" name="Picture 23">
            <a:extLst>
              <a:ext uri="{FF2B5EF4-FFF2-40B4-BE49-F238E27FC236}">
                <a16:creationId xmlns:a16="http://schemas.microsoft.com/office/drawing/2014/main" id="{95A7F514-D41A-67FE-BA88-3E6DBF2A0582}"/>
              </a:ext>
            </a:extLst>
          </p:cNvPr>
          <p:cNvPicPr>
            <a:picLocks noChangeAspect="1"/>
          </p:cNvPicPr>
          <p:nvPr/>
        </p:nvPicPr>
        <p:blipFill>
          <a:blip r:embed="rId5">
            <a:biLevel thresh="50000"/>
          </a:blip>
          <a:stretch>
            <a:fillRect/>
          </a:stretch>
        </p:blipFill>
        <p:spPr>
          <a:xfrm>
            <a:off x="2787947" y="4910795"/>
            <a:ext cx="932131" cy="1197710"/>
          </a:xfrm>
          <a:prstGeom prst="rect">
            <a:avLst/>
          </a:prstGeom>
        </p:spPr>
      </p:pic>
    </p:spTree>
    <p:extLst>
      <p:ext uri="{BB962C8B-B14F-4D97-AF65-F5344CB8AC3E}">
        <p14:creationId xmlns:p14="http://schemas.microsoft.com/office/powerpoint/2010/main" val="25644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19" grpId="0" animBg="1"/>
      <p:bldP spid="20" grpId="0" animBg="1"/>
      <p:bldP spid="26" grpId="0" animBg="1"/>
      <p:bldP spid="27" grpId="0" animBg="1"/>
      <p:bldP spid="29" grpId="0" animBg="1"/>
      <p:bldP spid="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F058-32E0-A7CB-7219-5ADA6B2FECC0}"/>
              </a:ext>
            </a:extLst>
          </p:cNvPr>
          <p:cNvSpPr>
            <a:spLocks noGrp="1"/>
          </p:cNvSpPr>
          <p:nvPr>
            <p:ph type="title"/>
          </p:nvPr>
        </p:nvSpPr>
        <p:spPr/>
        <p:txBody>
          <a:bodyPr/>
          <a:lstStyle/>
          <a:p>
            <a:r>
              <a:rPr lang="en-CA" dirty="0"/>
              <a:t>But what is a model?</a:t>
            </a:r>
          </a:p>
        </p:txBody>
      </p:sp>
      <p:sp>
        <p:nvSpPr>
          <p:cNvPr id="3" name="Text Placeholder 2">
            <a:extLst>
              <a:ext uri="{FF2B5EF4-FFF2-40B4-BE49-F238E27FC236}">
                <a16:creationId xmlns:a16="http://schemas.microsoft.com/office/drawing/2014/main" id="{1A07C7B4-1E54-FA78-FA5B-A3AE3719DDD1}"/>
              </a:ext>
            </a:extLst>
          </p:cNvPr>
          <p:cNvSpPr>
            <a:spLocks noGrp="1"/>
          </p:cNvSpPr>
          <p:nvPr>
            <p:ph type="body" sz="quarter" idx="10"/>
          </p:nvPr>
        </p:nvSpPr>
        <p:spPr/>
        <p:txBody>
          <a:bodyPr/>
          <a:lstStyle/>
          <a:p>
            <a:endParaRPr lang="en-CA"/>
          </a:p>
        </p:txBody>
      </p:sp>
      <p:sp>
        <p:nvSpPr>
          <p:cNvPr id="8" name="TextBox 7">
            <a:extLst>
              <a:ext uri="{FF2B5EF4-FFF2-40B4-BE49-F238E27FC236}">
                <a16:creationId xmlns:a16="http://schemas.microsoft.com/office/drawing/2014/main" id="{71A663A8-9B4D-4DAF-7EF6-2D1CF51C9215}"/>
              </a:ext>
            </a:extLst>
          </p:cNvPr>
          <p:cNvSpPr txBox="1"/>
          <p:nvPr/>
        </p:nvSpPr>
        <p:spPr>
          <a:xfrm>
            <a:off x="4622969" y="1997839"/>
            <a:ext cx="2946063" cy="2862322"/>
          </a:xfrm>
          <a:prstGeom prst="rect">
            <a:avLst/>
          </a:prstGeom>
          <a:noFill/>
        </p:spPr>
        <p:txBody>
          <a:bodyPr wrap="none" rtlCol="0">
            <a:spAutoFit/>
          </a:bodyPr>
          <a:lstStyle/>
          <a:p>
            <a:pPr algn="ctr"/>
            <a:r>
              <a:rPr lang="en-CA" sz="3600" dirty="0"/>
              <a:t>1) Recognizes</a:t>
            </a:r>
          </a:p>
          <a:p>
            <a:pPr algn="ctr"/>
            <a:r>
              <a:rPr lang="en-CA" sz="3600" dirty="0"/>
              <a:t>Patterns</a:t>
            </a:r>
          </a:p>
          <a:p>
            <a:pPr algn="ctr"/>
            <a:endParaRPr lang="en-CA" sz="3600" dirty="0"/>
          </a:p>
          <a:p>
            <a:pPr algn="ctr"/>
            <a:r>
              <a:rPr lang="en-CA" sz="3600" dirty="0"/>
              <a:t>2) Makes</a:t>
            </a:r>
          </a:p>
          <a:p>
            <a:pPr algn="ctr"/>
            <a:r>
              <a:rPr lang="en-CA" sz="3600" dirty="0"/>
              <a:t>Predictions</a:t>
            </a:r>
          </a:p>
        </p:txBody>
      </p:sp>
    </p:spTree>
    <p:extLst>
      <p:ext uri="{BB962C8B-B14F-4D97-AF65-F5344CB8AC3E}">
        <p14:creationId xmlns:p14="http://schemas.microsoft.com/office/powerpoint/2010/main" val="723495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Simplest model</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sp>
        <p:nvSpPr>
          <p:cNvPr id="4" name="Content Placeholder 3">
            <a:extLst>
              <a:ext uri="{FF2B5EF4-FFF2-40B4-BE49-F238E27FC236}">
                <a16:creationId xmlns:a16="http://schemas.microsoft.com/office/drawing/2014/main" id="{307E061A-86EB-159D-8A92-54262ADCE22F}"/>
              </a:ext>
            </a:extLst>
          </p:cNvPr>
          <p:cNvSpPr>
            <a:spLocks noGrp="1"/>
          </p:cNvSpPr>
          <p:nvPr>
            <p:ph idx="13"/>
          </p:nvPr>
        </p:nvSpPr>
        <p:spPr/>
        <p:txBody>
          <a:bodyPr/>
          <a:lstStyle/>
          <a:p>
            <a:r>
              <a:rPr lang="en-CA" dirty="0"/>
              <a:t>Models find patterns</a:t>
            </a:r>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extLst>
              <p:ext uri="{D42A27DB-BD31-4B8C-83A1-F6EECF244321}">
                <p14:modId xmlns:p14="http://schemas.microsoft.com/office/powerpoint/2010/main" val="1107393369"/>
              </p:ext>
            </p:extLst>
          </p:nvPr>
        </p:nvGraphicFramePr>
        <p:xfrm>
          <a:off x="4119592" y="2741991"/>
          <a:ext cx="2885058" cy="74168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B</a:t>
                      </a:r>
                    </a:p>
                  </a:txBody>
                  <a:tcPr/>
                </a:tc>
                <a:extLst>
                  <a:ext uri="{0D108BD9-81ED-4DB2-BD59-A6C34878D82A}">
                    <a16:rowId xmlns:a16="http://schemas.microsoft.com/office/drawing/2014/main" val="3452413665"/>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extLst>
              <p:ext uri="{D42A27DB-BD31-4B8C-83A1-F6EECF244321}">
                <p14:modId xmlns:p14="http://schemas.microsoft.com/office/powerpoint/2010/main" val="3102078144"/>
              </p:ext>
            </p:extLst>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2</a:t>
                      </a:r>
                    </a:p>
                  </a:txBody>
                  <a:tcPr/>
                </a:tc>
                <a:tc>
                  <a:txBody>
                    <a:bodyPr/>
                    <a:lstStyle/>
                    <a:p>
                      <a:r>
                        <a:rPr lang="en-CA" dirty="0"/>
                        <a:t>B</a:t>
                      </a:r>
                    </a:p>
                  </a:txBody>
                  <a:tcPr/>
                </a:tc>
                <a:extLst>
                  <a:ext uri="{0D108BD9-81ED-4DB2-BD59-A6C34878D82A}">
                    <a16:rowId xmlns:a16="http://schemas.microsoft.com/office/drawing/2014/main" val="4102080711"/>
                  </a:ext>
                </a:extLst>
              </a:tr>
            </a:tbl>
          </a:graphicData>
        </a:graphic>
      </p:graphicFrame>
      <p:sp>
        <p:nvSpPr>
          <p:cNvPr id="7" name="Rectangle 6">
            <a:extLst>
              <a:ext uri="{FF2B5EF4-FFF2-40B4-BE49-F238E27FC236}">
                <a16:creationId xmlns:a16="http://schemas.microsoft.com/office/drawing/2014/main" id="{8CA6DC18-1C8A-B597-037C-6C232363A3E7}"/>
              </a:ext>
            </a:extLst>
          </p:cNvPr>
          <p:cNvSpPr/>
          <p:nvPr/>
        </p:nvSpPr>
        <p:spPr>
          <a:xfrm>
            <a:off x="5590696" y="3771122"/>
            <a:ext cx="1442529" cy="759125"/>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tx1">
                    <a:lumMod val="85000"/>
                    <a:lumOff val="15000"/>
                  </a:schemeClr>
                </a:solidFill>
              </a:rPr>
              <a:t>Guess!</a:t>
            </a:r>
          </a:p>
        </p:txBody>
      </p:sp>
      <p:sp>
        <p:nvSpPr>
          <p:cNvPr id="10" name="Oval 9">
            <a:extLst>
              <a:ext uri="{FF2B5EF4-FFF2-40B4-BE49-F238E27FC236}">
                <a16:creationId xmlns:a16="http://schemas.microsoft.com/office/drawing/2014/main" id="{64D26C12-FAD9-11EC-C7C1-7BBC4E77E3CE}"/>
              </a:ext>
            </a:extLst>
          </p:cNvPr>
          <p:cNvSpPr/>
          <p:nvPr/>
        </p:nvSpPr>
        <p:spPr>
          <a:xfrm>
            <a:off x="7661873" y="2582279"/>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757805"/>
            <a:ext cx="363927" cy="741680"/>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Tree>
    <p:extLst>
      <p:ext uri="{BB962C8B-B14F-4D97-AF65-F5344CB8AC3E}">
        <p14:creationId xmlns:p14="http://schemas.microsoft.com/office/powerpoint/2010/main" val="211397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An example of a simple model</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sp>
        <p:nvSpPr>
          <p:cNvPr id="4" name="Content Placeholder 3">
            <a:extLst>
              <a:ext uri="{FF2B5EF4-FFF2-40B4-BE49-F238E27FC236}">
                <a16:creationId xmlns:a16="http://schemas.microsoft.com/office/drawing/2014/main" id="{307E061A-86EB-159D-8A92-54262ADCE22F}"/>
              </a:ext>
            </a:extLst>
          </p:cNvPr>
          <p:cNvSpPr>
            <a:spLocks noGrp="1"/>
          </p:cNvSpPr>
          <p:nvPr>
            <p:ph idx="13"/>
          </p:nvPr>
        </p:nvSpPr>
        <p:spPr/>
        <p:txBody>
          <a:bodyPr/>
          <a:lstStyle/>
          <a:p>
            <a:r>
              <a:rPr lang="en-CA" dirty="0"/>
              <a:t>How can we predict a student’s future grade for class #4?</a:t>
            </a:r>
          </a:p>
          <a:p>
            <a:r>
              <a:rPr lang="en-CA" dirty="0"/>
              <a:t>It’s not a hard pattern </a:t>
            </a:r>
            <a:r>
              <a:rPr lang="en-CA" dirty="0">
                <a:sym typeface="Wingdings" panose="05000000000000000000" pitchFamily="2" charset="2"/>
              </a:rPr>
              <a:t></a:t>
            </a:r>
            <a:endParaRPr lang="en-CA" dirty="0"/>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extLst>
              <p:ext uri="{D42A27DB-BD31-4B8C-83A1-F6EECF244321}">
                <p14:modId xmlns:p14="http://schemas.microsoft.com/office/powerpoint/2010/main" val="3274355603"/>
              </p:ext>
            </p:extLst>
          </p:nvPr>
        </p:nvGraphicFramePr>
        <p:xfrm>
          <a:off x="4119592" y="2016125"/>
          <a:ext cx="2885058" cy="148336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A</a:t>
                      </a:r>
                    </a:p>
                  </a:txBody>
                  <a:tcPr/>
                </a:tc>
                <a:extLst>
                  <a:ext uri="{0D108BD9-81ED-4DB2-BD59-A6C34878D82A}">
                    <a16:rowId xmlns:a16="http://schemas.microsoft.com/office/drawing/2014/main" val="3452413665"/>
                  </a:ext>
                </a:extLst>
              </a:tr>
              <a:tr h="370840">
                <a:tc>
                  <a:txBody>
                    <a:bodyPr/>
                    <a:lstStyle/>
                    <a:p>
                      <a:r>
                        <a:rPr lang="en-CA" dirty="0"/>
                        <a:t>2</a:t>
                      </a:r>
                    </a:p>
                  </a:txBody>
                  <a:tcPr/>
                </a:tc>
                <a:tc>
                  <a:txBody>
                    <a:bodyPr/>
                    <a:lstStyle/>
                    <a:p>
                      <a:r>
                        <a:rPr lang="en-CA" dirty="0"/>
                        <a:t>A</a:t>
                      </a:r>
                    </a:p>
                  </a:txBody>
                  <a:tcPr/>
                </a:tc>
                <a:extLst>
                  <a:ext uri="{0D108BD9-81ED-4DB2-BD59-A6C34878D82A}">
                    <a16:rowId xmlns:a16="http://schemas.microsoft.com/office/drawing/2014/main" val="2274006036"/>
                  </a:ext>
                </a:extLst>
              </a:tr>
              <a:tr h="370840">
                <a:tc>
                  <a:txBody>
                    <a:bodyPr/>
                    <a:lstStyle/>
                    <a:p>
                      <a:r>
                        <a:rPr lang="en-CA" dirty="0"/>
                        <a:t>3</a:t>
                      </a:r>
                    </a:p>
                  </a:txBody>
                  <a:tcPr/>
                </a:tc>
                <a:tc>
                  <a:txBody>
                    <a:bodyPr/>
                    <a:lstStyle/>
                    <a:p>
                      <a:r>
                        <a:rPr lang="en-CA" dirty="0"/>
                        <a:t>A</a:t>
                      </a:r>
                    </a:p>
                  </a:txBody>
                  <a:tcPr/>
                </a:tc>
                <a:extLst>
                  <a:ext uri="{0D108BD9-81ED-4DB2-BD59-A6C34878D82A}">
                    <a16:rowId xmlns:a16="http://schemas.microsoft.com/office/drawing/2014/main" val="3381881057"/>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extLst>
              <p:ext uri="{D42A27DB-BD31-4B8C-83A1-F6EECF244321}">
                <p14:modId xmlns:p14="http://schemas.microsoft.com/office/powerpoint/2010/main" val="674108695"/>
              </p:ext>
            </p:extLst>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4</a:t>
                      </a:r>
                    </a:p>
                  </a:txBody>
                  <a:tcPr/>
                </a:tc>
                <a:tc>
                  <a:txBody>
                    <a:bodyPr/>
                    <a:lstStyle/>
                    <a:p>
                      <a:r>
                        <a:rPr lang="en-CA" dirty="0"/>
                        <a:t>A</a:t>
                      </a:r>
                    </a:p>
                  </a:txBody>
                  <a:tcPr/>
                </a:tc>
                <a:extLst>
                  <a:ext uri="{0D108BD9-81ED-4DB2-BD59-A6C34878D82A}">
                    <a16:rowId xmlns:a16="http://schemas.microsoft.com/office/drawing/2014/main" val="4102080711"/>
                  </a:ext>
                </a:extLst>
              </a:tr>
            </a:tbl>
          </a:graphicData>
        </a:graphic>
      </p:graphicFrame>
      <p:sp>
        <p:nvSpPr>
          <p:cNvPr id="10" name="Oval 9">
            <a:extLst>
              <a:ext uri="{FF2B5EF4-FFF2-40B4-BE49-F238E27FC236}">
                <a16:creationId xmlns:a16="http://schemas.microsoft.com/office/drawing/2014/main" id="{64D26C12-FAD9-11EC-C7C1-7BBC4E77E3CE}"/>
              </a:ext>
            </a:extLst>
          </p:cNvPr>
          <p:cNvSpPr/>
          <p:nvPr/>
        </p:nvSpPr>
        <p:spPr>
          <a:xfrm>
            <a:off x="7661873" y="2497436"/>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400300"/>
            <a:ext cx="363927" cy="109918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7" name="Rectangle 6">
            <a:extLst>
              <a:ext uri="{FF2B5EF4-FFF2-40B4-BE49-F238E27FC236}">
                <a16:creationId xmlns:a16="http://schemas.microsoft.com/office/drawing/2014/main" id="{8CA6DC18-1C8A-B597-037C-6C232363A3E7}"/>
              </a:ext>
            </a:extLst>
          </p:cNvPr>
          <p:cNvSpPr/>
          <p:nvPr/>
        </p:nvSpPr>
        <p:spPr>
          <a:xfrm>
            <a:off x="5590696" y="3771122"/>
            <a:ext cx="1442529" cy="759125"/>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tx1">
                    <a:lumMod val="85000"/>
                    <a:lumOff val="15000"/>
                  </a:schemeClr>
                </a:solidFill>
              </a:rPr>
              <a:t>Guess!</a:t>
            </a:r>
          </a:p>
        </p:txBody>
      </p:sp>
    </p:spTree>
    <p:extLst>
      <p:ext uri="{BB962C8B-B14F-4D97-AF65-F5344CB8AC3E}">
        <p14:creationId xmlns:p14="http://schemas.microsoft.com/office/powerpoint/2010/main" val="69970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A bit more complicated example</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sp>
        <p:nvSpPr>
          <p:cNvPr id="4" name="Content Placeholder 3">
            <a:extLst>
              <a:ext uri="{FF2B5EF4-FFF2-40B4-BE49-F238E27FC236}">
                <a16:creationId xmlns:a16="http://schemas.microsoft.com/office/drawing/2014/main" id="{307E061A-86EB-159D-8A92-54262ADCE22F}"/>
              </a:ext>
            </a:extLst>
          </p:cNvPr>
          <p:cNvSpPr>
            <a:spLocks noGrp="1"/>
          </p:cNvSpPr>
          <p:nvPr>
            <p:ph idx="13"/>
          </p:nvPr>
        </p:nvSpPr>
        <p:spPr/>
        <p:txBody>
          <a:bodyPr/>
          <a:lstStyle/>
          <a:p>
            <a:r>
              <a:rPr lang="en-CA" dirty="0"/>
              <a:t>How can we predict a student’s future grade for class #4?</a:t>
            </a:r>
          </a:p>
          <a:p>
            <a:r>
              <a:rPr lang="en-CA" dirty="0"/>
              <a:t>This is a harder pattern</a:t>
            </a:r>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extLst>
              <p:ext uri="{D42A27DB-BD31-4B8C-83A1-F6EECF244321}">
                <p14:modId xmlns:p14="http://schemas.microsoft.com/office/powerpoint/2010/main" val="1890594280"/>
              </p:ext>
            </p:extLst>
          </p:nvPr>
        </p:nvGraphicFramePr>
        <p:xfrm>
          <a:off x="4119592" y="2016125"/>
          <a:ext cx="2885058" cy="148336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B</a:t>
                      </a:r>
                    </a:p>
                  </a:txBody>
                  <a:tcPr/>
                </a:tc>
                <a:extLst>
                  <a:ext uri="{0D108BD9-81ED-4DB2-BD59-A6C34878D82A}">
                    <a16:rowId xmlns:a16="http://schemas.microsoft.com/office/drawing/2014/main" val="3452413665"/>
                  </a:ext>
                </a:extLst>
              </a:tr>
              <a:tr h="370840">
                <a:tc>
                  <a:txBody>
                    <a:bodyPr/>
                    <a:lstStyle/>
                    <a:p>
                      <a:r>
                        <a:rPr lang="en-CA" dirty="0"/>
                        <a:t>2</a:t>
                      </a:r>
                    </a:p>
                  </a:txBody>
                  <a:tcPr/>
                </a:tc>
                <a:tc>
                  <a:txBody>
                    <a:bodyPr/>
                    <a:lstStyle/>
                    <a:p>
                      <a:r>
                        <a:rPr lang="en-CA" dirty="0"/>
                        <a:t>A</a:t>
                      </a:r>
                    </a:p>
                  </a:txBody>
                  <a:tcPr/>
                </a:tc>
                <a:extLst>
                  <a:ext uri="{0D108BD9-81ED-4DB2-BD59-A6C34878D82A}">
                    <a16:rowId xmlns:a16="http://schemas.microsoft.com/office/drawing/2014/main" val="2274006036"/>
                  </a:ext>
                </a:extLst>
              </a:tr>
              <a:tr h="370840">
                <a:tc>
                  <a:txBody>
                    <a:bodyPr/>
                    <a:lstStyle/>
                    <a:p>
                      <a:r>
                        <a:rPr lang="en-CA" dirty="0"/>
                        <a:t>3</a:t>
                      </a:r>
                    </a:p>
                  </a:txBody>
                  <a:tcPr/>
                </a:tc>
                <a:tc>
                  <a:txBody>
                    <a:bodyPr/>
                    <a:lstStyle/>
                    <a:p>
                      <a:r>
                        <a:rPr lang="en-CA" dirty="0"/>
                        <a:t>C</a:t>
                      </a:r>
                    </a:p>
                  </a:txBody>
                  <a:tcPr/>
                </a:tc>
                <a:extLst>
                  <a:ext uri="{0D108BD9-81ED-4DB2-BD59-A6C34878D82A}">
                    <a16:rowId xmlns:a16="http://schemas.microsoft.com/office/drawing/2014/main" val="3381881057"/>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extLst>
              <p:ext uri="{D42A27DB-BD31-4B8C-83A1-F6EECF244321}">
                <p14:modId xmlns:p14="http://schemas.microsoft.com/office/powerpoint/2010/main" val="1032606331"/>
              </p:ext>
            </p:extLst>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4</a:t>
                      </a:r>
                    </a:p>
                  </a:txBody>
                  <a:tcPr/>
                </a:tc>
                <a:tc>
                  <a:txBody>
                    <a:bodyPr/>
                    <a:lstStyle/>
                    <a:p>
                      <a:r>
                        <a:rPr lang="en-CA" dirty="0"/>
                        <a:t>B</a:t>
                      </a:r>
                    </a:p>
                  </a:txBody>
                  <a:tcPr/>
                </a:tc>
                <a:extLst>
                  <a:ext uri="{0D108BD9-81ED-4DB2-BD59-A6C34878D82A}">
                    <a16:rowId xmlns:a16="http://schemas.microsoft.com/office/drawing/2014/main" val="4102080711"/>
                  </a:ext>
                </a:extLst>
              </a:tr>
            </a:tbl>
          </a:graphicData>
        </a:graphic>
      </p:graphicFrame>
      <p:sp>
        <p:nvSpPr>
          <p:cNvPr id="10" name="Oval 9">
            <a:extLst>
              <a:ext uri="{FF2B5EF4-FFF2-40B4-BE49-F238E27FC236}">
                <a16:creationId xmlns:a16="http://schemas.microsoft.com/office/drawing/2014/main" id="{64D26C12-FAD9-11EC-C7C1-7BBC4E77E3CE}"/>
              </a:ext>
            </a:extLst>
          </p:cNvPr>
          <p:cNvSpPr/>
          <p:nvPr/>
        </p:nvSpPr>
        <p:spPr>
          <a:xfrm>
            <a:off x="7661873" y="2497436"/>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400300"/>
            <a:ext cx="363927" cy="109918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7" name="Rectangle 6">
            <a:extLst>
              <a:ext uri="{FF2B5EF4-FFF2-40B4-BE49-F238E27FC236}">
                <a16:creationId xmlns:a16="http://schemas.microsoft.com/office/drawing/2014/main" id="{8CA6DC18-1C8A-B597-037C-6C232363A3E7}"/>
              </a:ext>
            </a:extLst>
          </p:cNvPr>
          <p:cNvSpPr/>
          <p:nvPr/>
        </p:nvSpPr>
        <p:spPr>
          <a:xfrm>
            <a:off x="5590696" y="3771122"/>
            <a:ext cx="1442529" cy="759125"/>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tx1">
                    <a:lumMod val="85000"/>
                    <a:lumOff val="15000"/>
                  </a:schemeClr>
                </a:solidFill>
              </a:rPr>
              <a:t>Guess!</a:t>
            </a:r>
          </a:p>
        </p:txBody>
      </p:sp>
    </p:spTree>
    <p:extLst>
      <p:ext uri="{BB962C8B-B14F-4D97-AF65-F5344CB8AC3E}">
        <p14:creationId xmlns:p14="http://schemas.microsoft.com/office/powerpoint/2010/main" val="132360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9A77E47-4388-DEB9-9967-D6062E8B1B46}"/>
              </a:ext>
            </a:extLst>
          </p:cNvPr>
          <p:cNvGraphicFramePr>
            <a:graphicFrameLocks noGrp="1"/>
          </p:cNvGraphicFramePr>
          <p:nvPr/>
        </p:nvGraphicFramePr>
        <p:xfrm>
          <a:off x="985867" y="4397836"/>
          <a:ext cx="2885062" cy="74168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Chemistry</a:t>
                      </a:r>
                    </a:p>
                  </a:txBody>
                  <a:tcPr/>
                </a:tc>
                <a:tc>
                  <a:txBody>
                    <a:bodyPr/>
                    <a:lstStyle/>
                    <a:p>
                      <a:r>
                        <a:rPr lang="en-CA" dirty="0"/>
                        <a:t>A</a:t>
                      </a:r>
                    </a:p>
                  </a:txBody>
                  <a:tcPr/>
                </a:tc>
                <a:extLst>
                  <a:ext uri="{0D108BD9-81ED-4DB2-BD59-A6C34878D82A}">
                    <a16:rowId xmlns:a16="http://schemas.microsoft.com/office/drawing/2014/main" val="2274006036"/>
                  </a:ext>
                </a:extLst>
              </a:tr>
            </a:tbl>
          </a:graphicData>
        </a:graphic>
      </p:graphicFrame>
      <p:sp>
        <p:nvSpPr>
          <p:cNvPr id="2" name="Title 1">
            <a:extLst>
              <a:ext uri="{FF2B5EF4-FFF2-40B4-BE49-F238E27FC236}">
                <a16:creationId xmlns:a16="http://schemas.microsoft.com/office/drawing/2014/main" id="{508FF972-7E8D-AA2D-7728-54B3E1F632DA}"/>
              </a:ext>
            </a:extLst>
          </p:cNvPr>
          <p:cNvSpPr>
            <a:spLocks noGrp="1"/>
          </p:cNvSpPr>
          <p:nvPr>
            <p:ph type="title"/>
          </p:nvPr>
        </p:nvSpPr>
        <p:spPr/>
        <p:txBody>
          <a:bodyPr/>
          <a:lstStyle/>
          <a:p>
            <a:r>
              <a:rPr lang="en-CA" dirty="0"/>
              <a:t>A slightly more complicated pattern – predict the grade!</a:t>
            </a:r>
          </a:p>
        </p:txBody>
      </p:sp>
      <p:sp>
        <p:nvSpPr>
          <p:cNvPr id="3" name="Text Placeholder 2">
            <a:extLst>
              <a:ext uri="{FF2B5EF4-FFF2-40B4-BE49-F238E27FC236}">
                <a16:creationId xmlns:a16="http://schemas.microsoft.com/office/drawing/2014/main" id="{E92C8B8C-AFAA-DE1E-DDCA-F7F8B976E914}"/>
              </a:ext>
            </a:extLst>
          </p:cNvPr>
          <p:cNvSpPr>
            <a:spLocks noGrp="1"/>
          </p:cNvSpPr>
          <p:nvPr>
            <p:ph type="body" sz="quarter" idx="10"/>
          </p:nvPr>
        </p:nvSpPr>
        <p:spPr/>
        <p:txBody>
          <a:bodyPr/>
          <a:lstStyle/>
          <a:p>
            <a:endParaRPr lang="en-CA"/>
          </a:p>
        </p:txBody>
      </p:sp>
      <p:graphicFrame>
        <p:nvGraphicFramePr>
          <p:cNvPr id="6" name="Table 5">
            <a:extLst>
              <a:ext uri="{FF2B5EF4-FFF2-40B4-BE49-F238E27FC236}">
                <a16:creationId xmlns:a16="http://schemas.microsoft.com/office/drawing/2014/main" id="{C3EC13FB-E5A5-DCA2-718D-54B1BF3A5922}"/>
              </a:ext>
            </a:extLst>
          </p:cNvPr>
          <p:cNvGraphicFramePr>
            <a:graphicFrameLocks noGrp="1"/>
          </p:cNvGraphicFramePr>
          <p:nvPr>
            <p:extLst>
              <p:ext uri="{D42A27DB-BD31-4B8C-83A1-F6EECF244321}">
                <p14:modId xmlns:p14="http://schemas.microsoft.com/office/powerpoint/2010/main" val="1636562313"/>
              </p:ext>
            </p:extLst>
          </p:nvPr>
        </p:nvGraphicFramePr>
        <p:xfrm>
          <a:off x="985867" y="1190451"/>
          <a:ext cx="2885062" cy="296672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Art</a:t>
                      </a:r>
                    </a:p>
                  </a:txBody>
                  <a:tcPr/>
                </a:tc>
                <a:tc>
                  <a:txBody>
                    <a:bodyPr/>
                    <a:lstStyle/>
                    <a:p>
                      <a:r>
                        <a:rPr lang="en-CA" dirty="0"/>
                        <a:t>C</a:t>
                      </a:r>
                    </a:p>
                  </a:txBody>
                  <a:tcPr/>
                </a:tc>
                <a:extLst>
                  <a:ext uri="{0D108BD9-81ED-4DB2-BD59-A6C34878D82A}">
                    <a16:rowId xmlns:a16="http://schemas.microsoft.com/office/drawing/2014/main" val="3452413665"/>
                  </a:ext>
                </a:extLst>
              </a:tr>
              <a:tr h="370840">
                <a:tc>
                  <a:txBody>
                    <a:bodyPr/>
                    <a:lstStyle/>
                    <a:p>
                      <a:r>
                        <a:rPr lang="en-CA" dirty="0"/>
                        <a:t>Gym</a:t>
                      </a:r>
                    </a:p>
                  </a:txBody>
                  <a:tcPr/>
                </a:tc>
                <a:tc>
                  <a:txBody>
                    <a:bodyPr/>
                    <a:lstStyle/>
                    <a:p>
                      <a:r>
                        <a:rPr lang="en-CA" dirty="0"/>
                        <a:t>C</a:t>
                      </a:r>
                    </a:p>
                  </a:txBody>
                  <a:tcPr/>
                </a:tc>
                <a:extLst>
                  <a:ext uri="{0D108BD9-81ED-4DB2-BD59-A6C34878D82A}">
                    <a16:rowId xmlns:a16="http://schemas.microsoft.com/office/drawing/2014/main" val="2274006036"/>
                  </a:ext>
                </a:extLst>
              </a:tr>
              <a:tr h="370840">
                <a:tc>
                  <a:txBody>
                    <a:bodyPr/>
                    <a:lstStyle/>
                    <a:p>
                      <a:r>
                        <a:rPr lang="en-CA" dirty="0"/>
                        <a:t>Grammar</a:t>
                      </a:r>
                    </a:p>
                  </a:txBody>
                  <a:tcPr/>
                </a:tc>
                <a:tc>
                  <a:txBody>
                    <a:bodyPr/>
                    <a:lstStyle/>
                    <a:p>
                      <a:r>
                        <a:rPr lang="en-CA" dirty="0"/>
                        <a:t>C</a:t>
                      </a:r>
                    </a:p>
                  </a:txBody>
                  <a:tcPr/>
                </a:tc>
                <a:extLst>
                  <a:ext uri="{0D108BD9-81ED-4DB2-BD59-A6C34878D82A}">
                    <a16:rowId xmlns:a16="http://schemas.microsoft.com/office/drawing/2014/main" val="3381881057"/>
                  </a:ext>
                </a:extLst>
              </a:tr>
              <a:tr h="370840">
                <a:tc>
                  <a:txBody>
                    <a:bodyPr/>
                    <a:lstStyle/>
                    <a:p>
                      <a:r>
                        <a:rPr lang="en-CA" dirty="0"/>
                        <a:t>Spelling</a:t>
                      </a:r>
                    </a:p>
                  </a:txBody>
                  <a:tcPr/>
                </a:tc>
                <a:tc>
                  <a:txBody>
                    <a:bodyPr/>
                    <a:lstStyle/>
                    <a:p>
                      <a:r>
                        <a:rPr lang="en-CA" dirty="0"/>
                        <a:t>C</a:t>
                      </a:r>
                    </a:p>
                  </a:txBody>
                  <a:tcPr/>
                </a:tc>
                <a:extLst>
                  <a:ext uri="{0D108BD9-81ED-4DB2-BD59-A6C34878D82A}">
                    <a16:rowId xmlns:a16="http://schemas.microsoft.com/office/drawing/2014/main" val="4102080711"/>
                  </a:ext>
                </a:extLst>
              </a:tr>
              <a:tr h="370840">
                <a:tc>
                  <a:txBody>
                    <a:bodyPr/>
                    <a:lstStyle/>
                    <a:p>
                      <a:r>
                        <a:rPr lang="en-CA" dirty="0"/>
                        <a:t>Geography</a:t>
                      </a:r>
                    </a:p>
                  </a:txBody>
                  <a:tcPr/>
                </a:tc>
                <a:tc>
                  <a:txBody>
                    <a:bodyPr/>
                    <a:lstStyle/>
                    <a:p>
                      <a:r>
                        <a:rPr lang="en-CA" dirty="0"/>
                        <a:t>C</a:t>
                      </a:r>
                    </a:p>
                  </a:txBody>
                  <a:tcPr/>
                </a:tc>
                <a:extLst>
                  <a:ext uri="{0D108BD9-81ED-4DB2-BD59-A6C34878D82A}">
                    <a16:rowId xmlns:a16="http://schemas.microsoft.com/office/drawing/2014/main" val="752582474"/>
                  </a:ext>
                </a:extLst>
              </a:tr>
              <a:tr h="370840">
                <a:tc>
                  <a:txBody>
                    <a:bodyPr/>
                    <a:lstStyle/>
                    <a:p>
                      <a:r>
                        <a:rPr lang="en-CA" dirty="0"/>
                        <a:t>Math</a:t>
                      </a:r>
                    </a:p>
                  </a:txBody>
                  <a:tcPr/>
                </a:tc>
                <a:tc>
                  <a:txBody>
                    <a:bodyPr/>
                    <a:lstStyle/>
                    <a:p>
                      <a:r>
                        <a:rPr lang="en-CA" dirty="0"/>
                        <a:t>A</a:t>
                      </a:r>
                    </a:p>
                  </a:txBody>
                  <a:tcPr/>
                </a:tc>
                <a:extLst>
                  <a:ext uri="{0D108BD9-81ED-4DB2-BD59-A6C34878D82A}">
                    <a16:rowId xmlns:a16="http://schemas.microsoft.com/office/drawing/2014/main" val="161467823"/>
                  </a:ext>
                </a:extLst>
              </a:tr>
              <a:tr h="370840">
                <a:tc>
                  <a:txBody>
                    <a:bodyPr/>
                    <a:lstStyle/>
                    <a:p>
                      <a:r>
                        <a:rPr lang="en-CA" dirty="0"/>
                        <a:t>Science</a:t>
                      </a:r>
                    </a:p>
                  </a:txBody>
                  <a:tcPr/>
                </a:tc>
                <a:tc>
                  <a:txBody>
                    <a:bodyPr/>
                    <a:lstStyle/>
                    <a:p>
                      <a:r>
                        <a:rPr lang="en-CA" dirty="0"/>
                        <a:t>A</a:t>
                      </a:r>
                    </a:p>
                  </a:txBody>
                  <a:tcPr/>
                </a:tc>
                <a:extLst>
                  <a:ext uri="{0D108BD9-81ED-4DB2-BD59-A6C34878D82A}">
                    <a16:rowId xmlns:a16="http://schemas.microsoft.com/office/drawing/2014/main" val="628892198"/>
                  </a:ext>
                </a:extLst>
              </a:tr>
            </a:tbl>
          </a:graphicData>
        </a:graphic>
      </p:graphicFrame>
      <p:sp>
        <p:nvSpPr>
          <p:cNvPr id="8" name="Rectangle 7">
            <a:extLst>
              <a:ext uri="{FF2B5EF4-FFF2-40B4-BE49-F238E27FC236}">
                <a16:creationId xmlns:a16="http://schemas.microsoft.com/office/drawing/2014/main" id="{C9AF1816-135C-C84C-23AD-31184183D6F5}"/>
              </a:ext>
            </a:extLst>
          </p:cNvPr>
          <p:cNvSpPr/>
          <p:nvPr/>
        </p:nvSpPr>
        <p:spPr>
          <a:xfrm>
            <a:off x="2639088" y="4753627"/>
            <a:ext cx="1231835" cy="40494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tx1">
                    <a:lumMod val="85000"/>
                    <a:lumOff val="15000"/>
                  </a:schemeClr>
                </a:solidFill>
              </a:rPr>
              <a:t>Guess!</a:t>
            </a:r>
          </a:p>
        </p:txBody>
      </p:sp>
      <p:sp>
        <p:nvSpPr>
          <p:cNvPr id="9" name="Oval 8">
            <a:extLst>
              <a:ext uri="{FF2B5EF4-FFF2-40B4-BE49-F238E27FC236}">
                <a16:creationId xmlns:a16="http://schemas.microsoft.com/office/drawing/2014/main" id="{5077D1A8-CB9D-AA24-DAFD-343774B0BC12}"/>
              </a:ext>
            </a:extLst>
          </p:cNvPr>
          <p:cNvSpPr/>
          <p:nvPr/>
        </p:nvSpPr>
        <p:spPr>
          <a:xfrm>
            <a:off x="4528148" y="2386228"/>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0" name="Right Brace 9">
            <a:extLst>
              <a:ext uri="{FF2B5EF4-FFF2-40B4-BE49-F238E27FC236}">
                <a16:creationId xmlns:a16="http://schemas.microsoft.com/office/drawing/2014/main" id="{A50FB629-250A-01C3-7448-3B9D66C152E5}"/>
              </a:ext>
            </a:extLst>
          </p:cNvPr>
          <p:cNvSpPr/>
          <p:nvPr/>
        </p:nvSpPr>
        <p:spPr>
          <a:xfrm>
            <a:off x="4017573" y="1574626"/>
            <a:ext cx="363927" cy="258254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1" name="Right Brace 10">
            <a:extLst>
              <a:ext uri="{FF2B5EF4-FFF2-40B4-BE49-F238E27FC236}">
                <a16:creationId xmlns:a16="http://schemas.microsoft.com/office/drawing/2014/main" id="{7764E2AE-0B79-FA54-EE83-AFA40D9A93FF}"/>
              </a:ext>
            </a:extLst>
          </p:cNvPr>
          <p:cNvSpPr/>
          <p:nvPr/>
        </p:nvSpPr>
        <p:spPr>
          <a:xfrm>
            <a:off x="4017572" y="4815490"/>
            <a:ext cx="363927" cy="3240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2" name="Oval 11">
            <a:extLst>
              <a:ext uri="{FF2B5EF4-FFF2-40B4-BE49-F238E27FC236}">
                <a16:creationId xmlns:a16="http://schemas.microsoft.com/office/drawing/2014/main" id="{657E1C36-F165-9431-DF2C-BFDB5A86FE15}"/>
              </a:ext>
            </a:extLst>
          </p:cNvPr>
          <p:cNvSpPr/>
          <p:nvPr/>
        </p:nvSpPr>
        <p:spPr>
          <a:xfrm>
            <a:off x="4528148" y="4524747"/>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Tree>
    <p:extLst>
      <p:ext uri="{BB962C8B-B14F-4D97-AF65-F5344CB8AC3E}">
        <p14:creationId xmlns:p14="http://schemas.microsoft.com/office/powerpoint/2010/main" val="261484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Now let’s look at the formula for this model.</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nvGraphicFramePr>
        <p:xfrm>
          <a:off x="4119592" y="2741991"/>
          <a:ext cx="2885058" cy="74168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B</a:t>
                      </a:r>
                    </a:p>
                  </a:txBody>
                  <a:tcPr/>
                </a:tc>
                <a:extLst>
                  <a:ext uri="{0D108BD9-81ED-4DB2-BD59-A6C34878D82A}">
                    <a16:rowId xmlns:a16="http://schemas.microsoft.com/office/drawing/2014/main" val="3452413665"/>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2</a:t>
                      </a:r>
                    </a:p>
                  </a:txBody>
                  <a:tcPr/>
                </a:tc>
                <a:tc>
                  <a:txBody>
                    <a:bodyPr/>
                    <a:lstStyle/>
                    <a:p>
                      <a:r>
                        <a:rPr lang="en-CA" dirty="0"/>
                        <a:t>B</a:t>
                      </a:r>
                    </a:p>
                  </a:txBody>
                  <a:tcPr/>
                </a:tc>
                <a:extLst>
                  <a:ext uri="{0D108BD9-81ED-4DB2-BD59-A6C34878D82A}">
                    <a16:rowId xmlns:a16="http://schemas.microsoft.com/office/drawing/2014/main" val="4102080711"/>
                  </a:ext>
                </a:extLst>
              </a:tr>
            </a:tbl>
          </a:graphicData>
        </a:graphic>
      </p:graphicFrame>
      <p:sp>
        <p:nvSpPr>
          <p:cNvPr id="10" name="Oval 9">
            <a:extLst>
              <a:ext uri="{FF2B5EF4-FFF2-40B4-BE49-F238E27FC236}">
                <a16:creationId xmlns:a16="http://schemas.microsoft.com/office/drawing/2014/main" id="{64D26C12-FAD9-11EC-C7C1-7BBC4E77E3CE}"/>
              </a:ext>
            </a:extLst>
          </p:cNvPr>
          <p:cNvSpPr/>
          <p:nvPr/>
        </p:nvSpPr>
        <p:spPr>
          <a:xfrm>
            <a:off x="7661873" y="2582279"/>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757805"/>
            <a:ext cx="363927" cy="741680"/>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14" name="Rectangle 13">
            <a:extLst>
              <a:ext uri="{FF2B5EF4-FFF2-40B4-BE49-F238E27FC236}">
                <a16:creationId xmlns:a16="http://schemas.microsoft.com/office/drawing/2014/main" id="{BFF02BB2-2C05-FAEB-996A-8D6CB5A57982}"/>
              </a:ext>
            </a:extLst>
          </p:cNvPr>
          <p:cNvSpPr/>
          <p:nvPr/>
        </p:nvSpPr>
        <p:spPr>
          <a:xfrm>
            <a:off x="3416057" y="5105017"/>
            <a:ext cx="4617954"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 is the only grade we know</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C33432E-9D1A-0222-5DD1-A356C57BEB63}"/>
                  </a:ext>
                </a:extLst>
              </p:cNvPr>
              <p:cNvSpPr txBox="1"/>
              <p:nvPr/>
            </p:nvSpPr>
            <p:spPr>
              <a:xfrm>
                <a:off x="8566748" y="5254469"/>
                <a:ext cx="854208" cy="430887"/>
              </a:xfrm>
              <a:prstGeom prst="rect">
                <a:avLst/>
              </a:prstGeom>
              <a:noFill/>
            </p:spPr>
            <p:txBody>
              <a:bodyPr wrap="none" lIns="0" tIns="0" rIns="0" bIns="0" rtlCol="0">
                <a:spAutoFit/>
              </a:bodyPr>
              <a:lstStyle/>
              <a:p>
                <a14:m>
                  <m:oMath xmlns:m="http://schemas.openxmlformats.org/officeDocument/2006/math">
                    <m:r>
                      <a:rPr lang="en-CA" sz="2800" b="0" i="1" smtClean="0">
                        <a:latin typeface="Cambria Math" panose="02040503050406030204" pitchFamily="18" charset="0"/>
                      </a:rPr>
                      <m:t>𝑦</m:t>
                    </m:r>
                    <m:r>
                      <a:rPr lang="en-CA" sz="2800" b="0" i="1" smtClean="0">
                        <a:latin typeface="Cambria Math" panose="02040503050406030204" pitchFamily="18" charset="0"/>
                      </a:rPr>
                      <m:t>=</m:t>
                    </m:r>
                  </m:oMath>
                </a14:m>
                <a:r>
                  <a:rPr lang="en-CA" sz="2800" dirty="0"/>
                  <a:t> </a:t>
                </a:r>
                <a14:m>
                  <m:oMath xmlns:m="http://schemas.openxmlformats.org/officeDocument/2006/math">
                    <m:r>
                      <a:rPr lang="en-CA" sz="2800" i="1">
                        <a:latin typeface="Cambria Math" panose="02040503050406030204" pitchFamily="18" charset="0"/>
                      </a:rPr>
                      <m:t>𝑥</m:t>
                    </m:r>
                  </m:oMath>
                </a14:m>
                <a:endParaRPr lang="en-CA" sz="2800" dirty="0"/>
              </a:p>
            </p:txBody>
          </p:sp>
        </mc:Choice>
        <mc:Fallback xmlns="">
          <p:sp>
            <p:nvSpPr>
              <p:cNvPr id="8" name="TextBox 7">
                <a:extLst>
                  <a:ext uri="{FF2B5EF4-FFF2-40B4-BE49-F238E27FC236}">
                    <a16:creationId xmlns:a16="http://schemas.microsoft.com/office/drawing/2014/main" id="{7C33432E-9D1A-0222-5DD1-A356C57BEB63}"/>
                  </a:ext>
                </a:extLst>
              </p:cNvPr>
              <p:cNvSpPr txBox="1">
                <a:spLocks noRot="1" noChangeAspect="1" noMove="1" noResize="1" noEditPoints="1" noAdjustHandles="1" noChangeArrowheads="1" noChangeShapeType="1" noTextEdit="1"/>
              </p:cNvSpPr>
              <p:nvPr/>
            </p:nvSpPr>
            <p:spPr>
              <a:xfrm>
                <a:off x="8566748" y="5254469"/>
                <a:ext cx="854208" cy="430887"/>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F0CB897-DBA1-1119-78C6-897D4F6FF022}"/>
                  </a:ext>
                </a:extLst>
              </p:cNvPr>
              <p:cNvSpPr txBox="1"/>
              <p:nvPr/>
            </p:nvSpPr>
            <p:spPr>
              <a:xfrm>
                <a:off x="6682584" y="3046076"/>
                <a:ext cx="28020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i="1">
                          <a:latin typeface="Cambria Math" panose="02040503050406030204" pitchFamily="18" charset="0"/>
                        </a:rPr>
                        <m:t>𝑥</m:t>
                      </m:r>
                    </m:oMath>
                  </m:oMathPara>
                </a14:m>
                <a:endParaRPr lang="en-CA" sz="2800" dirty="0"/>
              </a:p>
            </p:txBody>
          </p:sp>
        </mc:Choice>
        <mc:Fallback xmlns="">
          <p:sp>
            <p:nvSpPr>
              <p:cNvPr id="16" name="TextBox 15">
                <a:extLst>
                  <a:ext uri="{FF2B5EF4-FFF2-40B4-BE49-F238E27FC236}">
                    <a16:creationId xmlns:a16="http://schemas.microsoft.com/office/drawing/2014/main" id="{5F0CB897-DBA1-1119-78C6-897D4F6FF022}"/>
                  </a:ext>
                </a:extLst>
              </p:cNvPr>
              <p:cNvSpPr txBox="1">
                <a:spLocks noRot="1" noChangeAspect="1" noMove="1" noResize="1" noEditPoints="1" noAdjustHandles="1" noChangeArrowheads="1" noChangeShapeType="1" noTextEdit="1"/>
              </p:cNvSpPr>
              <p:nvPr/>
            </p:nvSpPr>
            <p:spPr>
              <a:xfrm>
                <a:off x="6682584" y="3046076"/>
                <a:ext cx="280205" cy="430887"/>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18E98BD-D34E-C8E8-6FC3-DFCDDCAE309A}"/>
                  </a:ext>
                </a:extLst>
              </p:cNvPr>
              <p:cNvSpPr txBox="1"/>
              <p:nvPr/>
            </p:nvSpPr>
            <p:spPr>
              <a:xfrm>
                <a:off x="6719570" y="3826093"/>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17" name="TextBox 16">
                <a:extLst>
                  <a:ext uri="{FF2B5EF4-FFF2-40B4-BE49-F238E27FC236}">
                    <a16:creationId xmlns:a16="http://schemas.microsoft.com/office/drawing/2014/main" id="{A18E98BD-D34E-C8E8-6FC3-DFCDDCAE309A}"/>
                  </a:ext>
                </a:extLst>
              </p:cNvPr>
              <p:cNvSpPr txBox="1">
                <a:spLocks noRot="1" noChangeAspect="1" noMove="1" noResize="1" noEditPoints="1" noAdjustHandles="1" noChangeArrowheads="1" noChangeShapeType="1" noTextEdit="1"/>
              </p:cNvSpPr>
              <p:nvPr/>
            </p:nvSpPr>
            <p:spPr>
              <a:xfrm>
                <a:off x="6719570" y="3826093"/>
                <a:ext cx="285078" cy="430887"/>
              </a:xfrm>
              <a:prstGeom prst="rect">
                <a:avLst/>
              </a:prstGeom>
              <a:blipFill>
                <a:blip r:embed="rId5"/>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7475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The model is the average!</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nvGraphicFramePr>
        <p:xfrm>
          <a:off x="4119592" y="2016125"/>
          <a:ext cx="2885058" cy="148336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A</a:t>
                      </a:r>
                    </a:p>
                  </a:txBody>
                  <a:tcPr/>
                </a:tc>
                <a:extLst>
                  <a:ext uri="{0D108BD9-81ED-4DB2-BD59-A6C34878D82A}">
                    <a16:rowId xmlns:a16="http://schemas.microsoft.com/office/drawing/2014/main" val="3452413665"/>
                  </a:ext>
                </a:extLst>
              </a:tr>
              <a:tr h="370840">
                <a:tc>
                  <a:txBody>
                    <a:bodyPr/>
                    <a:lstStyle/>
                    <a:p>
                      <a:r>
                        <a:rPr lang="en-CA" dirty="0"/>
                        <a:t>2</a:t>
                      </a:r>
                    </a:p>
                  </a:txBody>
                  <a:tcPr/>
                </a:tc>
                <a:tc>
                  <a:txBody>
                    <a:bodyPr/>
                    <a:lstStyle/>
                    <a:p>
                      <a:r>
                        <a:rPr lang="en-CA" dirty="0"/>
                        <a:t>A</a:t>
                      </a:r>
                    </a:p>
                  </a:txBody>
                  <a:tcPr/>
                </a:tc>
                <a:extLst>
                  <a:ext uri="{0D108BD9-81ED-4DB2-BD59-A6C34878D82A}">
                    <a16:rowId xmlns:a16="http://schemas.microsoft.com/office/drawing/2014/main" val="2274006036"/>
                  </a:ext>
                </a:extLst>
              </a:tr>
              <a:tr h="370840">
                <a:tc>
                  <a:txBody>
                    <a:bodyPr/>
                    <a:lstStyle/>
                    <a:p>
                      <a:r>
                        <a:rPr lang="en-CA" dirty="0"/>
                        <a:t>3</a:t>
                      </a:r>
                    </a:p>
                  </a:txBody>
                  <a:tcPr/>
                </a:tc>
                <a:tc>
                  <a:txBody>
                    <a:bodyPr/>
                    <a:lstStyle/>
                    <a:p>
                      <a:r>
                        <a:rPr lang="en-CA" dirty="0"/>
                        <a:t>A</a:t>
                      </a:r>
                    </a:p>
                  </a:txBody>
                  <a:tcPr/>
                </a:tc>
                <a:extLst>
                  <a:ext uri="{0D108BD9-81ED-4DB2-BD59-A6C34878D82A}">
                    <a16:rowId xmlns:a16="http://schemas.microsoft.com/office/drawing/2014/main" val="3381881057"/>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4</a:t>
                      </a:r>
                    </a:p>
                  </a:txBody>
                  <a:tcPr/>
                </a:tc>
                <a:tc>
                  <a:txBody>
                    <a:bodyPr/>
                    <a:lstStyle/>
                    <a:p>
                      <a:r>
                        <a:rPr lang="en-CA" dirty="0"/>
                        <a:t>A</a:t>
                      </a:r>
                    </a:p>
                  </a:txBody>
                  <a:tcPr/>
                </a:tc>
                <a:extLst>
                  <a:ext uri="{0D108BD9-81ED-4DB2-BD59-A6C34878D82A}">
                    <a16:rowId xmlns:a16="http://schemas.microsoft.com/office/drawing/2014/main" val="4102080711"/>
                  </a:ext>
                </a:extLst>
              </a:tr>
            </a:tbl>
          </a:graphicData>
        </a:graphic>
      </p:graphicFrame>
      <p:sp>
        <p:nvSpPr>
          <p:cNvPr id="10" name="Oval 9">
            <a:extLst>
              <a:ext uri="{FF2B5EF4-FFF2-40B4-BE49-F238E27FC236}">
                <a16:creationId xmlns:a16="http://schemas.microsoft.com/office/drawing/2014/main" id="{64D26C12-FAD9-11EC-C7C1-7BBC4E77E3CE}"/>
              </a:ext>
            </a:extLst>
          </p:cNvPr>
          <p:cNvSpPr/>
          <p:nvPr/>
        </p:nvSpPr>
        <p:spPr>
          <a:xfrm>
            <a:off x="7661873" y="2497436"/>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400300"/>
            <a:ext cx="363927" cy="109918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14" name="Rectangle 13">
            <a:extLst>
              <a:ext uri="{FF2B5EF4-FFF2-40B4-BE49-F238E27FC236}">
                <a16:creationId xmlns:a16="http://schemas.microsoft.com/office/drawing/2014/main" id="{BFF02BB2-2C05-FAEB-996A-8D6CB5A57982}"/>
              </a:ext>
            </a:extLst>
          </p:cNvPr>
          <p:cNvSpPr/>
          <p:nvPr/>
        </p:nvSpPr>
        <p:spPr>
          <a:xfrm>
            <a:off x="3858642" y="5105017"/>
            <a:ext cx="3732784"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The model is the average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C33432E-9D1A-0222-5DD1-A356C57BEB63}"/>
                  </a:ext>
                </a:extLst>
              </p:cNvPr>
              <p:cNvSpPr txBox="1"/>
              <p:nvPr/>
            </p:nvSpPr>
            <p:spPr>
              <a:xfrm>
                <a:off x="7891136" y="5054059"/>
                <a:ext cx="2761653" cy="78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r>
                        <a:rPr lang="en-CA" sz="2800" b="0" i="1" smtClean="0">
                          <a:latin typeface="Cambria Math" panose="02040503050406030204" pitchFamily="18" charset="0"/>
                        </a:rPr>
                        <m:t>=</m:t>
                      </m:r>
                      <m:f>
                        <m:fPr>
                          <m:ctrlPr>
                            <a:rPr lang="el-GR" sz="2800" i="1">
                              <a:latin typeface="Cambria Math" panose="02040503050406030204" pitchFamily="18" charset="0"/>
                            </a:rPr>
                          </m:ctrlPr>
                        </m:fPr>
                        <m:num>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1</m:t>
                              </m:r>
                            </m:sub>
                          </m:sSub>
                          <m:r>
                            <a:rPr lang="en-CA" sz="2800"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2</m:t>
                              </m:r>
                            </m:sub>
                          </m:sSub>
                          <m:r>
                            <a:rPr lang="en-CA" sz="2800" b="0" i="1" smtClean="0">
                              <a:latin typeface="Cambria Math" panose="02040503050406030204" pitchFamily="18" charset="0"/>
                            </a:rPr>
                            <m:t>+</m:t>
                          </m:r>
                          <m:sSub>
                            <m:sSubPr>
                              <m:ctrlPr>
                                <a:rPr lang="en-CA" sz="2800" i="1" smtClean="0">
                                  <a:latin typeface="Cambria Math" panose="02040503050406030204" pitchFamily="18" charset="0"/>
                                </a:rPr>
                              </m:ctrlPr>
                            </m:sSubPr>
                            <m:e>
                              <m:r>
                                <a:rPr lang="en-CA" sz="2800" i="1" smtClean="0">
                                  <a:latin typeface="Cambria Math" panose="02040503050406030204" pitchFamily="18" charset="0"/>
                                </a:rPr>
                                <m:t>𝑥</m:t>
                              </m:r>
                            </m:e>
                            <m:sub>
                              <m:r>
                                <a:rPr lang="en-CA" sz="2800" i="1">
                                  <a:latin typeface="Cambria Math" panose="02040503050406030204" pitchFamily="18" charset="0"/>
                                </a:rPr>
                                <m:t>3</m:t>
                              </m:r>
                            </m:sub>
                          </m:sSub>
                        </m:num>
                        <m:den>
                          <m:r>
                            <a:rPr lang="en-CA" sz="2800" b="0" i="1" smtClean="0">
                              <a:latin typeface="Cambria Math" panose="02040503050406030204" pitchFamily="18" charset="0"/>
                            </a:rPr>
                            <m:t>3</m:t>
                          </m:r>
                        </m:den>
                      </m:f>
                    </m:oMath>
                  </m:oMathPara>
                </a14:m>
                <a:endParaRPr lang="en-CA" sz="2800" dirty="0"/>
              </a:p>
            </p:txBody>
          </p:sp>
        </mc:Choice>
        <mc:Fallback xmlns="">
          <p:sp>
            <p:nvSpPr>
              <p:cNvPr id="8" name="TextBox 7">
                <a:extLst>
                  <a:ext uri="{FF2B5EF4-FFF2-40B4-BE49-F238E27FC236}">
                    <a16:creationId xmlns:a16="http://schemas.microsoft.com/office/drawing/2014/main" id="{7C33432E-9D1A-0222-5DD1-A356C57BEB63}"/>
                  </a:ext>
                </a:extLst>
              </p:cNvPr>
              <p:cNvSpPr txBox="1">
                <a:spLocks noRot="1" noChangeAspect="1" noMove="1" noResize="1" noEditPoints="1" noAdjustHandles="1" noChangeArrowheads="1" noChangeShapeType="1" noTextEdit="1"/>
              </p:cNvSpPr>
              <p:nvPr/>
            </p:nvSpPr>
            <p:spPr>
              <a:xfrm>
                <a:off x="7891136" y="5054059"/>
                <a:ext cx="2761653" cy="782650"/>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1C4A5CD-A76A-1949-80A9-BE877D2AE9C2}"/>
                  </a:ext>
                </a:extLst>
              </p:cNvPr>
              <p:cNvSpPr txBox="1"/>
              <p:nvPr/>
            </p:nvSpPr>
            <p:spPr>
              <a:xfrm>
                <a:off x="6719570" y="3826093"/>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17" name="TextBox 16">
                <a:extLst>
                  <a:ext uri="{FF2B5EF4-FFF2-40B4-BE49-F238E27FC236}">
                    <a16:creationId xmlns:a16="http://schemas.microsoft.com/office/drawing/2014/main" id="{21C4A5CD-A76A-1949-80A9-BE877D2AE9C2}"/>
                  </a:ext>
                </a:extLst>
              </p:cNvPr>
              <p:cNvSpPr txBox="1">
                <a:spLocks noRot="1" noChangeAspect="1" noMove="1" noResize="1" noEditPoints="1" noAdjustHandles="1" noChangeArrowheads="1" noChangeShapeType="1" noTextEdit="1"/>
              </p:cNvSpPr>
              <p:nvPr/>
            </p:nvSpPr>
            <p:spPr>
              <a:xfrm>
                <a:off x="6719570" y="3826093"/>
                <a:ext cx="285078" cy="430887"/>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685ABB0-5F9F-FB48-388A-8B970B63C24C}"/>
                  </a:ext>
                </a:extLst>
              </p:cNvPr>
              <p:cNvSpPr txBox="1"/>
              <p:nvPr/>
            </p:nvSpPr>
            <p:spPr>
              <a:xfrm>
                <a:off x="6602485" y="2686317"/>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2</m:t>
                          </m:r>
                        </m:sub>
                      </m:sSub>
                    </m:oMath>
                  </m:oMathPara>
                </a14:m>
                <a:endParaRPr lang="en-CA" sz="2800" dirty="0"/>
              </a:p>
            </p:txBody>
          </p:sp>
        </mc:Choice>
        <mc:Fallback xmlns="">
          <p:sp>
            <p:nvSpPr>
              <p:cNvPr id="21" name="TextBox 20">
                <a:extLst>
                  <a:ext uri="{FF2B5EF4-FFF2-40B4-BE49-F238E27FC236}">
                    <a16:creationId xmlns:a16="http://schemas.microsoft.com/office/drawing/2014/main" id="{D685ABB0-5F9F-FB48-388A-8B970B63C24C}"/>
                  </a:ext>
                </a:extLst>
              </p:cNvPr>
              <p:cNvSpPr txBox="1">
                <a:spLocks noRot="1" noChangeAspect="1" noMove="1" noResize="1" noEditPoints="1" noAdjustHandles="1" noChangeArrowheads="1" noChangeShapeType="1" noTextEdit="1"/>
              </p:cNvSpPr>
              <p:nvPr/>
            </p:nvSpPr>
            <p:spPr>
              <a:xfrm>
                <a:off x="6602485" y="2686317"/>
                <a:ext cx="432939" cy="43088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6ADB445-DC4C-8907-E6EC-9B2A9690308A}"/>
                  </a:ext>
                </a:extLst>
              </p:cNvPr>
              <p:cNvSpPr txBox="1"/>
              <p:nvPr/>
            </p:nvSpPr>
            <p:spPr>
              <a:xfrm>
                <a:off x="6602485" y="3081266"/>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3</m:t>
                          </m:r>
                        </m:sub>
                      </m:sSub>
                    </m:oMath>
                  </m:oMathPara>
                </a14:m>
                <a:endParaRPr lang="en-CA" sz="2800" dirty="0"/>
              </a:p>
            </p:txBody>
          </p:sp>
        </mc:Choice>
        <mc:Fallback xmlns="">
          <p:sp>
            <p:nvSpPr>
              <p:cNvPr id="22" name="TextBox 21">
                <a:extLst>
                  <a:ext uri="{FF2B5EF4-FFF2-40B4-BE49-F238E27FC236}">
                    <a16:creationId xmlns:a16="http://schemas.microsoft.com/office/drawing/2014/main" id="{A6ADB445-DC4C-8907-E6EC-9B2A9690308A}"/>
                  </a:ext>
                </a:extLst>
              </p:cNvPr>
              <p:cNvSpPr txBox="1">
                <a:spLocks noRot="1" noChangeAspect="1" noMove="1" noResize="1" noEditPoints="1" noAdjustHandles="1" noChangeArrowheads="1" noChangeShapeType="1" noTextEdit="1"/>
              </p:cNvSpPr>
              <p:nvPr/>
            </p:nvSpPr>
            <p:spPr>
              <a:xfrm>
                <a:off x="6602485" y="3081266"/>
                <a:ext cx="432939" cy="43088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A4C2A7C-FDA2-8A25-21E3-4747BA9F79DC}"/>
                  </a:ext>
                </a:extLst>
              </p:cNvPr>
              <p:cNvSpPr txBox="1"/>
              <p:nvPr/>
            </p:nvSpPr>
            <p:spPr>
              <a:xfrm>
                <a:off x="6602485" y="2296863"/>
                <a:ext cx="424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1</m:t>
                          </m:r>
                        </m:sub>
                      </m:sSub>
                    </m:oMath>
                  </m:oMathPara>
                </a14:m>
                <a:endParaRPr lang="en-CA" sz="2800" dirty="0"/>
              </a:p>
            </p:txBody>
          </p:sp>
        </mc:Choice>
        <mc:Fallback xmlns="">
          <p:sp>
            <p:nvSpPr>
              <p:cNvPr id="23" name="TextBox 22">
                <a:extLst>
                  <a:ext uri="{FF2B5EF4-FFF2-40B4-BE49-F238E27FC236}">
                    <a16:creationId xmlns:a16="http://schemas.microsoft.com/office/drawing/2014/main" id="{AA4C2A7C-FDA2-8A25-21E3-4747BA9F79DC}"/>
                  </a:ext>
                </a:extLst>
              </p:cNvPr>
              <p:cNvSpPr txBox="1">
                <a:spLocks noRot="1" noChangeAspect="1" noMove="1" noResize="1" noEditPoints="1" noAdjustHandles="1" noChangeArrowheads="1" noChangeShapeType="1" noTextEdit="1"/>
              </p:cNvSpPr>
              <p:nvPr/>
            </p:nvSpPr>
            <p:spPr>
              <a:xfrm>
                <a:off x="6602485" y="2296863"/>
                <a:ext cx="424668" cy="430887"/>
              </a:xfrm>
              <a:prstGeom prst="rect">
                <a:avLst/>
              </a:prstGeom>
              <a:blipFill>
                <a:blip r:embed="rId7"/>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61012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1D2-8AC8-5C23-8C1F-44B1758DC89E}"/>
              </a:ext>
            </a:extLst>
          </p:cNvPr>
          <p:cNvSpPr>
            <a:spLocks noGrp="1"/>
          </p:cNvSpPr>
          <p:nvPr>
            <p:ph type="title"/>
          </p:nvPr>
        </p:nvSpPr>
        <p:spPr/>
        <p:txBody>
          <a:bodyPr/>
          <a:lstStyle/>
          <a:p>
            <a:r>
              <a:rPr lang="en-CA" dirty="0"/>
              <a:t>The model is the average!</a:t>
            </a:r>
          </a:p>
        </p:txBody>
      </p:sp>
      <p:sp>
        <p:nvSpPr>
          <p:cNvPr id="3" name="Text Placeholder 2">
            <a:extLst>
              <a:ext uri="{FF2B5EF4-FFF2-40B4-BE49-F238E27FC236}">
                <a16:creationId xmlns:a16="http://schemas.microsoft.com/office/drawing/2014/main" id="{58E9473A-4C22-FB20-D207-E3A7F30FB955}"/>
              </a:ext>
            </a:extLst>
          </p:cNvPr>
          <p:cNvSpPr>
            <a:spLocks noGrp="1"/>
          </p:cNvSpPr>
          <p:nvPr>
            <p:ph type="body" sz="quarter" idx="10"/>
          </p:nvPr>
        </p:nvSpPr>
        <p:spPr/>
        <p:txBody>
          <a:bodyPr/>
          <a:lstStyle/>
          <a:p>
            <a:endParaRPr lang="en-CA"/>
          </a:p>
        </p:txBody>
      </p:sp>
      <p:graphicFrame>
        <p:nvGraphicFramePr>
          <p:cNvPr id="5" name="Table 5">
            <a:extLst>
              <a:ext uri="{FF2B5EF4-FFF2-40B4-BE49-F238E27FC236}">
                <a16:creationId xmlns:a16="http://schemas.microsoft.com/office/drawing/2014/main" id="{A1C3DC26-D00A-8BBB-7708-1FB3D00C0AE3}"/>
              </a:ext>
            </a:extLst>
          </p:cNvPr>
          <p:cNvGraphicFramePr>
            <a:graphicFrameLocks noGrp="1"/>
          </p:cNvGraphicFramePr>
          <p:nvPr>
            <p:extLst>
              <p:ext uri="{D42A27DB-BD31-4B8C-83A1-F6EECF244321}">
                <p14:modId xmlns:p14="http://schemas.microsoft.com/office/powerpoint/2010/main" val="1920591594"/>
              </p:ext>
            </p:extLst>
          </p:nvPr>
        </p:nvGraphicFramePr>
        <p:xfrm>
          <a:off x="4119592" y="2016125"/>
          <a:ext cx="2885058" cy="1483360"/>
        </p:xfrm>
        <a:graphic>
          <a:graphicData uri="http://schemas.openxmlformats.org/drawingml/2006/table">
            <a:tbl>
              <a:tblPr firstRow="1"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Class #</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1</a:t>
                      </a:r>
                    </a:p>
                  </a:txBody>
                  <a:tcPr/>
                </a:tc>
                <a:tc>
                  <a:txBody>
                    <a:bodyPr/>
                    <a:lstStyle/>
                    <a:p>
                      <a:r>
                        <a:rPr lang="en-CA" dirty="0"/>
                        <a:t>B</a:t>
                      </a:r>
                    </a:p>
                  </a:txBody>
                  <a:tcPr/>
                </a:tc>
                <a:extLst>
                  <a:ext uri="{0D108BD9-81ED-4DB2-BD59-A6C34878D82A}">
                    <a16:rowId xmlns:a16="http://schemas.microsoft.com/office/drawing/2014/main" val="3452413665"/>
                  </a:ext>
                </a:extLst>
              </a:tr>
              <a:tr h="370840">
                <a:tc>
                  <a:txBody>
                    <a:bodyPr/>
                    <a:lstStyle/>
                    <a:p>
                      <a:r>
                        <a:rPr lang="en-CA" dirty="0"/>
                        <a:t>2</a:t>
                      </a:r>
                    </a:p>
                  </a:txBody>
                  <a:tcPr/>
                </a:tc>
                <a:tc>
                  <a:txBody>
                    <a:bodyPr/>
                    <a:lstStyle/>
                    <a:p>
                      <a:r>
                        <a:rPr lang="en-CA" dirty="0"/>
                        <a:t>A</a:t>
                      </a:r>
                    </a:p>
                  </a:txBody>
                  <a:tcPr/>
                </a:tc>
                <a:extLst>
                  <a:ext uri="{0D108BD9-81ED-4DB2-BD59-A6C34878D82A}">
                    <a16:rowId xmlns:a16="http://schemas.microsoft.com/office/drawing/2014/main" val="2274006036"/>
                  </a:ext>
                </a:extLst>
              </a:tr>
              <a:tr h="370840">
                <a:tc>
                  <a:txBody>
                    <a:bodyPr/>
                    <a:lstStyle/>
                    <a:p>
                      <a:r>
                        <a:rPr lang="en-CA" dirty="0"/>
                        <a:t>3</a:t>
                      </a:r>
                    </a:p>
                  </a:txBody>
                  <a:tcPr/>
                </a:tc>
                <a:tc>
                  <a:txBody>
                    <a:bodyPr/>
                    <a:lstStyle/>
                    <a:p>
                      <a:r>
                        <a:rPr lang="en-CA" dirty="0"/>
                        <a:t>C</a:t>
                      </a:r>
                    </a:p>
                  </a:txBody>
                  <a:tcPr/>
                </a:tc>
                <a:extLst>
                  <a:ext uri="{0D108BD9-81ED-4DB2-BD59-A6C34878D82A}">
                    <a16:rowId xmlns:a16="http://schemas.microsoft.com/office/drawing/2014/main" val="3381881057"/>
                  </a:ext>
                </a:extLst>
              </a:tr>
            </a:tbl>
          </a:graphicData>
        </a:graphic>
      </p:graphicFrame>
      <p:graphicFrame>
        <p:nvGraphicFramePr>
          <p:cNvPr id="6" name="Table 5">
            <a:extLst>
              <a:ext uri="{FF2B5EF4-FFF2-40B4-BE49-F238E27FC236}">
                <a16:creationId xmlns:a16="http://schemas.microsoft.com/office/drawing/2014/main" id="{255A74D3-FC87-25B0-3FBB-64DC5F27A715}"/>
              </a:ext>
            </a:extLst>
          </p:cNvPr>
          <p:cNvGraphicFramePr>
            <a:graphicFrameLocks noGrp="1"/>
          </p:cNvGraphicFramePr>
          <p:nvPr>
            <p:extLst>
              <p:ext uri="{D42A27DB-BD31-4B8C-83A1-F6EECF244321}">
                <p14:modId xmlns:p14="http://schemas.microsoft.com/office/powerpoint/2010/main" val="3448613948"/>
              </p:ext>
            </p:extLst>
          </p:nvPr>
        </p:nvGraphicFramePr>
        <p:xfrm>
          <a:off x="4119592" y="3911476"/>
          <a:ext cx="2885058" cy="370840"/>
        </p:xfrm>
        <a:graphic>
          <a:graphicData uri="http://schemas.openxmlformats.org/drawingml/2006/table">
            <a:tbl>
              <a:tblPr bandRow="1">
                <a:tableStyleId>{72833802-FEF1-4C79-8D5D-14CF1EAF98D9}</a:tableStyleId>
              </a:tblPr>
              <a:tblGrid>
                <a:gridCol w="1442529">
                  <a:extLst>
                    <a:ext uri="{9D8B030D-6E8A-4147-A177-3AD203B41FA5}">
                      <a16:colId xmlns:a16="http://schemas.microsoft.com/office/drawing/2014/main" val="2455420316"/>
                    </a:ext>
                  </a:extLst>
                </a:gridCol>
                <a:gridCol w="1442529">
                  <a:extLst>
                    <a:ext uri="{9D8B030D-6E8A-4147-A177-3AD203B41FA5}">
                      <a16:colId xmlns:a16="http://schemas.microsoft.com/office/drawing/2014/main" val="806152939"/>
                    </a:ext>
                  </a:extLst>
                </a:gridCol>
              </a:tblGrid>
              <a:tr h="370840">
                <a:tc>
                  <a:txBody>
                    <a:bodyPr/>
                    <a:lstStyle/>
                    <a:p>
                      <a:r>
                        <a:rPr lang="en-CA" dirty="0"/>
                        <a:t>4</a:t>
                      </a:r>
                    </a:p>
                  </a:txBody>
                  <a:tcPr/>
                </a:tc>
                <a:tc>
                  <a:txBody>
                    <a:bodyPr/>
                    <a:lstStyle/>
                    <a:p>
                      <a:r>
                        <a:rPr lang="en-CA" dirty="0"/>
                        <a:t>B</a:t>
                      </a:r>
                    </a:p>
                  </a:txBody>
                  <a:tcPr/>
                </a:tc>
                <a:extLst>
                  <a:ext uri="{0D108BD9-81ED-4DB2-BD59-A6C34878D82A}">
                    <a16:rowId xmlns:a16="http://schemas.microsoft.com/office/drawing/2014/main" val="4102080711"/>
                  </a:ext>
                </a:extLst>
              </a:tr>
            </a:tbl>
          </a:graphicData>
        </a:graphic>
      </p:graphicFrame>
      <p:sp>
        <p:nvSpPr>
          <p:cNvPr id="10" name="Oval 9">
            <a:extLst>
              <a:ext uri="{FF2B5EF4-FFF2-40B4-BE49-F238E27FC236}">
                <a16:creationId xmlns:a16="http://schemas.microsoft.com/office/drawing/2014/main" id="{64D26C12-FAD9-11EC-C7C1-7BBC4E77E3CE}"/>
              </a:ext>
            </a:extLst>
          </p:cNvPr>
          <p:cNvSpPr/>
          <p:nvPr/>
        </p:nvSpPr>
        <p:spPr>
          <a:xfrm>
            <a:off x="7661873" y="2497436"/>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1" name="Right Brace 10">
            <a:extLst>
              <a:ext uri="{FF2B5EF4-FFF2-40B4-BE49-F238E27FC236}">
                <a16:creationId xmlns:a16="http://schemas.microsoft.com/office/drawing/2014/main" id="{1888C49A-BA18-2CAC-04DD-0666E8DE2043}"/>
              </a:ext>
            </a:extLst>
          </p:cNvPr>
          <p:cNvSpPr/>
          <p:nvPr/>
        </p:nvSpPr>
        <p:spPr>
          <a:xfrm>
            <a:off x="7151298" y="2400300"/>
            <a:ext cx="363927" cy="109918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2" name="Right Brace 11">
            <a:extLst>
              <a:ext uri="{FF2B5EF4-FFF2-40B4-BE49-F238E27FC236}">
                <a16:creationId xmlns:a16="http://schemas.microsoft.com/office/drawing/2014/main" id="{C94CE6EF-D262-F075-29BE-AB273C0593C6}"/>
              </a:ext>
            </a:extLst>
          </p:cNvPr>
          <p:cNvSpPr/>
          <p:nvPr/>
        </p:nvSpPr>
        <p:spPr>
          <a:xfrm>
            <a:off x="7151297" y="3911477"/>
            <a:ext cx="363927" cy="3708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Oval 12">
            <a:extLst>
              <a:ext uri="{FF2B5EF4-FFF2-40B4-BE49-F238E27FC236}">
                <a16:creationId xmlns:a16="http://schemas.microsoft.com/office/drawing/2014/main" id="{0198846D-9653-2696-6D74-37C1461DA0FA}"/>
              </a:ext>
            </a:extLst>
          </p:cNvPr>
          <p:cNvSpPr/>
          <p:nvPr/>
        </p:nvSpPr>
        <p:spPr>
          <a:xfrm>
            <a:off x="7661873" y="3620646"/>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14" name="Rectangle 13">
            <a:extLst>
              <a:ext uri="{FF2B5EF4-FFF2-40B4-BE49-F238E27FC236}">
                <a16:creationId xmlns:a16="http://schemas.microsoft.com/office/drawing/2014/main" id="{BFF02BB2-2C05-FAEB-996A-8D6CB5A57982}"/>
              </a:ext>
            </a:extLst>
          </p:cNvPr>
          <p:cNvSpPr/>
          <p:nvPr/>
        </p:nvSpPr>
        <p:spPr>
          <a:xfrm>
            <a:off x="3858642" y="5105017"/>
            <a:ext cx="3732784"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The model is the average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C2A062-BA45-B29A-B675-DCF918647E55}"/>
                  </a:ext>
                </a:extLst>
              </p:cNvPr>
              <p:cNvSpPr txBox="1"/>
              <p:nvPr/>
            </p:nvSpPr>
            <p:spPr>
              <a:xfrm>
                <a:off x="6719570" y="3826093"/>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4" name="TextBox 3">
                <a:extLst>
                  <a:ext uri="{FF2B5EF4-FFF2-40B4-BE49-F238E27FC236}">
                    <a16:creationId xmlns:a16="http://schemas.microsoft.com/office/drawing/2014/main" id="{65C2A062-BA45-B29A-B675-DCF918647E55}"/>
                  </a:ext>
                </a:extLst>
              </p:cNvPr>
              <p:cNvSpPr txBox="1">
                <a:spLocks noRot="1" noChangeAspect="1" noMove="1" noResize="1" noEditPoints="1" noAdjustHandles="1" noChangeArrowheads="1" noChangeShapeType="1" noTextEdit="1"/>
              </p:cNvSpPr>
              <p:nvPr/>
            </p:nvSpPr>
            <p:spPr>
              <a:xfrm>
                <a:off x="6719570" y="3826093"/>
                <a:ext cx="285078" cy="430887"/>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992B1BA-874F-7C79-C86E-CFBFE0DE257E}"/>
                  </a:ext>
                </a:extLst>
              </p:cNvPr>
              <p:cNvSpPr txBox="1"/>
              <p:nvPr/>
            </p:nvSpPr>
            <p:spPr>
              <a:xfrm>
                <a:off x="7891136" y="5054059"/>
                <a:ext cx="2761653" cy="78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r>
                        <a:rPr lang="en-CA" sz="2800" b="0" i="1" smtClean="0">
                          <a:latin typeface="Cambria Math" panose="02040503050406030204" pitchFamily="18" charset="0"/>
                        </a:rPr>
                        <m:t>=</m:t>
                      </m:r>
                      <m:f>
                        <m:fPr>
                          <m:ctrlPr>
                            <a:rPr lang="el-GR" sz="2800" i="1">
                              <a:latin typeface="Cambria Math" panose="02040503050406030204" pitchFamily="18" charset="0"/>
                            </a:rPr>
                          </m:ctrlPr>
                        </m:fPr>
                        <m:num>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1</m:t>
                              </m:r>
                            </m:sub>
                          </m:sSub>
                          <m:r>
                            <a:rPr lang="en-CA" sz="2800"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2</m:t>
                              </m:r>
                            </m:sub>
                          </m:sSub>
                          <m:r>
                            <a:rPr lang="en-CA" sz="2800" b="0" i="1" smtClean="0">
                              <a:latin typeface="Cambria Math" panose="02040503050406030204" pitchFamily="18" charset="0"/>
                            </a:rPr>
                            <m:t>+</m:t>
                          </m:r>
                          <m:sSub>
                            <m:sSubPr>
                              <m:ctrlPr>
                                <a:rPr lang="en-CA" sz="2800" i="1" smtClean="0">
                                  <a:latin typeface="Cambria Math" panose="02040503050406030204" pitchFamily="18" charset="0"/>
                                </a:rPr>
                              </m:ctrlPr>
                            </m:sSubPr>
                            <m:e>
                              <m:r>
                                <a:rPr lang="en-CA" sz="2800" i="1" smtClean="0">
                                  <a:latin typeface="Cambria Math" panose="02040503050406030204" pitchFamily="18" charset="0"/>
                                </a:rPr>
                                <m:t>𝑥</m:t>
                              </m:r>
                            </m:e>
                            <m:sub>
                              <m:r>
                                <a:rPr lang="en-CA" sz="2800" i="1">
                                  <a:latin typeface="Cambria Math" panose="02040503050406030204" pitchFamily="18" charset="0"/>
                                </a:rPr>
                                <m:t>3</m:t>
                              </m:r>
                            </m:sub>
                          </m:sSub>
                        </m:num>
                        <m:den>
                          <m:r>
                            <a:rPr lang="en-CA" sz="2800" b="0" i="1" smtClean="0">
                              <a:latin typeface="Cambria Math" panose="02040503050406030204" pitchFamily="18" charset="0"/>
                            </a:rPr>
                            <m:t>3</m:t>
                          </m:r>
                        </m:den>
                      </m:f>
                    </m:oMath>
                  </m:oMathPara>
                </a14:m>
                <a:endParaRPr lang="en-CA" sz="2800" dirty="0"/>
              </a:p>
            </p:txBody>
          </p:sp>
        </mc:Choice>
        <mc:Fallback xmlns="">
          <p:sp>
            <p:nvSpPr>
              <p:cNvPr id="9" name="TextBox 8">
                <a:extLst>
                  <a:ext uri="{FF2B5EF4-FFF2-40B4-BE49-F238E27FC236}">
                    <a16:creationId xmlns:a16="http://schemas.microsoft.com/office/drawing/2014/main" id="{E992B1BA-874F-7C79-C86E-CFBFE0DE257E}"/>
                  </a:ext>
                </a:extLst>
              </p:cNvPr>
              <p:cNvSpPr txBox="1">
                <a:spLocks noRot="1" noChangeAspect="1" noMove="1" noResize="1" noEditPoints="1" noAdjustHandles="1" noChangeArrowheads="1" noChangeShapeType="1" noTextEdit="1"/>
              </p:cNvSpPr>
              <p:nvPr/>
            </p:nvSpPr>
            <p:spPr>
              <a:xfrm>
                <a:off x="7891136" y="5054059"/>
                <a:ext cx="2761653" cy="782650"/>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4DFCFB3-3A9F-3CF6-9EAE-DC07B3A8A317}"/>
                  </a:ext>
                </a:extLst>
              </p:cNvPr>
              <p:cNvSpPr txBox="1"/>
              <p:nvPr/>
            </p:nvSpPr>
            <p:spPr>
              <a:xfrm>
                <a:off x="6602485" y="2686317"/>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2</m:t>
                          </m:r>
                        </m:sub>
                      </m:sSub>
                    </m:oMath>
                  </m:oMathPara>
                </a14:m>
                <a:endParaRPr lang="en-CA" sz="2800" dirty="0"/>
              </a:p>
            </p:txBody>
          </p:sp>
        </mc:Choice>
        <mc:Fallback xmlns="">
          <p:sp>
            <p:nvSpPr>
              <p:cNvPr id="15" name="TextBox 14">
                <a:extLst>
                  <a:ext uri="{FF2B5EF4-FFF2-40B4-BE49-F238E27FC236}">
                    <a16:creationId xmlns:a16="http://schemas.microsoft.com/office/drawing/2014/main" id="{D4DFCFB3-3A9F-3CF6-9EAE-DC07B3A8A317}"/>
                  </a:ext>
                </a:extLst>
              </p:cNvPr>
              <p:cNvSpPr txBox="1">
                <a:spLocks noRot="1" noChangeAspect="1" noMove="1" noResize="1" noEditPoints="1" noAdjustHandles="1" noChangeArrowheads="1" noChangeShapeType="1" noTextEdit="1"/>
              </p:cNvSpPr>
              <p:nvPr/>
            </p:nvSpPr>
            <p:spPr>
              <a:xfrm>
                <a:off x="6602485" y="2686317"/>
                <a:ext cx="432939" cy="43088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C8796F8-3AE6-6CAF-2262-3CA3EDB92838}"/>
                  </a:ext>
                </a:extLst>
              </p:cNvPr>
              <p:cNvSpPr txBox="1"/>
              <p:nvPr/>
            </p:nvSpPr>
            <p:spPr>
              <a:xfrm>
                <a:off x="6602485" y="3081266"/>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3</m:t>
                          </m:r>
                        </m:sub>
                      </m:sSub>
                    </m:oMath>
                  </m:oMathPara>
                </a14:m>
                <a:endParaRPr lang="en-CA" sz="2800" dirty="0"/>
              </a:p>
            </p:txBody>
          </p:sp>
        </mc:Choice>
        <mc:Fallback xmlns="">
          <p:sp>
            <p:nvSpPr>
              <p:cNvPr id="16" name="TextBox 15">
                <a:extLst>
                  <a:ext uri="{FF2B5EF4-FFF2-40B4-BE49-F238E27FC236}">
                    <a16:creationId xmlns:a16="http://schemas.microsoft.com/office/drawing/2014/main" id="{0C8796F8-3AE6-6CAF-2262-3CA3EDB92838}"/>
                  </a:ext>
                </a:extLst>
              </p:cNvPr>
              <p:cNvSpPr txBox="1">
                <a:spLocks noRot="1" noChangeAspect="1" noMove="1" noResize="1" noEditPoints="1" noAdjustHandles="1" noChangeArrowheads="1" noChangeShapeType="1" noTextEdit="1"/>
              </p:cNvSpPr>
              <p:nvPr/>
            </p:nvSpPr>
            <p:spPr>
              <a:xfrm>
                <a:off x="6602485" y="3081266"/>
                <a:ext cx="432939" cy="43088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6B0FB6D-752A-0A55-C325-522C9386AC35}"/>
                  </a:ext>
                </a:extLst>
              </p:cNvPr>
              <p:cNvSpPr txBox="1"/>
              <p:nvPr/>
            </p:nvSpPr>
            <p:spPr>
              <a:xfrm>
                <a:off x="6602485" y="2296863"/>
                <a:ext cx="424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1</m:t>
                          </m:r>
                        </m:sub>
                      </m:sSub>
                    </m:oMath>
                  </m:oMathPara>
                </a14:m>
                <a:endParaRPr lang="en-CA" sz="2800" dirty="0"/>
              </a:p>
            </p:txBody>
          </p:sp>
        </mc:Choice>
        <mc:Fallback xmlns="">
          <p:sp>
            <p:nvSpPr>
              <p:cNvPr id="17" name="TextBox 16">
                <a:extLst>
                  <a:ext uri="{FF2B5EF4-FFF2-40B4-BE49-F238E27FC236}">
                    <a16:creationId xmlns:a16="http://schemas.microsoft.com/office/drawing/2014/main" id="{66B0FB6D-752A-0A55-C325-522C9386AC35}"/>
                  </a:ext>
                </a:extLst>
              </p:cNvPr>
              <p:cNvSpPr txBox="1">
                <a:spLocks noRot="1" noChangeAspect="1" noMove="1" noResize="1" noEditPoints="1" noAdjustHandles="1" noChangeArrowheads="1" noChangeShapeType="1" noTextEdit="1"/>
              </p:cNvSpPr>
              <p:nvPr/>
            </p:nvSpPr>
            <p:spPr>
              <a:xfrm>
                <a:off x="6602485" y="2296863"/>
                <a:ext cx="424668" cy="430887"/>
              </a:xfrm>
              <a:prstGeom prst="rect">
                <a:avLst/>
              </a:prstGeom>
              <a:blipFill>
                <a:blip r:embed="rId7"/>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75395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9A77E47-4388-DEB9-9967-D6062E8B1B46}"/>
              </a:ext>
            </a:extLst>
          </p:cNvPr>
          <p:cNvGraphicFramePr>
            <a:graphicFrameLocks noGrp="1"/>
          </p:cNvGraphicFramePr>
          <p:nvPr/>
        </p:nvGraphicFramePr>
        <p:xfrm>
          <a:off x="985867" y="4397836"/>
          <a:ext cx="2885062" cy="74168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Chemistry</a:t>
                      </a:r>
                    </a:p>
                  </a:txBody>
                  <a:tcPr/>
                </a:tc>
                <a:tc>
                  <a:txBody>
                    <a:bodyPr/>
                    <a:lstStyle/>
                    <a:p>
                      <a:r>
                        <a:rPr lang="en-CA" dirty="0"/>
                        <a:t>A</a:t>
                      </a:r>
                    </a:p>
                  </a:txBody>
                  <a:tcPr/>
                </a:tc>
                <a:extLst>
                  <a:ext uri="{0D108BD9-81ED-4DB2-BD59-A6C34878D82A}">
                    <a16:rowId xmlns:a16="http://schemas.microsoft.com/office/drawing/2014/main" val="2274006036"/>
                  </a:ext>
                </a:extLst>
              </a:tr>
            </a:tbl>
          </a:graphicData>
        </a:graphic>
      </p:graphicFrame>
      <p:sp>
        <p:nvSpPr>
          <p:cNvPr id="2" name="Title 1">
            <a:extLst>
              <a:ext uri="{FF2B5EF4-FFF2-40B4-BE49-F238E27FC236}">
                <a16:creationId xmlns:a16="http://schemas.microsoft.com/office/drawing/2014/main" id="{508FF972-7E8D-AA2D-7728-54B3E1F632DA}"/>
              </a:ext>
            </a:extLst>
          </p:cNvPr>
          <p:cNvSpPr>
            <a:spLocks noGrp="1"/>
          </p:cNvSpPr>
          <p:nvPr>
            <p:ph type="title"/>
          </p:nvPr>
        </p:nvSpPr>
        <p:spPr/>
        <p:txBody>
          <a:bodyPr/>
          <a:lstStyle/>
          <a:p>
            <a:r>
              <a:rPr lang="en-CA" dirty="0"/>
              <a:t>The math for the more complicated example!</a:t>
            </a:r>
          </a:p>
        </p:txBody>
      </p:sp>
      <p:sp>
        <p:nvSpPr>
          <p:cNvPr id="3" name="Text Placeholder 2">
            <a:extLst>
              <a:ext uri="{FF2B5EF4-FFF2-40B4-BE49-F238E27FC236}">
                <a16:creationId xmlns:a16="http://schemas.microsoft.com/office/drawing/2014/main" id="{E92C8B8C-AFAA-DE1E-DDCA-F7F8B976E914}"/>
              </a:ext>
            </a:extLst>
          </p:cNvPr>
          <p:cNvSpPr>
            <a:spLocks noGrp="1"/>
          </p:cNvSpPr>
          <p:nvPr>
            <p:ph type="body" sz="quarter" idx="10"/>
          </p:nvPr>
        </p:nvSpPr>
        <p:spPr/>
        <p:txBody>
          <a:bodyPr/>
          <a:lstStyle/>
          <a:p>
            <a:endParaRPr lang="en-CA"/>
          </a:p>
        </p:txBody>
      </p:sp>
      <p:graphicFrame>
        <p:nvGraphicFramePr>
          <p:cNvPr id="6" name="Table 5">
            <a:extLst>
              <a:ext uri="{FF2B5EF4-FFF2-40B4-BE49-F238E27FC236}">
                <a16:creationId xmlns:a16="http://schemas.microsoft.com/office/drawing/2014/main" id="{C3EC13FB-E5A5-DCA2-718D-54B1BF3A5922}"/>
              </a:ext>
            </a:extLst>
          </p:cNvPr>
          <p:cNvGraphicFramePr>
            <a:graphicFrameLocks noGrp="1"/>
          </p:cNvGraphicFramePr>
          <p:nvPr>
            <p:extLst>
              <p:ext uri="{D42A27DB-BD31-4B8C-83A1-F6EECF244321}">
                <p14:modId xmlns:p14="http://schemas.microsoft.com/office/powerpoint/2010/main" val="1700050410"/>
              </p:ext>
            </p:extLst>
          </p:nvPr>
        </p:nvGraphicFramePr>
        <p:xfrm>
          <a:off x="985867" y="1190451"/>
          <a:ext cx="2885062" cy="259588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Art</a:t>
                      </a:r>
                    </a:p>
                  </a:txBody>
                  <a:tcPr/>
                </a:tc>
                <a:tc>
                  <a:txBody>
                    <a:bodyPr/>
                    <a:lstStyle/>
                    <a:p>
                      <a:r>
                        <a:rPr lang="en-CA" dirty="0"/>
                        <a:t>C</a:t>
                      </a:r>
                    </a:p>
                  </a:txBody>
                  <a:tcPr/>
                </a:tc>
                <a:extLst>
                  <a:ext uri="{0D108BD9-81ED-4DB2-BD59-A6C34878D82A}">
                    <a16:rowId xmlns:a16="http://schemas.microsoft.com/office/drawing/2014/main" val="3452413665"/>
                  </a:ext>
                </a:extLst>
              </a:tr>
              <a:tr h="370840">
                <a:tc>
                  <a:txBody>
                    <a:bodyPr/>
                    <a:lstStyle/>
                    <a:p>
                      <a:r>
                        <a:rPr lang="en-CA" dirty="0"/>
                        <a:t>Gym</a:t>
                      </a:r>
                    </a:p>
                  </a:txBody>
                  <a:tcPr/>
                </a:tc>
                <a:tc>
                  <a:txBody>
                    <a:bodyPr/>
                    <a:lstStyle/>
                    <a:p>
                      <a:r>
                        <a:rPr lang="en-CA" dirty="0"/>
                        <a:t>C</a:t>
                      </a:r>
                    </a:p>
                  </a:txBody>
                  <a:tcPr/>
                </a:tc>
                <a:extLst>
                  <a:ext uri="{0D108BD9-81ED-4DB2-BD59-A6C34878D82A}">
                    <a16:rowId xmlns:a16="http://schemas.microsoft.com/office/drawing/2014/main" val="2274006036"/>
                  </a:ext>
                </a:extLst>
              </a:tr>
              <a:tr h="370840">
                <a:tc>
                  <a:txBody>
                    <a:bodyPr/>
                    <a:lstStyle/>
                    <a:p>
                      <a:r>
                        <a:rPr lang="en-CA" dirty="0"/>
                        <a:t>Spelling</a:t>
                      </a:r>
                    </a:p>
                  </a:txBody>
                  <a:tcPr/>
                </a:tc>
                <a:tc>
                  <a:txBody>
                    <a:bodyPr/>
                    <a:lstStyle/>
                    <a:p>
                      <a:r>
                        <a:rPr lang="en-CA" dirty="0"/>
                        <a:t>C</a:t>
                      </a:r>
                    </a:p>
                  </a:txBody>
                  <a:tcPr/>
                </a:tc>
                <a:extLst>
                  <a:ext uri="{0D108BD9-81ED-4DB2-BD59-A6C34878D82A}">
                    <a16:rowId xmlns:a16="http://schemas.microsoft.com/office/drawing/2014/main" val="4102080711"/>
                  </a:ext>
                </a:extLst>
              </a:tr>
              <a:tr h="370840">
                <a:tc>
                  <a:txBody>
                    <a:bodyPr/>
                    <a:lstStyle/>
                    <a:p>
                      <a:r>
                        <a:rPr lang="en-CA" dirty="0"/>
                        <a:t>Geography</a:t>
                      </a:r>
                    </a:p>
                  </a:txBody>
                  <a:tcPr/>
                </a:tc>
                <a:tc>
                  <a:txBody>
                    <a:bodyPr/>
                    <a:lstStyle/>
                    <a:p>
                      <a:r>
                        <a:rPr lang="en-CA" dirty="0"/>
                        <a:t>C</a:t>
                      </a:r>
                    </a:p>
                  </a:txBody>
                  <a:tcPr/>
                </a:tc>
                <a:extLst>
                  <a:ext uri="{0D108BD9-81ED-4DB2-BD59-A6C34878D82A}">
                    <a16:rowId xmlns:a16="http://schemas.microsoft.com/office/drawing/2014/main" val="752582474"/>
                  </a:ext>
                </a:extLst>
              </a:tr>
              <a:tr h="370840">
                <a:tc>
                  <a:txBody>
                    <a:bodyPr/>
                    <a:lstStyle/>
                    <a:p>
                      <a:r>
                        <a:rPr lang="en-CA" dirty="0"/>
                        <a:t>Math</a:t>
                      </a:r>
                    </a:p>
                  </a:txBody>
                  <a:tcPr/>
                </a:tc>
                <a:tc>
                  <a:txBody>
                    <a:bodyPr/>
                    <a:lstStyle/>
                    <a:p>
                      <a:r>
                        <a:rPr lang="en-CA" dirty="0"/>
                        <a:t>A</a:t>
                      </a:r>
                    </a:p>
                  </a:txBody>
                  <a:tcPr/>
                </a:tc>
                <a:extLst>
                  <a:ext uri="{0D108BD9-81ED-4DB2-BD59-A6C34878D82A}">
                    <a16:rowId xmlns:a16="http://schemas.microsoft.com/office/drawing/2014/main" val="161467823"/>
                  </a:ext>
                </a:extLst>
              </a:tr>
              <a:tr h="370840">
                <a:tc>
                  <a:txBody>
                    <a:bodyPr/>
                    <a:lstStyle/>
                    <a:p>
                      <a:r>
                        <a:rPr lang="en-CA" dirty="0"/>
                        <a:t>Science</a:t>
                      </a:r>
                    </a:p>
                  </a:txBody>
                  <a:tcPr/>
                </a:tc>
                <a:tc>
                  <a:txBody>
                    <a:bodyPr/>
                    <a:lstStyle/>
                    <a:p>
                      <a:r>
                        <a:rPr lang="en-CA" dirty="0"/>
                        <a:t>A</a:t>
                      </a:r>
                    </a:p>
                  </a:txBody>
                  <a:tcPr/>
                </a:tc>
                <a:extLst>
                  <a:ext uri="{0D108BD9-81ED-4DB2-BD59-A6C34878D82A}">
                    <a16:rowId xmlns:a16="http://schemas.microsoft.com/office/drawing/2014/main" val="628892198"/>
                  </a:ext>
                </a:extLst>
              </a:tr>
            </a:tbl>
          </a:graphicData>
        </a:graphic>
      </p:graphicFrame>
      <p:sp>
        <p:nvSpPr>
          <p:cNvPr id="9" name="Oval 8">
            <a:extLst>
              <a:ext uri="{FF2B5EF4-FFF2-40B4-BE49-F238E27FC236}">
                <a16:creationId xmlns:a16="http://schemas.microsoft.com/office/drawing/2014/main" id="{5077D1A8-CB9D-AA24-DAFD-343774B0BC12}"/>
              </a:ext>
            </a:extLst>
          </p:cNvPr>
          <p:cNvSpPr/>
          <p:nvPr/>
        </p:nvSpPr>
        <p:spPr>
          <a:xfrm>
            <a:off x="4528148" y="2386228"/>
            <a:ext cx="1809750" cy="952500"/>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Inputs</a:t>
            </a:r>
          </a:p>
        </p:txBody>
      </p:sp>
      <p:sp>
        <p:nvSpPr>
          <p:cNvPr id="10" name="Right Brace 9">
            <a:extLst>
              <a:ext uri="{FF2B5EF4-FFF2-40B4-BE49-F238E27FC236}">
                <a16:creationId xmlns:a16="http://schemas.microsoft.com/office/drawing/2014/main" id="{A50FB629-250A-01C3-7448-3B9D66C152E5}"/>
              </a:ext>
            </a:extLst>
          </p:cNvPr>
          <p:cNvSpPr/>
          <p:nvPr/>
        </p:nvSpPr>
        <p:spPr>
          <a:xfrm>
            <a:off x="4017573" y="1574626"/>
            <a:ext cx="363927" cy="221170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A"/>
          </a:p>
        </p:txBody>
      </p:sp>
      <p:sp>
        <p:nvSpPr>
          <p:cNvPr id="11" name="Right Brace 10">
            <a:extLst>
              <a:ext uri="{FF2B5EF4-FFF2-40B4-BE49-F238E27FC236}">
                <a16:creationId xmlns:a16="http://schemas.microsoft.com/office/drawing/2014/main" id="{7764E2AE-0B79-FA54-EE83-AFA40D9A93FF}"/>
              </a:ext>
            </a:extLst>
          </p:cNvPr>
          <p:cNvSpPr/>
          <p:nvPr/>
        </p:nvSpPr>
        <p:spPr>
          <a:xfrm>
            <a:off x="4017572" y="4815490"/>
            <a:ext cx="363927" cy="3240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2" name="Oval 11">
            <a:extLst>
              <a:ext uri="{FF2B5EF4-FFF2-40B4-BE49-F238E27FC236}">
                <a16:creationId xmlns:a16="http://schemas.microsoft.com/office/drawing/2014/main" id="{657E1C36-F165-9431-DF2C-BFDB5A86FE15}"/>
              </a:ext>
            </a:extLst>
          </p:cNvPr>
          <p:cNvSpPr/>
          <p:nvPr/>
        </p:nvSpPr>
        <p:spPr>
          <a:xfrm>
            <a:off x="4528148" y="4524747"/>
            <a:ext cx="1809750" cy="95250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Output</a:t>
            </a:r>
          </a:p>
        </p:txBody>
      </p:sp>
      <p:sp>
        <p:nvSpPr>
          <p:cNvPr id="14" name="Rectangle 13">
            <a:extLst>
              <a:ext uri="{FF2B5EF4-FFF2-40B4-BE49-F238E27FC236}">
                <a16:creationId xmlns:a16="http://schemas.microsoft.com/office/drawing/2014/main" id="{5E3D207A-AC40-4535-C357-8CD7163A3379}"/>
              </a:ext>
            </a:extLst>
          </p:cNvPr>
          <p:cNvSpPr/>
          <p:nvPr/>
        </p:nvSpPr>
        <p:spPr>
          <a:xfrm>
            <a:off x="6995117" y="3171067"/>
            <a:ext cx="3732784" cy="158256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The model is the average of similar classes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02EE4B6-F02A-A887-0D16-D0F797EB07C8}"/>
                  </a:ext>
                </a:extLst>
              </p:cNvPr>
              <p:cNvSpPr txBox="1"/>
              <p:nvPr/>
            </p:nvSpPr>
            <p:spPr>
              <a:xfrm>
                <a:off x="7664575" y="4941566"/>
                <a:ext cx="1888337" cy="7798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r>
                        <a:rPr lang="en-CA" sz="2800" b="0" i="1" smtClean="0">
                          <a:latin typeface="Cambria Math" panose="02040503050406030204" pitchFamily="18" charset="0"/>
                        </a:rPr>
                        <m:t>=</m:t>
                      </m:r>
                      <m:f>
                        <m:fPr>
                          <m:ctrlPr>
                            <a:rPr lang="el-GR" sz="2800" i="1">
                              <a:latin typeface="Cambria Math" panose="02040503050406030204" pitchFamily="18" charset="0"/>
                            </a:rPr>
                          </m:ctrlPr>
                        </m:fPr>
                        <m:num>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5</m:t>
                              </m:r>
                            </m:sub>
                          </m:sSub>
                          <m:r>
                            <a:rPr lang="en-CA" sz="2800"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b="0" i="1" smtClean="0">
                                  <a:latin typeface="Cambria Math" panose="02040503050406030204" pitchFamily="18" charset="0"/>
                                </a:rPr>
                                <m:t>6</m:t>
                              </m:r>
                            </m:sub>
                          </m:sSub>
                        </m:num>
                        <m:den>
                          <m:r>
                            <a:rPr lang="en-CA" sz="2800" b="0" i="1" smtClean="0">
                              <a:latin typeface="Cambria Math" panose="02040503050406030204" pitchFamily="18" charset="0"/>
                            </a:rPr>
                            <m:t>2</m:t>
                          </m:r>
                        </m:den>
                      </m:f>
                    </m:oMath>
                  </m:oMathPara>
                </a14:m>
                <a:endParaRPr lang="en-CA" sz="2800" dirty="0"/>
              </a:p>
            </p:txBody>
          </p:sp>
        </mc:Choice>
        <mc:Fallback xmlns="">
          <p:sp>
            <p:nvSpPr>
              <p:cNvPr id="4" name="TextBox 3">
                <a:extLst>
                  <a:ext uri="{FF2B5EF4-FFF2-40B4-BE49-F238E27FC236}">
                    <a16:creationId xmlns:a16="http://schemas.microsoft.com/office/drawing/2014/main" id="{A02EE4B6-F02A-A887-0D16-D0F797EB07C8}"/>
                  </a:ext>
                </a:extLst>
              </p:cNvPr>
              <p:cNvSpPr txBox="1">
                <a:spLocks noRot="1" noChangeAspect="1" noMove="1" noResize="1" noEditPoints="1" noAdjustHandles="1" noChangeArrowheads="1" noChangeShapeType="1" noTextEdit="1"/>
              </p:cNvSpPr>
              <p:nvPr/>
            </p:nvSpPr>
            <p:spPr>
              <a:xfrm>
                <a:off x="7664575" y="4941566"/>
                <a:ext cx="1888337" cy="779829"/>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B82261-6503-3217-2080-A089A06A6CC5}"/>
                  </a:ext>
                </a:extLst>
              </p:cNvPr>
              <p:cNvSpPr txBox="1"/>
              <p:nvPr/>
            </p:nvSpPr>
            <p:spPr>
              <a:xfrm>
                <a:off x="3574996" y="4661050"/>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5" name="TextBox 4">
                <a:extLst>
                  <a:ext uri="{FF2B5EF4-FFF2-40B4-BE49-F238E27FC236}">
                    <a16:creationId xmlns:a16="http://schemas.microsoft.com/office/drawing/2014/main" id="{8DB82261-6503-3217-2080-A089A06A6CC5}"/>
                  </a:ext>
                </a:extLst>
              </p:cNvPr>
              <p:cNvSpPr txBox="1">
                <a:spLocks noRot="1" noChangeAspect="1" noMove="1" noResize="1" noEditPoints="1" noAdjustHandles="1" noChangeArrowheads="1" noChangeShapeType="1" noTextEdit="1"/>
              </p:cNvSpPr>
              <p:nvPr/>
            </p:nvSpPr>
            <p:spPr>
              <a:xfrm>
                <a:off x="3574996" y="4661050"/>
                <a:ext cx="285078" cy="430887"/>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FA04C57-FC85-4DCC-2AF2-C115814366CF}"/>
                  </a:ext>
                </a:extLst>
              </p:cNvPr>
              <p:cNvSpPr txBox="1"/>
              <p:nvPr/>
            </p:nvSpPr>
            <p:spPr>
              <a:xfrm>
                <a:off x="3303112" y="1835343"/>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2</m:t>
                          </m:r>
                        </m:sub>
                      </m:sSub>
                    </m:oMath>
                  </m:oMathPara>
                </a14:m>
                <a:endParaRPr lang="en-CA" sz="2800" dirty="0"/>
              </a:p>
            </p:txBody>
          </p:sp>
        </mc:Choice>
        <mc:Fallback xmlns="">
          <p:sp>
            <p:nvSpPr>
              <p:cNvPr id="7" name="TextBox 6">
                <a:extLst>
                  <a:ext uri="{FF2B5EF4-FFF2-40B4-BE49-F238E27FC236}">
                    <a16:creationId xmlns:a16="http://schemas.microsoft.com/office/drawing/2014/main" id="{AFA04C57-FC85-4DCC-2AF2-C115814366CF}"/>
                  </a:ext>
                </a:extLst>
              </p:cNvPr>
              <p:cNvSpPr txBox="1">
                <a:spLocks noRot="1" noChangeAspect="1" noMove="1" noResize="1" noEditPoints="1" noAdjustHandles="1" noChangeArrowheads="1" noChangeShapeType="1" noTextEdit="1"/>
              </p:cNvSpPr>
              <p:nvPr/>
            </p:nvSpPr>
            <p:spPr>
              <a:xfrm>
                <a:off x="3303112" y="1835343"/>
                <a:ext cx="432939" cy="43088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5267176-68B2-0924-6E3F-A07EB18946C3}"/>
                  </a:ext>
                </a:extLst>
              </p:cNvPr>
              <p:cNvSpPr txBox="1"/>
              <p:nvPr/>
            </p:nvSpPr>
            <p:spPr>
              <a:xfrm>
                <a:off x="3303112" y="2230292"/>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3</m:t>
                          </m:r>
                        </m:sub>
                      </m:sSub>
                    </m:oMath>
                  </m:oMathPara>
                </a14:m>
                <a:endParaRPr lang="en-CA" sz="2800" dirty="0"/>
              </a:p>
            </p:txBody>
          </p:sp>
        </mc:Choice>
        <mc:Fallback xmlns="">
          <p:sp>
            <p:nvSpPr>
              <p:cNvPr id="15" name="TextBox 14">
                <a:extLst>
                  <a:ext uri="{FF2B5EF4-FFF2-40B4-BE49-F238E27FC236}">
                    <a16:creationId xmlns:a16="http://schemas.microsoft.com/office/drawing/2014/main" id="{B5267176-68B2-0924-6E3F-A07EB18946C3}"/>
                  </a:ext>
                </a:extLst>
              </p:cNvPr>
              <p:cNvSpPr txBox="1">
                <a:spLocks noRot="1" noChangeAspect="1" noMove="1" noResize="1" noEditPoints="1" noAdjustHandles="1" noChangeArrowheads="1" noChangeShapeType="1" noTextEdit="1"/>
              </p:cNvSpPr>
              <p:nvPr/>
            </p:nvSpPr>
            <p:spPr>
              <a:xfrm>
                <a:off x="3303112" y="2230292"/>
                <a:ext cx="432939" cy="43088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7FC761-D62D-DE33-EF46-4039D168CE4E}"/>
                  </a:ext>
                </a:extLst>
              </p:cNvPr>
              <p:cNvSpPr txBox="1"/>
              <p:nvPr/>
            </p:nvSpPr>
            <p:spPr>
              <a:xfrm>
                <a:off x="3303112" y="1445889"/>
                <a:ext cx="424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1</m:t>
                          </m:r>
                        </m:sub>
                      </m:sSub>
                    </m:oMath>
                  </m:oMathPara>
                </a14:m>
                <a:endParaRPr lang="en-CA" sz="2800" dirty="0"/>
              </a:p>
            </p:txBody>
          </p:sp>
        </mc:Choice>
        <mc:Fallback xmlns="">
          <p:sp>
            <p:nvSpPr>
              <p:cNvPr id="16" name="TextBox 15">
                <a:extLst>
                  <a:ext uri="{FF2B5EF4-FFF2-40B4-BE49-F238E27FC236}">
                    <a16:creationId xmlns:a16="http://schemas.microsoft.com/office/drawing/2014/main" id="{CD7FC761-D62D-DE33-EF46-4039D168CE4E}"/>
                  </a:ext>
                </a:extLst>
              </p:cNvPr>
              <p:cNvSpPr txBox="1">
                <a:spLocks noRot="1" noChangeAspect="1" noMove="1" noResize="1" noEditPoints="1" noAdjustHandles="1" noChangeArrowheads="1" noChangeShapeType="1" noTextEdit="1"/>
              </p:cNvSpPr>
              <p:nvPr/>
            </p:nvSpPr>
            <p:spPr>
              <a:xfrm>
                <a:off x="3303112" y="1445889"/>
                <a:ext cx="424668" cy="430887"/>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D19D9E-4007-9828-D6A5-862AB13D4FE2}"/>
                  </a:ext>
                </a:extLst>
              </p:cNvPr>
              <p:cNvSpPr txBox="1"/>
              <p:nvPr/>
            </p:nvSpPr>
            <p:spPr>
              <a:xfrm>
                <a:off x="3305363" y="2966506"/>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5</m:t>
                          </m:r>
                        </m:sub>
                      </m:sSub>
                    </m:oMath>
                  </m:oMathPara>
                </a14:m>
                <a:endParaRPr lang="en-CA" sz="2800" dirty="0"/>
              </a:p>
            </p:txBody>
          </p:sp>
        </mc:Choice>
        <mc:Fallback xmlns="">
          <p:sp>
            <p:nvSpPr>
              <p:cNvPr id="17" name="TextBox 16">
                <a:extLst>
                  <a:ext uri="{FF2B5EF4-FFF2-40B4-BE49-F238E27FC236}">
                    <a16:creationId xmlns:a16="http://schemas.microsoft.com/office/drawing/2014/main" id="{E5D19D9E-4007-9828-D6A5-862AB13D4FE2}"/>
                  </a:ext>
                </a:extLst>
              </p:cNvPr>
              <p:cNvSpPr txBox="1">
                <a:spLocks noRot="1" noChangeAspect="1" noMove="1" noResize="1" noEditPoints="1" noAdjustHandles="1" noChangeArrowheads="1" noChangeShapeType="1" noTextEdit="1"/>
              </p:cNvSpPr>
              <p:nvPr/>
            </p:nvSpPr>
            <p:spPr>
              <a:xfrm>
                <a:off x="3305363" y="2966506"/>
                <a:ext cx="432939" cy="430887"/>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A0C131C-E4A1-B4F3-8A87-6E8BD684F0B0}"/>
                  </a:ext>
                </a:extLst>
              </p:cNvPr>
              <p:cNvSpPr txBox="1"/>
              <p:nvPr/>
            </p:nvSpPr>
            <p:spPr>
              <a:xfrm>
                <a:off x="3305363" y="3342405"/>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6</m:t>
                          </m:r>
                        </m:sub>
                      </m:sSub>
                    </m:oMath>
                  </m:oMathPara>
                </a14:m>
                <a:endParaRPr lang="en-CA" sz="2800" dirty="0"/>
              </a:p>
            </p:txBody>
          </p:sp>
        </mc:Choice>
        <mc:Fallback xmlns="">
          <p:sp>
            <p:nvSpPr>
              <p:cNvPr id="18" name="TextBox 17">
                <a:extLst>
                  <a:ext uri="{FF2B5EF4-FFF2-40B4-BE49-F238E27FC236}">
                    <a16:creationId xmlns:a16="http://schemas.microsoft.com/office/drawing/2014/main" id="{1A0C131C-E4A1-B4F3-8A87-6E8BD684F0B0}"/>
                  </a:ext>
                </a:extLst>
              </p:cNvPr>
              <p:cNvSpPr txBox="1">
                <a:spLocks noRot="1" noChangeAspect="1" noMove="1" noResize="1" noEditPoints="1" noAdjustHandles="1" noChangeArrowheads="1" noChangeShapeType="1" noTextEdit="1"/>
              </p:cNvSpPr>
              <p:nvPr/>
            </p:nvSpPr>
            <p:spPr>
              <a:xfrm>
                <a:off x="3305363" y="3342405"/>
                <a:ext cx="432939" cy="430887"/>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D3DA13F-76C8-8CD7-E687-138E7D01CB78}"/>
                  </a:ext>
                </a:extLst>
              </p:cNvPr>
              <p:cNvSpPr txBox="1"/>
              <p:nvPr/>
            </p:nvSpPr>
            <p:spPr>
              <a:xfrm>
                <a:off x="3305363" y="2577052"/>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4</m:t>
                          </m:r>
                        </m:sub>
                      </m:sSub>
                    </m:oMath>
                  </m:oMathPara>
                </a14:m>
                <a:endParaRPr lang="en-CA" sz="2800" dirty="0"/>
              </a:p>
            </p:txBody>
          </p:sp>
        </mc:Choice>
        <mc:Fallback xmlns="">
          <p:sp>
            <p:nvSpPr>
              <p:cNvPr id="19" name="TextBox 18">
                <a:extLst>
                  <a:ext uri="{FF2B5EF4-FFF2-40B4-BE49-F238E27FC236}">
                    <a16:creationId xmlns:a16="http://schemas.microsoft.com/office/drawing/2014/main" id="{DD3DA13F-76C8-8CD7-E687-138E7D01CB78}"/>
                  </a:ext>
                </a:extLst>
              </p:cNvPr>
              <p:cNvSpPr txBox="1">
                <a:spLocks noRot="1" noChangeAspect="1" noMove="1" noResize="1" noEditPoints="1" noAdjustHandles="1" noChangeArrowheads="1" noChangeShapeType="1" noTextEdit="1"/>
              </p:cNvSpPr>
              <p:nvPr/>
            </p:nvSpPr>
            <p:spPr>
              <a:xfrm>
                <a:off x="3305363" y="2577052"/>
                <a:ext cx="432939" cy="430887"/>
              </a:xfrm>
              <a:prstGeom prst="rect">
                <a:avLst/>
              </a:prstGeom>
              <a:blipFill>
                <a:blip r:embed="rId10"/>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830694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D54B95A4-35EC-A0BE-ACA9-8640FD5E9B1D}"/>
              </a:ext>
            </a:extLst>
          </p:cNvPr>
          <p:cNvGraphicFramePr/>
          <p:nvPr>
            <p:extLst>
              <p:ext uri="{D42A27DB-BD31-4B8C-83A1-F6EECF244321}">
                <p14:modId xmlns:p14="http://schemas.microsoft.com/office/powerpoint/2010/main" val="3072167318"/>
              </p:ext>
            </p:extLst>
          </p:nvPr>
        </p:nvGraphicFramePr>
        <p:xfrm>
          <a:off x="1421219" y="1638300"/>
          <a:ext cx="9349562" cy="4461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6040578B-5BE0-80CB-1C02-A7656156A2A4}"/>
              </a:ext>
            </a:extLst>
          </p:cNvPr>
          <p:cNvSpPr>
            <a:spLocks noGrp="1"/>
          </p:cNvSpPr>
          <p:nvPr>
            <p:ph type="title"/>
          </p:nvPr>
        </p:nvSpPr>
        <p:spPr/>
        <p:txBody>
          <a:bodyPr/>
          <a:lstStyle/>
          <a:p>
            <a:r>
              <a:rPr lang="en-CA" dirty="0"/>
              <a:t>To make predictions, we need data. But what is data? A hockey example</a:t>
            </a:r>
          </a:p>
        </p:txBody>
      </p:sp>
      <p:sp>
        <p:nvSpPr>
          <p:cNvPr id="10" name="TextBox 9">
            <a:extLst>
              <a:ext uri="{FF2B5EF4-FFF2-40B4-BE49-F238E27FC236}">
                <a16:creationId xmlns:a16="http://schemas.microsoft.com/office/drawing/2014/main" id="{D37CF2E2-7B6E-6265-DAB9-B1F3F82F3F36}"/>
              </a:ext>
            </a:extLst>
          </p:cNvPr>
          <p:cNvSpPr txBox="1"/>
          <p:nvPr/>
        </p:nvSpPr>
        <p:spPr>
          <a:xfrm>
            <a:off x="10736152" y="4272132"/>
            <a:ext cx="1455848" cy="707886"/>
          </a:xfrm>
          <a:prstGeom prst="rect">
            <a:avLst/>
          </a:prstGeom>
          <a:noFill/>
        </p:spPr>
        <p:txBody>
          <a:bodyPr wrap="none" rtlCol="0">
            <a:spAutoFit/>
          </a:bodyPr>
          <a:lstStyle>
            <a:defPPr>
              <a:defRPr lang="en-US"/>
            </a:defPPr>
            <a:lvl1pPr>
              <a:defRPr sz="4000"/>
            </a:lvl1pPr>
          </a:lstStyle>
          <a:p>
            <a:r>
              <a:rPr lang="en-CA" dirty="0"/>
              <a:t>90%+</a:t>
            </a:r>
          </a:p>
        </p:txBody>
      </p:sp>
      <p:sp>
        <p:nvSpPr>
          <p:cNvPr id="11" name="TextBox 10">
            <a:extLst>
              <a:ext uri="{FF2B5EF4-FFF2-40B4-BE49-F238E27FC236}">
                <a16:creationId xmlns:a16="http://schemas.microsoft.com/office/drawing/2014/main" id="{039306B2-66EC-3361-8A49-130A8B0E9FAD}"/>
              </a:ext>
            </a:extLst>
          </p:cNvPr>
          <p:cNvSpPr txBox="1"/>
          <p:nvPr/>
        </p:nvSpPr>
        <p:spPr>
          <a:xfrm>
            <a:off x="197307" y="4292532"/>
            <a:ext cx="1176925" cy="707886"/>
          </a:xfrm>
          <a:prstGeom prst="rect">
            <a:avLst/>
          </a:prstGeom>
          <a:noFill/>
        </p:spPr>
        <p:txBody>
          <a:bodyPr wrap="none" rtlCol="0">
            <a:spAutoFit/>
          </a:bodyPr>
          <a:lstStyle/>
          <a:p>
            <a:r>
              <a:rPr lang="en-CA" sz="4000" dirty="0"/>
              <a:t>10%</a:t>
            </a:r>
          </a:p>
        </p:txBody>
      </p:sp>
      <p:sp>
        <p:nvSpPr>
          <p:cNvPr id="8" name="Rectangle 7">
            <a:extLst>
              <a:ext uri="{FF2B5EF4-FFF2-40B4-BE49-F238E27FC236}">
                <a16:creationId xmlns:a16="http://schemas.microsoft.com/office/drawing/2014/main" id="{0872922C-C17A-3FFF-221B-B97EFFAA82DE}"/>
              </a:ext>
            </a:extLst>
          </p:cNvPr>
          <p:cNvSpPr/>
          <p:nvPr/>
        </p:nvSpPr>
        <p:spPr>
          <a:xfrm>
            <a:off x="9058274" y="997697"/>
            <a:ext cx="2130179" cy="2181164"/>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9F5B6410-1892-3EE0-D9BE-042D4A42C2A2}"/>
              </a:ext>
            </a:extLst>
          </p:cNvPr>
          <p:cNvSpPr/>
          <p:nvPr/>
        </p:nvSpPr>
        <p:spPr>
          <a:xfrm>
            <a:off x="9139974" y="1180155"/>
            <a:ext cx="1891432" cy="1722075"/>
          </a:xfrm>
          <a:custGeom>
            <a:avLst/>
            <a:gdLst>
              <a:gd name="connsiteX0" fmla="*/ 69739 w 2577448"/>
              <a:gd name="connsiteY0" fmla="*/ 400074 h 2271867"/>
              <a:gd name="connsiteX1" fmla="*/ 279289 w 2577448"/>
              <a:gd name="connsiteY1" fmla="*/ 1066824 h 2271867"/>
              <a:gd name="connsiteX2" fmla="*/ 3064 w 2577448"/>
              <a:gd name="connsiteY2" fmla="*/ 1647849 h 2271867"/>
              <a:gd name="connsiteX3" fmla="*/ 498364 w 2577448"/>
              <a:gd name="connsiteY3" fmla="*/ 2228874 h 2271867"/>
              <a:gd name="connsiteX4" fmla="*/ 1269889 w 2577448"/>
              <a:gd name="connsiteY4" fmla="*/ 2000274 h 2271867"/>
              <a:gd name="connsiteX5" fmla="*/ 1955689 w 2577448"/>
              <a:gd name="connsiteY5" fmla="*/ 2247924 h 2271867"/>
              <a:gd name="connsiteX6" fmla="*/ 2565289 w 2577448"/>
              <a:gd name="connsiteY6" fmla="*/ 1285899 h 2271867"/>
              <a:gd name="connsiteX7" fmla="*/ 1384189 w 2577448"/>
              <a:gd name="connsiteY7" fmla="*/ 200049 h 2271867"/>
              <a:gd name="connsiteX8" fmla="*/ 917464 w 2577448"/>
              <a:gd name="connsiteY8" fmla="*/ 342924 h 2271867"/>
              <a:gd name="connsiteX9" fmla="*/ 155464 w 2577448"/>
              <a:gd name="connsiteY9" fmla="*/ 24 h 2271867"/>
              <a:gd name="connsiteX10" fmla="*/ 69739 w 2577448"/>
              <a:gd name="connsiteY10" fmla="*/ 400074 h 227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7448" h="2271867">
                <a:moveTo>
                  <a:pt x="69739" y="400074"/>
                </a:moveTo>
                <a:cubicBezTo>
                  <a:pt x="90377" y="577874"/>
                  <a:pt x="290402" y="858861"/>
                  <a:pt x="279289" y="1066824"/>
                </a:cubicBezTo>
                <a:cubicBezTo>
                  <a:pt x="268176" y="1274787"/>
                  <a:pt x="-33449" y="1454174"/>
                  <a:pt x="3064" y="1647849"/>
                </a:cubicBezTo>
                <a:cubicBezTo>
                  <a:pt x="39576" y="1841524"/>
                  <a:pt x="287227" y="2170137"/>
                  <a:pt x="498364" y="2228874"/>
                </a:cubicBezTo>
                <a:cubicBezTo>
                  <a:pt x="709501" y="2287611"/>
                  <a:pt x="1027002" y="1997099"/>
                  <a:pt x="1269889" y="2000274"/>
                </a:cubicBezTo>
                <a:cubicBezTo>
                  <a:pt x="1512776" y="2003449"/>
                  <a:pt x="1739789" y="2366987"/>
                  <a:pt x="1955689" y="2247924"/>
                </a:cubicBezTo>
                <a:cubicBezTo>
                  <a:pt x="2171589" y="2128862"/>
                  <a:pt x="2660539" y="1627211"/>
                  <a:pt x="2565289" y="1285899"/>
                </a:cubicBezTo>
                <a:cubicBezTo>
                  <a:pt x="2470039" y="944587"/>
                  <a:pt x="1658826" y="357211"/>
                  <a:pt x="1384189" y="200049"/>
                </a:cubicBezTo>
                <a:cubicBezTo>
                  <a:pt x="1109552" y="42887"/>
                  <a:pt x="1122251" y="376261"/>
                  <a:pt x="917464" y="342924"/>
                </a:cubicBezTo>
                <a:cubicBezTo>
                  <a:pt x="712677" y="309587"/>
                  <a:pt x="293576" y="-3151"/>
                  <a:pt x="155464" y="24"/>
                </a:cubicBezTo>
                <a:cubicBezTo>
                  <a:pt x="17352" y="3199"/>
                  <a:pt x="49101" y="222274"/>
                  <a:pt x="69739" y="400074"/>
                </a:cubicBezTo>
                <a:close/>
              </a:path>
            </a:pathLst>
          </a:cu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A404CFA9-8B43-C55B-99DC-D7207F7DC76F}"/>
              </a:ext>
            </a:extLst>
          </p:cNvPr>
          <p:cNvSpPr/>
          <p:nvPr/>
        </p:nvSpPr>
        <p:spPr>
          <a:xfrm>
            <a:off x="1333499" y="1180154"/>
            <a:ext cx="1998189" cy="1972109"/>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7" name="Table 7">
            <a:extLst>
              <a:ext uri="{FF2B5EF4-FFF2-40B4-BE49-F238E27FC236}">
                <a16:creationId xmlns:a16="http://schemas.microsoft.com/office/drawing/2014/main" id="{4DF2EDA5-33F2-2B0E-3B1C-6EA6450A8194}"/>
              </a:ext>
            </a:extLst>
          </p:cNvPr>
          <p:cNvGraphicFramePr>
            <a:graphicFrameLocks noGrp="1"/>
          </p:cNvGraphicFramePr>
          <p:nvPr>
            <p:extLst>
              <p:ext uri="{D42A27DB-BD31-4B8C-83A1-F6EECF244321}">
                <p14:modId xmlns:p14="http://schemas.microsoft.com/office/powerpoint/2010/main" val="4034290049"/>
              </p:ext>
            </p:extLst>
          </p:nvPr>
        </p:nvGraphicFramePr>
        <p:xfrm>
          <a:off x="1408428" y="1213480"/>
          <a:ext cx="1774196" cy="1854200"/>
        </p:xfrm>
        <a:graphic>
          <a:graphicData uri="http://schemas.openxmlformats.org/drawingml/2006/table">
            <a:tbl>
              <a:tblPr firstRow="1" bandRow="1">
                <a:tableStyleId>{72833802-FEF1-4C79-8D5D-14CF1EAF98D9}</a:tableStyleId>
              </a:tblPr>
              <a:tblGrid>
                <a:gridCol w="443549">
                  <a:extLst>
                    <a:ext uri="{9D8B030D-6E8A-4147-A177-3AD203B41FA5}">
                      <a16:colId xmlns:a16="http://schemas.microsoft.com/office/drawing/2014/main" val="3780542967"/>
                    </a:ext>
                  </a:extLst>
                </a:gridCol>
                <a:gridCol w="443549">
                  <a:extLst>
                    <a:ext uri="{9D8B030D-6E8A-4147-A177-3AD203B41FA5}">
                      <a16:colId xmlns:a16="http://schemas.microsoft.com/office/drawing/2014/main" val="2560801942"/>
                    </a:ext>
                  </a:extLst>
                </a:gridCol>
                <a:gridCol w="443549">
                  <a:extLst>
                    <a:ext uri="{9D8B030D-6E8A-4147-A177-3AD203B41FA5}">
                      <a16:colId xmlns:a16="http://schemas.microsoft.com/office/drawing/2014/main" val="2353403517"/>
                    </a:ext>
                  </a:extLst>
                </a:gridCol>
                <a:gridCol w="443549">
                  <a:extLst>
                    <a:ext uri="{9D8B030D-6E8A-4147-A177-3AD203B41FA5}">
                      <a16:colId xmlns:a16="http://schemas.microsoft.com/office/drawing/2014/main" val="723149482"/>
                    </a:ext>
                  </a:extLst>
                </a:gridCol>
              </a:tblGrid>
              <a:tr h="370840">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720415"/>
                  </a:ext>
                </a:extLst>
              </a:tr>
              <a:tr h="370840">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4478596"/>
                  </a:ext>
                </a:extLst>
              </a:tr>
              <a:tr h="370840">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405290"/>
                  </a:ext>
                </a:extLst>
              </a:tr>
              <a:tr h="370840">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7151502"/>
                  </a:ext>
                </a:extLst>
              </a:tr>
              <a:tr h="370840">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918780"/>
                  </a:ext>
                </a:extLst>
              </a:tr>
            </a:tbl>
          </a:graphicData>
        </a:graphic>
      </p:graphicFrame>
      <p:sp>
        <p:nvSpPr>
          <p:cNvPr id="4" name="Rectangle 3">
            <a:extLst>
              <a:ext uri="{FF2B5EF4-FFF2-40B4-BE49-F238E27FC236}">
                <a16:creationId xmlns:a16="http://schemas.microsoft.com/office/drawing/2014/main" id="{647300B9-E037-88B9-BFF7-13950C40CC2C}"/>
              </a:ext>
            </a:extLst>
          </p:cNvPr>
          <p:cNvSpPr/>
          <p:nvPr/>
        </p:nvSpPr>
        <p:spPr>
          <a:xfrm>
            <a:off x="7013542" y="3085514"/>
            <a:ext cx="5178458" cy="3040821"/>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26" name="Picture 2" descr="Peterborough Petes - Wikipedia">
            <a:extLst>
              <a:ext uri="{FF2B5EF4-FFF2-40B4-BE49-F238E27FC236}">
                <a16:creationId xmlns:a16="http://schemas.microsoft.com/office/drawing/2014/main" id="{1BDBF196-6BDE-DF73-A6A0-EBFEAA8621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6013" y="162301"/>
            <a:ext cx="1708464" cy="1126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92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2832-825C-9066-EEA1-D2C5CC0DA8F8}"/>
              </a:ext>
            </a:extLst>
          </p:cNvPr>
          <p:cNvSpPr>
            <a:spLocks noGrp="1"/>
          </p:cNvSpPr>
          <p:nvPr>
            <p:ph type="title"/>
          </p:nvPr>
        </p:nvSpPr>
        <p:spPr/>
        <p:txBody>
          <a:bodyPr/>
          <a:lstStyle/>
          <a:p>
            <a:r>
              <a:rPr lang="en-CA" dirty="0"/>
              <a:t>Let’s jump into Python!</a:t>
            </a:r>
          </a:p>
        </p:txBody>
      </p:sp>
      <p:sp>
        <p:nvSpPr>
          <p:cNvPr id="3" name="Text Placeholder 2">
            <a:extLst>
              <a:ext uri="{FF2B5EF4-FFF2-40B4-BE49-F238E27FC236}">
                <a16:creationId xmlns:a16="http://schemas.microsoft.com/office/drawing/2014/main" id="{FE285ABD-4C3F-99F3-272A-F2E92B6C5C22}"/>
              </a:ext>
            </a:extLst>
          </p:cNvPr>
          <p:cNvSpPr>
            <a:spLocks noGrp="1"/>
          </p:cNvSpPr>
          <p:nvPr>
            <p:ph type="body" sz="quarter" idx="10"/>
          </p:nvPr>
        </p:nvSpPr>
        <p:spPr/>
        <p:txBody>
          <a:bodyPr/>
          <a:lstStyle/>
          <a:p>
            <a:endParaRPr lang="en-CA"/>
          </a:p>
        </p:txBody>
      </p:sp>
      <p:pic>
        <p:nvPicPr>
          <p:cNvPr id="4" name="Picture 3">
            <a:extLst>
              <a:ext uri="{FF2B5EF4-FFF2-40B4-BE49-F238E27FC236}">
                <a16:creationId xmlns:a16="http://schemas.microsoft.com/office/drawing/2014/main" id="{9DA0630B-2D36-885A-DCEF-55AD45C6BEE2}"/>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5004605" y="2793445"/>
            <a:ext cx="4348162" cy="257175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7A0A6AFF-7FB4-413F-74AD-E0FEF116D67A}"/>
              </a:ext>
            </a:extLst>
          </p:cNvPr>
          <p:cNvPicPr>
            <a:picLocks noChangeAspect="1"/>
          </p:cNvPicPr>
          <p:nvPr/>
        </p:nvPicPr>
        <p:blipFill>
          <a:blip r:embed="rId3"/>
          <a:stretch>
            <a:fillRect/>
          </a:stretch>
        </p:blipFill>
        <p:spPr>
          <a:xfrm>
            <a:off x="1147762" y="1390650"/>
            <a:ext cx="5857875" cy="2571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69041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C865B5-9562-E523-F17C-520F3861D076}"/>
              </a:ext>
            </a:extLst>
          </p:cNvPr>
          <p:cNvSpPr>
            <a:spLocks noGrp="1"/>
          </p:cNvSpPr>
          <p:nvPr>
            <p:ph type="title"/>
          </p:nvPr>
        </p:nvSpPr>
        <p:spPr/>
        <p:txBody>
          <a:bodyPr/>
          <a:lstStyle/>
          <a:p>
            <a:r>
              <a:rPr lang="en-CA" dirty="0"/>
              <a:t>Day 3: Intro to Machine Learning Models</a:t>
            </a:r>
          </a:p>
        </p:txBody>
      </p:sp>
    </p:spTree>
    <p:extLst>
      <p:ext uri="{BB962C8B-B14F-4D97-AF65-F5344CB8AC3E}">
        <p14:creationId xmlns:p14="http://schemas.microsoft.com/office/powerpoint/2010/main" val="867464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machine learning model&#10;&#10;AI-generated content may be incorrect.">
            <a:extLst>
              <a:ext uri="{FF2B5EF4-FFF2-40B4-BE49-F238E27FC236}">
                <a16:creationId xmlns:a16="http://schemas.microsoft.com/office/drawing/2014/main" id="{16BB4B7D-B38B-0AD1-BF8F-B31997E49527}"/>
              </a:ext>
            </a:extLst>
          </p:cNvPr>
          <p:cNvPicPr>
            <a:picLocks noChangeAspect="1"/>
          </p:cNvPicPr>
          <p:nvPr/>
        </p:nvPicPr>
        <p:blipFill>
          <a:blip r:embed="rId2"/>
          <a:stretch>
            <a:fillRect/>
          </a:stretch>
        </p:blipFill>
        <p:spPr>
          <a:xfrm>
            <a:off x="920291" y="2121833"/>
            <a:ext cx="3975471" cy="2650314"/>
          </a:xfrm>
          <a:prstGeom prst="rect">
            <a:avLst/>
          </a:prstGeom>
        </p:spPr>
      </p:pic>
      <p:sp>
        <p:nvSpPr>
          <p:cNvPr id="2" name="Title 1">
            <a:extLst>
              <a:ext uri="{FF2B5EF4-FFF2-40B4-BE49-F238E27FC236}">
                <a16:creationId xmlns:a16="http://schemas.microsoft.com/office/drawing/2014/main" id="{A7A0E404-EA4B-DE07-5C4C-DEC64A5DA44D}"/>
              </a:ext>
            </a:extLst>
          </p:cNvPr>
          <p:cNvSpPr>
            <a:spLocks noGrp="1"/>
          </p:cNvSpPr>
          <p:nvPr>
            <p:ph type="title"/>
          </p:nvPr>
        </p:nvSpPr>
        <p:spPr/>
        <p:txBody>
          <a:bodyPr/>
          <a:lstStyle/>
          <a:p>
            <a:r>
              <a:rPr lang="en-CA" dirty="0"/>
              <a:t>Day 3 Agenda</a:t>
            </a:r>
          </a:p>
        </p:txBody>
      </p:sp>
      <p:sp>
        <p:nvSpPr>
          <p:cNvPr id="3" name="Text Placeholder 2">
            <a:extLst>
              <a:ext uri="{FF2B5EF4-FFF2-40B4-BE49-F238E27FC236}">
                <a16:creationId xmlns:a16="http://schemas.microsoft.com/office/drawing/2014/main" id="{04BC7708-4CD0-5345-1A1F-B873DD2D6DD0}"/>
              </a:ext>
            </a:extLst>
          </p:cNvPr>
          <p:cNvSpPr>
            <a:spLocks noGrp="1"/>
          </p:cNvSpPr>
          <p:nvPr>
            <p:ph type="body" sz="quarter" idx="10"/>
          </p:nvPr>
        </p:nvSpPr>
        <p:spPr/>
        <p:txBody>
          <a:bodyPr/>
          <a:lstStyle/>
          <a:p>
            <a:endParaRPr lang="en-CA"/>
          </a:p>
        </p:txBody>
      </p:sp>
      <p:sp>
        <p:nvSpPr>
          <p:cNvPr id="10" name="TextBox 9">
            <a:extLst>
              <a:ext uri="{FF2B5EF4-FFF2-40B4-BE49-F238E27FC236}">
                <a16:creationId xmlns:a16="http://schemas.microsoft.com/office/drawing/2014/main" id="{BE1B3EBA-A06C-E8B8-DF44-A32DFAD905CA}"/>
              </a:ext>
            </a:extLst>
          </p:cNvPr>
          <p:cNvSpPr txBox="1"/>
          <p:nvPr/>
        </p:nvSpPr>
        <p:spPr>
          <a:xfrm>
            <a:off x="2140830" y="1396308"/>
            <a:ext cx="1534394" cy="369332"/>
          </a:xfrm>
          <a:prstGeom prst="rect">
            <a:avLst/>
          </a:prstGeom>
          <a:noFill/>
        </p:spPr>
        <p:txBody>
          <a:bodyPr wrap="none" rtlCol="0">
            <a:spAutoFit/>
          </a:bodyPr>
          <a:lstStyle/>
          <a:p>
            <a:pPr algn="ctr"/>
            <a:r>
              <a:rPr lang="en-CA" b="1" dirty="0"/>
              <a:t>Presentation</a:t>
            </a:r>
          </a:p>
        </p:txBody>
      </p:sp>
      <p:sp>
        <p:nvSpPr>
          <p:cNvPr id="11" name="TextBox 10">
            <a:extLst>
              <a:ext uri="{FF2B5EF4-FFF2-40B4-BE49-F238E27FC236}">
                <a16:creationId xmlns:a16="http://schemas.microsoft.com/office/drawing/2014/main" id="{E8707AD8-175F-4F78-9133-FD3F7587A047}"/>
              </a:ext>
            </a:extLst>
          </p:cNvPr>
          <p:cNvSpPr txBox="1"/>
          <p:nvPr/>
        </p:nvSpPr>
        <p:spPr>
          <a:xfrm>
            <a:off x="7728167" y="1352038"/>
            <a:ext cx="2841996" cy="369332"/>
          </a:xfrm>
          <a:prstGeom prst="rect">
            <a:avLst/>
          </a:prstGeom>
          <a:noFill/>
        </p:spPr>
        <p:txBody>
          <a:bodyPr wrap="none" rtlCol="0">
            <a:spAutoFit/>
          </a:bodyPr>
          <a:lstStyle/>
          <a:p>
            <a:pPr algn="ctr"/>
            <a:r>
              <a:rPr lang="en-CA" b="1" dirty="0"/>
              <a:t>Hands On Python Coding</a:t>
            </a:r>
          </a:p>
        </p:txBody>
      </p:sp>
      <p:pic>
        <p:nvPicPr>
          <p:cNvPr id="18" name="Picture 17">
            <a:extLst>
              <a:ext uri="{FF2B5EF4-FFF2-40B4-BE49-F238E27FC236}">
                <a16:creationId xmlns:a16="http://schemas.microsoft.com/office/drawing/2014/main" id="{B452800D-EF24-4BF8-A64C-88120331645E}"/>
              </a:ext>
            </a:extLst>
          </p:cNvPr>
          <p:cNvPicPr>
            <a:picLocks noChangeAspect="1"/>
          </p:cNvPicPr>
          <p:nvPr/>
        </p:nvPicPr>
        <p:blipFill>
          <a:blip r:embed="rId3"/>
          <a:stretch>
            <a:fillRect/>
          </a:stretch>
        </p:blipFill>
        <p:spPr>
          <a:xfrm>
            <a:off x="2694547" y="3175501"/>
            <a:ext cx="2491912" cy="2344627"/>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D70F3C38-5276-FD7E-AB9B-07BE98FB8062}"/>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8165557" y="3395412"/>
            <a:ext cx="3054893" cy="1806838"/>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2E947C60-80A0-87CD-4DC6-B5295DF44ABD}"/>
              </a:ext>
            </a:extLst>
          </p:cNvPr>
          <p:cNvPicPr>
            <a:picLocks noChangeAspect="1"/>
          </p:cNvPicPr>
          <p:nvPr/>
        </p:nvPicPr>
        <p:blipFill>
          <a:blip r:embed="rId5"/>
          <a:stretch>
            <a:fillRect/>
          </a:stretch>
        </p:blipFill>
        <p:spPr>
          <a:xfrm>
            <a:off x="6454590" y="2392100"/>
            <a:ext cx="4115573" cy="18068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51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68D6-0D18-24CE-4DEC-2F25A66C51E7}"/>
              </a:ext>
            </a:extLst>
          </p:cNvPr>
          <p:cNvSpPr>
            <a:spLocks noGrp="1"/>
          </p:cNvSpPr>
          <p:nvPr>
            <p:ph type="title"/>
          </p:nvPr>
        </p:nvSpPr>
        <p:spPr/>
        <p:txBody>
          <a:bodyPr/>
          <a:lstStyle/>
          <a:p>
            <a:r>
              <a:rPr lang="en-CA" dirty="0"/>
              <a:t>What is a model? </a:t>
            </a:r>
            <a:r>
              <a:rPr lang="en-CA" b="1" i="1" dirty="0"/>
              <a:t>(Reminder from Day 1)</a:t>
            </a:r>
          </a:p>
        </p:txBody>
      </p:sp>
      <p:sp>
        <p:nvSpPr>
          <p:cNvPr id="5" name="Oval 4">
            <a:extLst>
              <a:ext uri="{FF2B5EF4-FFF2-40B4-BE49-F238E27FC236}">
                <a16:creationId xmlns:a16="http://schemas.microsoft.com/office/drawing/2014/main" id="{4008CBDE-1DAF-FCA5-B51E-121E27035236}"/>
              </a:ext>
            </a:extLst>
          </p:cNvPr>
          <p:cNvSpPr/>
          <p:nvPr/>
        </p:nvSpPr>
        <p:spPr>
          <a:xfrm>
            <a:off x="1361411" y="1047943"/>
            <a:ext cx="3187103" cy="1677423"/>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000" b="1" dirty="0"/>
              <a:t>Inputs</a:t>
            </a:r>
          </a:p>
          <a:p>
            <a:pPr algn="ctr"/>
            <a:r>
              <a:rPr lang="en-CA" sz="2000" dirty="0"/>
              <a:t>X</a:t>
            </a:r>
          </a:p>
        </p:txBody>
      </p:sp>
      <p:sp>
        <p:nvSpPr>
          <p:cNvPr id="6" name="Oval 5">
            <a:extLst>
              <a:ext uri="{FF2B5EF4-FFF2-40B4-BE49-F238E27FC236}">
                <a16:creationId xmlns:a16="http://schemas.microsoft.com/office/drawing/2014/main" id="{5D308D92-E627-EF42-7D2A-DE7EADA144F4}"/>
              </a:ext>
            </a:extLst>
          </p:cNvPr>
          <p:cNvSpPr/>
          <p:nvPr/>
        </p:nvSpPr>
        <p:spPr>
          <a:xfrm>
            <a:off x="7642822" y="1056346"/>
            <a:ext cx="3187103" cy="167742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CA" sz="2000" b="1" dirty="0"/>
              <a:t>Output</a:t>
            </a:r>
          </a:p>
          <a:p>
            <a:pPr algn="ctr"/>
            <a:r>
              <a:rPr lang="en-CA" sz="2000" dirty="0"/>
              <a:t>y</a:t>
            </a:r>
          </a:p>
        </p:txBody>
      </p:sp>
      <p:graphicFrame>
        <p:nvGraphicFramePr>
          <p:cNvPr id="12" name="Table 12">
            <a:extLst>
              <a:ext uri="{FF2B5EF4-FFF2-40B4-BE49-F238E27FC236}">
                <a16:creationId xmlns:a16="http://schemas.microsoft.com/office/drawing/2014/main" id="{F5965B33-2C1F-FFD3-D774-FBB5A52DD768}"/>
              </a:ext>
            </a:extLst>
          </p:cNvPr>
          <p:cNvGraphicFramePr>
            <a:graphicFrameLocks noGrp="1"/>
          </p:cNvGraphicFramePr>
          <p:nvPr>
            <p:extLst>
              <p:ext uri="{D42A27DB-BD31-4B8C-83A1-F6EECF244321}">
                <p14:modId xmlns:p14="http://schemas.microsoft.com/office/powerpoint/2010/main" val="790729583"/>
              </p:ext>
            </p:extLst>
          </p:nvPr>
        </p:nvGraphicFramePr>
        <p:xfrm>
          <a:off x="8340132" y="3039657"/>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Frog</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13" name="Arrow: Right 12">
            <a:extLst>
              <a:ext uri="{FF2B5EF4-FFF2-40B4-BE49-F238E27FC236}">
                <a16:creationId xmlns:a16="http://schemas.microsoft.com/office/drawing/2014/main" id="{1209212E-42FC-59F9-E4F5-DA18C62B21D6}"/>
              </a:ext>
            </a:extLst>
          </p:cNvPr>
          <p:cNvSpPr/>
          <p:nvPr/>
        </p:nvSpPr>
        <p:spPr>
          <a:xfrm>
            <a:off x="4060286" y="333427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Arrow: Right 13">
            <a:extLst>
              <a:ext uri="{FF2B5EF4-FFF2-40B4-BE49-F238E27FC236}">
                <a16:creationId xmlns:a16="http://schemas.microsoft.com/office/drawing/2014/main" id="{97FFA8AC-BFAE-A0F1-FF2E-E35B151D76B0}"/>
              </a:ext>
            </a:extLst>
          </p:cNvPr>
          <p:cNvSpPr/>
          <p:nvPr/>
        </p:nvSpPr>
        <p:spPr>
          <a:xfrm>
            <a:off x="4060285" y="4288122"/>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Arrow: Right 14">
            <a:extLst>
              <a:ext uri="{FF2B5EF4-FFF2-40B4-BE49-F238E27FC236}">
                <a16:creationId xmlns:a16="http://schemas.microsoft.com/office/drawing/2014/main" id="{DE40E38A-60CE-6487-9568-4E8F955700D6}"/>
              </a:ext>
            </a:extLst>
          </p:cNvPr>
          <p:cNvSpPr/>
          <p:nvPr/>
        </p:nvSpPr>
        <p:spPr>
          <a:xfrm>
            <a:off x="4668567" y="1647668"/>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E5A19FF0-3DA8-9B6D-A790-2F72822E6011}"/>
              </a:ext>
            </a:extLst>
          </p:cNvPr>
          <p:cNvSpPr/>
          <p:nvPr/>
        </p:nvSpPr>
        <p:spPr>
          <a:xfrm>
            <a:off x="5258130" y="1520604"/>
            <a:ext cx="1627450"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17" name="Arrow: Right 16">
            <a:extLst>
              <a:ext uri="{FF2B5EF4-FFF2-40B4-BE49-F238E27FC236}">
                <a16:creationId xmlns:a16="http://schemas.microsoft.com/office/drawing/2014/main" id="{69C17672-880F-D796-6377-341E4C71D9AD}"/>
              </a:ext>
            </a:extLst>
          </p:cNvPr>
          <p:cNvSpPr/>
          <p:nvPr/>
        </p:nvSpPr>
        <p:spPr>
          <a:xfrm>
            <a:off x="7081834" y="1639265"/>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96E6CE28-CC80-7B9A-53E6-C3AD6E2BC7C9}"/>
              </a:ext>
            </a:extLst>
          </p:cNvPr>
          <p:cNvSpPr/>
          <p:nvPr/>
        </p:nvSpPr>
        <p:spPr>
          <a:xfrm>
            <a:off x="7213867" y="331668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6C26F2DC-5AD5-1182-34AB-3CA9C7FA2FEB}"/>
              </a:ext>
            </a:extLst>
          </p:cNvPr>
          <p:cNvSpPr/>
          <p:nvPr/>
        </p:nvSpPr>
        <p:spPr>
          <a:xfrm>
            <a:off x="7213867" y="4268344"/>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07A156BE-F0F1-B94F-CDEF-BE153E20F68A}"/>
              </a:ext>
            </a:extLst>
          </p:cNvPr>
          <p:cNvSpPr/>
          <p:nvPr/>
        </p:nvSpPr>
        <p:spPr>
          <a:xfrm>
            <a:off x="5258130" y="3173814"/>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graphicFrame>
        <p:nvGraphicFramePr>
          <p:cNvPr id="21" name="Table 12">
            <a:extLst>
              <a:ext uri="{FF2B5EF4-FFF2-40B4-BE49-F238E27FC236}">
                <a16:creationId xmlns:a16="http://schemas.microsoft.com/office/drawing/2014/main" id="{21B4613A-58BD-5D8F-D952-7E7341B870FA}"/>
              </a:ext>
            </a:extLst>
          </p:cNvPr>
          <p:cNvGraphicFramePr>
            <a:graphicFrameLocks noGrp="1"/>
          </p:cNvGraphicFramePr>
          <p:nvPr>
            <p:extLst>
              <p:ext uri="{D42A27DB-BD31-4B8C-83A1-F6EECF244321}">
                <p14:modId xmlns:p14="http://schemas.microsoft.com/office/powerpoint/2010/main" val="4123050781"/>
              </p:ext>
            </p:extLst>
          </p:nvPr>
        </p:nvGraphicFramePr>
        <p:xfrm>
          <a:off x="8319791" y="3978465"/>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Truck</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6" name="Arrow: Right 25">
            <a:extLst>
              <a:ext uri="{FF2B5EF4-FFF2-40B4-BE49-F238E27FC236}">
                <a16:creationId xmlns:a16="http://schemas.microsoft.com/office/drawing/2014/main" id="{7E18C894-3158-0520-D19E-C64B4A1D71BC}"/>
              </a:ext>
            </a:extLst>
          </p:cNvPr>
          <p:cNvSpPr/>
          <p:nvPr/>
        </p:nvSpPr>
        <p:spPr>
          <a:xfrm>
            <a:off x="4060286" y="523758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7" name="Arrow: Right 26">
            <a:extLst>
              <a:ext uri="{FF2B5EF4-FFF2-40B4-BE49-F238E27FC236}">
                <a16:creationId xmlns:a16="http://schemas.microsoft.com/office/drawing/2014/main" id="{B2446952-F7E0-6835-0FE8-7172252FD1CC}"/>
              </a:ext>
            </a:extLst>
          </p:cNvPr>
          <p:cNvSpPr/>
          <p:nvPr/>
        </p:nvSpPr>
        <p:spPr>
          <a:xfrm>
            <a:off x="7213867" y="521999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graphicFrame>
        <p:nvGraphicFramePr>
          <p:cNvPr id="28" name="Table 12">
            <a:extLst>
              <a:ext uri="{FF2B5EF4-FFF2-40B4-BE49-F238E27FC236}">
                <a16:creationId xmlns:a16="http://schemas.microsoft.com/office/drawing/2014/main" id="{DFE7A164-3B5A-71FF-F725-F0791D9D1200}"/>
              </a:ext>
            </a:extLst>
          </p:cNvPr>
          <p:cNvGraphicFramePr>
            <a:graphicFrameLocks noGrp="1"/>
          </p:cNvGraphicFramePr>
          <p:nvPr>
            <p:extLst>
              <p:ext uri="{D42A27DB-BD31-4B8C-83A1-F6EECF244321}">
                <p14:modId xmlns:p14="http://schemas.microsoft.com/office/powerpoint/2010/main" val="1599054290"/>
              </p:ext>
            </p:extLst>
          </p:nvPr>
        </p:nvGraphicFramePr>
        <p:xfrm>
          <a:off x="8283368" y="4917685"/>
          <a:ext cx="1120685" cy="1011665"/>
        </p:xfrm>
        <a:graphic>
          <a:graphicData uri="http://schemas.openxmlformats.org/drawingml/2006/table">
            <a:tbl>
              <a:tblPr bandRow="1">
                <a:tableStyleId>{72833802-FEF1-4C79-8D5D-14CF1EAF98D9}</a:tableStyleId>
              </a:tblPr>
              <a:tblGrid>
                <a:gridCol w="1120685">
                  <a:extLst>
                    <a:ext uri="{9D8B030D-6E8A-4147-A177-3AD203B41FA5}">
                      <a16:colId xmlns:a16="http://schemas.microsoft.com/office/drawing/2014/main" val="125111071"/>
                    </a:ext>
                  </a:extLst>
                </a:gridCol>
              </a:tblGrid>
              <a:tr h="1011665">
                <a:tc>
                  <a:txBody>
                    <a:bodyPr/>
                    <a:lstStyle/>
                    <a:p>
                      <a:pPr algn="ctr"/>
                      <a:r>
                        <a:rPr lang="en-CA" dirty="0"/>
                        <a:t>Deer</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9" name="Rectangle 28">
            <a:extLst>
              <a:ext uri="{FF2B5EF4-FFF2-40B4-BE49-F238E27FC236}">
                <a16:creationId xmlns:a16="http://schemas.microsoft.com/office/drawing/2014/main" id="{184B284B-FCB8-3D14-D941-88618B1DA4AD}"/>
              </a:ext>
            </a:extLst>
          </p:cNvPr>
          <p:cNvSpPr/>
          <p:nvPr/>
        </p:nvSpPr>
        <p:spPr>
          <a:xfrm>
            <a:off x="5258130" y="4164781"/>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30" name="Rectangle 29">
            <a:extLst>
              <a:ext uri="{FF2B5EF4-FFF2-40B4-BE49-F238E27FC236}">
                <a16:creationId xmlns:a16="http://schemas.microsoft.com/office/drawing/2014/main" id="{7B8C5BBC-4B4F-5218-4919-5B96F26C7FF7}"/>
              </a:ext>
            </a:extLst>
          </p:cNvPr>
          <p:cNvSpPr/>
          <p:nvPr/>
        </p:nvSpPr>
        <p:spPr>
          <a:xfrm>
            <a:off x="5258130" y="5159239"/>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pic>
        <p:nvPicPr>
          <p:cNvPr id="3" name="Picture 2">
            <a:extLst>
              <a:ext uri="{FF2B5EF4-FFF2-40B4-BE49-F238E27FC236}">
                <a16:creationId xmlns:a16="http://schemas.microsoft.com/office/drawing/2014/main" id="{37DDA1BC-7E51-9FBC-DA99-C75B2BDB567A}"/>
              </a:ext>
            </a:extLst>
          </p:cNvPr>
          <p:cNvPicPr>
            <a:picLocks noChangeAspect="1"/>
          </p:cNvPicPr>
          <p:nvPr/>
        </p:nvPicPr>
        <p:blipFill rotWithShape="1">
          <a:blip r:embed="rId3"/>
          <a:srcRect r="80335" b="11595"/>
          <a:stretch/>
        </p:blipFill>
        <p:spPr>
          <a:xfrm>
            <a:off x="3038010" y="3193062"/>
            <a:ext cx="889420" cy="858260"/>
          </a:xfrm>
          <a:prstGeom prst="rect">
            <a:avLst/>
          </a:prstGeom>
        </p:spPr>
      </p:pic>
      <p:pic>
        <p:nvPicPr>
          <p:cNvPr id="4" name="Picture 3">
            <a:extLst>
              <a:ext uri="{FF2B5EF4-FFF2-40B4-BE49-F238E27FC236}">
                <a16:creationId xmlns:a16="http://schemas.microsoft.com/office/drawing/2014/main" id="{64CABAC0-0666-37FF-64E7-4BD8D682A9FC}"/>
              </a:ext>
            </a:extLst>
          </p:cNvPr>
          <p:cNvPicPr>
            <a:picLocks noChangeAspect="1"/>
          </p:cNvPicPr>
          <p:nvPr/>
        </p:nvPicPr>
        <p:blipFill rotWithShape="1">
          <a:blip r:embed="rId3"/>
          <a:srcRect l="20060" r="61059" b="12572"/>
          <a:stretch/>
        </p:blipFill>
        <p:spPr>
          <a:xfrm>
            <a:off x="3055748" y="4164781"/>
            <a:ext cx="853943" cy="848768"/>
          </a:xfrm>
          <a:prstGeom prst="rect">
            <a:avLst/>
          </a:prstGeom>
        </p:spPr>
      </p:pic>
      <p:pic>
        <p:nvPicPr>
          <p:cNvPr id="8" name="Picture 7">
            <a:extLst>
              <a:ext uri="{FF2B5EF4-FFF2-40B4-BE49-F238E27FC236}">
                <a16:creationId xmlns:a16="http://schemas.microsoft.com/office/drawing/2014/main" id="{98074118-B3A9-D8E8-AAEE-F69AF76BFF37}"/>
              </a:ext>
            </a:extLst>
          </p:cNvPr>
          <p:cNvPicPr>
            <a:picLocks noChangeAspect="1"/>
          </p:cNvPicPr>
          <p:nvPr/>
        </p:nvPicPr>
        <p:blipFill rotWithShape="1">
          <a:blip r:embed="rId3"/>
          <a:srcRect l="61341" r="20862" b="12064"/>
          <a:stretch/>
        </p:blipFill>
        <p:spPr>
          <a:xfrm>
            <a:off x="3080253" y="5127008"/>
            <a:ext cx="804931" cy="853705"/>
          </a:xfrm>
          <a:prstGeom prst="rect">
            <a:avLst/>
          </a:prstGeom>
        </p:spPr>
      </p:pic>
    </p:spTree>
    <p:extLst>
      <p:ext uri="{BB962C8B-B14F-4D97-AF65-F5344CB8AC3E}">
        <p14:creationId xmlns:p14="http://schemas.microsoft.com/office/powerpoint/2010/main" val="237432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19" grpId="0" animBg="1"/>
      <p:bldP spid="20" grpId="0" animBg="1"/>
      <p:bldP spid="26" grpId="0" animBg="1"/>
      <p:bldP spid="27" grpId="0" animBg="1"/>
      <p:bldP spid="29" grpId="0" animBg="1"/>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F058-32E0-A7CB-7219-5ADA6B2FECC0}"/>
              </a:ext>
            </a:extLst>
          </p:cNvPr>
          <p:cNvSpPr>
            <a:spLocks noGrp="1"/>
          </p:cNvSpPr>
          <p:nvPr>
            <p:ph type="title"/>
          </p:nvPr>
        </p:nvSpPr>
        <p:spPr/>
        <p:txBody>
          <a:bodyPr/>
          <a:lstStyle/>
          <a:p>
            <a:r>
              <a:rPr lang="en-CA" dirty="0"/>
              <a:t>But what is a model?</a:t>
            </a:r>
          </a:p>
        </p:txBody>
      </p:sp>
      <p:sp>
        <p:nvSpPr>
          <p:cNvPr id="3" name="Text Placeholder 2">
            <a:extLst>
              <a:ext uri="{FF2B5EF4-FFF2-40B4-BE49-F238E27FC236}">
                <a16:creationId xmlns:a16="http://schemas.microsoft.com/office/drawing/2014/main" id="{1A07C7B4-1E54-FA78-FA5B-A3AE3719DDD1}"/>
              </a:ext>
            </a:extLst>
          </p:cNvPr>
          <p:cNvSpPr>
            <a:spLocks noGrp="1"/>
          </p:cNvSpPr>
          <p:nvPr>
            <p:ph type="body" sz="quarter" idx="10"/>
          </p:nvPr>
        </p:nvSpPr>
        <p:spPr/>
        <p:txBody>
          <a:bodyPr/>
          <a:lstStyle/>
          <a:p>
            <a:endParaRPr lang="en-CA"/>
          </a:p>
        </p:txBody>
      </p:sp>
      <p:sp>
        <p:nvSpPr>
          <p:cNvPr id="8" name="TextBox 7">
            <a:extLst>
              <a:ext uri="{FF2B5EF4-FFF2-40B4-BE49-F238E27FC236}">
                <a16:creationId xmlns:a16="http://schemas.microsoft.com/office/drawing/2014/main" id="{71A663A8-9B4D-4DAF-7EF6-2D1CF51C9215}"/>
              </a:ext>
            </a:extLst>
          </p:cNvPr>
          <p:cNvSpPr txBox="1"/>
          <p:nvPr/>
        </p:nvSpPr>
        <p:spPr>
          <a:xfrm>
            <a:off x="4622969" y="1997839"/>
            <a:ext cx="2946063" cy="2862322"/>
          </a:xfrm>
          <a:prstGeom prst="rect">
            <a:avLst/>
          </a:prstGeom>
          <a:noFill/>
        </p:spPr>
        <p:txBody>
          <a:bodyPr wrap="none" rtlCol="0">
            <a:spAutoFit/>
          </a:bodyPr>
          <a:lstStyle/>
          <a:p>
            <a:pPr algn="ctr"/>
            <a:r>
              <a:rPr lang="en-CA" sz="3600" dirty="0"/>
              <a:t>1) Recognizes</a:t>
            </a:r>
          </a:p>
          <a:p>
            <a:pPr algn="ctr"/>
            <a:r>
              <a:rPr lang="en-CA" sz="3600" dirty="0"/>
              <a:t>Patterns</a:t>
            </a:r>
          </a:p>
          <a:p>
            <a:pPr algn="ctr"/>
            <a:endParaRPr lang="en-CA" sz="3600" dirty="0"/>
          </a:p>
          <a:p>
            <a:pPr algn="ctr"/>
            <a:r>
              <a:rPr lang="en-CA" sz="3600" dirty="0"/>
              <a:t>2) Makes</a:t>
            </a:r>
          </a:p>
          <a:p>
            <a:pPr algn="ctr"/>
            <a:r>
              <a:rPr lang="en-CA" sz="3600" dirty="0"/>
              <a:t>Predictions</a:t>
            </a:r>
          </a:p>
        </p:txBody>
      </p:sp>
    </p:spTree>
    <p:extLst>
      <p:ext uri="{BB962C8B-B14F-4D97-AF65-F5344CB8AC3E}">
        <p14:creationId xmlns:p14="http://schemas.microsoft.com/office/powerpoint/2010/main" val="1939665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E28ED-A803-35D4-4314-C1FC9B1FF0AA}"/>
              </a:ext>
            </a:extLst>
          </p:cNvPr>
          <p:cNvSpPr>
            <a:spLocks noGrp="1"/>
          </p:cNvSpPr>
          <p:nvPr>
            <p:ph type="title"/>
          </p:nvPr>
        </p:nvSpPr>
        <p:spPr/>
        <p:txBody>
          <a:bodyPr/>
          <a:lstStyle/>
          <a:p>
            <a:r>
              <a:rPr lang="en-US" b="1" dirty="0"/>
              <a:t>Common Misconception</a:t>
            </a:r>
            <a:r>
              <a:rPr lang="en-US" dirty="0"/>
              <a:t>: Is AI always learning, just like us?</a:t>
            </a:r>
          </a:p>
        </p:txBody>
      </p:sp>
      <p:sp>
        <p:nvSpPr>
          <p:cNvPr id="3" name="Text Placeholder 2">
            <a:extLst>
              <a:ext uri="{FF2B5EF4-FFF2-40B4-BE49-F238E27FC236}">
                <a16:creationId xmlns:a16="http://schemas.microsoft.com/office/drawing/2014/main" id="{595FC2AC-FEAF-40D2-DAC2-DA4809D8581D}"/>
              </a:ext>
            </a:extLst>
          </p:cNvPr>
          <p:cNvSpPr>
            <a:spLocks noGrp="1"/>
          </p:cNvSpPr>
          <p:nvPr>
            <p:ph type="body" sz="quarter" idx="10"/>
          </p:nvPr>
        </p:nvSpPr>
        <p:spPr/>
        <p:txBody>
          <a:bodyPr/>
          <a:lstStyle/>
          <a:p>
            <a:endParaRPr lang="en-US"/>
          </a:p>
        </p:txBody>
      </p:sp>
      <p:sp>
        <p:nvSpPr>
          <p:cNvPr id="8" name="Rounded Rectangle 7">
            <a:extLst>
              <a:ext uri="{FF2B5EF4-FFF2-40B4-BE49-F238E27FC236}">
                <a16:creationId xmlns:a16="http://schemas.microsoft.com/office/drawing/2014/main" id="{4BE8D89F-4AA4-3322-8E06-B01B449D1C64}"/>
              </a:ext>
            </a:extLst>
          </p:cNvPr>
          <p:cNvSpPr/>
          <p:nvPr/>
        </p:nvSpPr>
        <p:spPr>
          <a:xfrm>
            <a:off x="1701800" y="1879600"/>
            <a:ext cx="3949700" cy="3200400"/>
          </a:xfrm>
          <a:prstGeom prst="roundRect">
            <a:avLst/>
          </a:pr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CA" sz="2800" dirty="0"/>
              <a:t>What people assume</a:t>
            </a:r>
          </a:p>
          <a:p>
            <a:endParaRPr lang="en-CA" sz="2800" dirty="0"/>
          </a:p>
          <a:p>
            <a:r>
              <a:rPr lang="en-CA" dirty="0"/>
              <a:t>AI is constantly absorbing new info from every conversation — like a student who never stops studying.</a:t>
            </a:r>
          </a:p>
        </p:txBody>
      </p:sp>
      <p:sp>
        <p:nvSpPr>
          <p:cNvPr id="9" name="Rounded Rectangle 8">
            <a:extLst>
              <a:ext uri="{FF2B5EF4-FFF2-40B4-BE49-F238E27FC236}">
                <a16:creationId xmlns:a16="http://schemas.microsoft.com/office/drawing/2014/main" id="{8D5A4ACA-FDF9-08E4-F013-9A19B6D72FE0}"/>
              </a:ext>
            </a:extLst>
          </p:cNvPr>
          <p:cNvSpPr/>
          <p:nvPr/>
        </p:nvSpPr>
        <p:spPr>
          <a:xfrm>
            <a:off x="6299200" y="1879600"/>
            <a:ext cx="3949700" cy="320040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CA" sz="2800" dirty="0"/>
              <a:t>What's actually true</a:t>
            </a:r>
          </a:p>
          <a:p>
            <a:endParaRPr lang="en-CA" sz="2800" dirty="0"/>
          </a:p>
          <a:p>
            <a:r>
              <a:rPr lang="en-CA" dirty="0"/>
              <a:t>AI has two completely separate phases — and they never happen at the same time.</a:t>
            </a:r>
          </a:p>
        </p:txBody>
      </p:sp>
    </p:spTree>
    <p:extLst>
      <p:ext uri="{BB962C8B-B14F-4D97-AF65-F5344CB8AC3E}">
        <p14:creationId xmlns:p14="http://schemas.microsoft.com/office/powerpoint/2010/main" val="1688093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EBC6-48F0-B24C-B8DE-B837618AD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F2BFD-277F-8E25-E629-F86D29557364}"/>
              </a:ext>
            </a:extLst>
          </p:cNvPr>
          <p:cNvSpPr>
            <a:spLocks noGrp="1"/>
          </p:cNvSpPr>
          <p:nvPr>
            <p:ph type="title"/>
          </p:nvPr>
        </p:nvSpPr>
        <p:spPr/>
        <p:txBody>
          <a:bodyPr/>
          <a:lstStyle/>
          <a:p>
            <a:r>
              <a:rPr lang="en-CA" b="1" dirty="0"/>
              <a:t>How Machine Learning Actually Works: </a:t>
            </a:r>
            <a:br>
              <a:rPr lang="en-CA" b="1" dirty="0"/>
            </a:br>
            <a:r>
              <a:rPr lang="en-CA" dirty="0"/>
              <a:t>Two separate modes. Never both at once.</a:t>
            </a:r>
          </a:p>
        </p:txBody>
      </p:sp>
      <p:sp>
        <p:nvSpPr>
          <p:cNvPr id="3" name="Text Placeholder 2">
            <a:extLst>
              <a:ext uri="{FF2B5EF4-FFF2-40B4-BE49-F238E27FC236}">
                <a16:creationId xmlns:a16="http://schemas.microsoft.com/office/drawing/2014/main" id="{A0EBC93A-4B53-3E8B-D68C-F407D1153D3D}"/>
              </a:ext>
            </a:extLst>
          </p:cNvPr>
          <p:cNvSpPr>
            <a:spLocks noGrp="1"/>
          </p:cNvSpPr>
          <p:nvPr>
            <p:ph type="body" sz="quarter" idx="10"/>
          </p:nvPr>
        </p:nvSpPr>
        <p:spPr/>
        <p:txBody>
          <a:bodyPr/>
          <a:lstStyle/>
          <a:p>
            <a:endParaRPr lang="en-US"/>
          </a:p>
        </p:txBody>
      </p:sp>
      <p:sp>
        <p:nvSpPr>
          <p:cNvPr id="8" name="Rounded Rectangle 7">
            <a:extLst>
              <a:ext uri="{FF2B5EF4-FFF2-40B4-BE49-F238E27FC236}">
                <a16:creationId xmlns:a16="http://schemas.microsoft.com/office/drawing/2014/main" id="{6FCBF7F3-1EBC-38EE-A7C8-20B71C62E611}"/>
              </a:ext>
            </a:extLst>
          </p:cNvPr>
          <p:cNvSpPr/>
          <p:nvPr/>
        </p:nvSpPr>
        <p:spPr>
          <a:xfrm>
            <a:off x="1701800" y="1879600"/>
            <a:ext cx="3949700" cy="3200400"/>
          </a:xfrm>
          <a:prstGeom prst="roundRect">
            <a:avLst/>
          </a:pr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CA" sz="2800" dirty="0"/>
              <a:t>Study mode</a:t>
            </a:r>
          </a:p>
          <a:p>
            <a:endParaRPr lang="en-CA" sz="2800" dirty="0"/>
          </a:p>
          <a:p>
            <a:r>
              <a:rPr lang="en-CA" dirty="0"/>
              <a:t>AI reads billions of examples and slowly adjusts. This takes weeks or months on powerful computers</a:t>
            </a:r>
          </a:p>
        </p:txBody>
      </p:sp>
      <p:sp>
        <p:nvSpPr>
          <p:cNvPr id="9" name="Rounded Rectangle 8">
            <a:extLst>
              <a:ext uri="{FF2B5EF4-FFF2-40B4-BE49-F238E27FC236}">
                <a16:creationId xmlns:a16="http://schemas.microsoft.com/office/drawing/2014/main" id="{522D2CAB-C53B-00C7-D4CF-85F029AD0863}"/>
              </a:ext>
            </a:extLst>
          </p:cNvPr>
          <p:cNvSpPr/>
          <p:nvPr/>
        </p:nvSpPr>
        <p:spPr>
          <a:xfrm>
            <a:off x="6299200" y="1879600"/>
            <a:ext cx="3949700" cy="320040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CA" sz="2800" dirty="0"/>
              <a:t>Answer mode</a:t>
            </a:r>
          </a:p>
          <a:p>
            <a:endParaRPr lang="en-CA" dirty="0"/>
          </a:p>
          <a:p>
            <a:r>
              <a:rPr lang="en-CA" dirty="0"/>
              <a:t>AI answers questions — but the books are taken away. It can only use what it already learned.</a:t>
            </a:r>
          </a:p>
        </p:txBody>
      </p:sp>
    </p:spTree>
    <p:extLst>
      <p:ext uri="{BB962C8B-B14F-4D97-AF65-F5344CB8AC3E}">
        <p14:creationId xmlns:p14="http://schemas.microsoft.com/office/powerpoint/2010/main" val="3289551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machine learning model&#10;&#10;AI-generated content may be incorrect.">
            <a:extLst>
              <a:ext uri="{FF2B5EF4-FFF2-40B4-BE49-F238E27FC236}">
                <a16:creationId xmlns:a16="http://schemas.microsoft.com/office/drawing/2014/main" id="{9C0E9A74-50FB-9146-2490-9B3D676E0F22}"/>
              </a:ext>
            </a:extLst>
          </p:cNvPr>
          <p:cNvPicPr>
            <a:picLocks noChangeAspect="1"/>
          </p:cNvPicPr>
          <p:nvPr/>
        </p:nvPicPr>
        <p:blipFill>
          <a:blip r:embed="rId3"/>
          <a:stretch>
            <a:fillRect/>
          </a:stretch>
        </p:blipFill>
        <p:spPr>
          <a:xfrm>
            <a:off x="1123950" y="114300"/>
            <a:ext cx="9944100" cy="6629400"/>
          </a:xfrm>
          <a:prstGeom prst="rect">
            <a:avLst/>
          </a:prstGeom>
        </p:spPr>
      </p:pic>
    </p:spTree>
    <p:extLst>
      <p:ext uri="{BB962C8B-B14F-4D97-AF65-F5344CB8AC3E}">
        <p14:creationId xmlns:p14="http://schemas.microsoft.com/office/powerpoint/2010/main" val="2317511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C963E-D20D-C6A3-F5B2-FF83AFA3E345}"/>
              </a:ext>
            </a:extLst>
          </p:cNvPr>
          <p:cNvSpPr>
            <a:spLocks noGrp="1"/>
          </p:cNvSpPr>
          <p:nvPr>
            <p:ph type="title"/>
          </p:nvPr>
        </p:nvSpPr>
        <p:spPr/>
        <p:txBody>
          <a:bodyPr/>
          <a:lstStyle/>
          <a:p>
            <a:r>
              <a:rPr lang="en-CA" dirty="0"/>
              <a:t>Linear Models – </a:t>
            </a:r>
            <a:r>
              <a:rPr lang="en-CA" b="1" i="1" dirty="0"/>
              <a:t>Reminder from Day 2</a:t>
            </a:r>
          </a:p>
        </p:txBody>
      </p:sp>
      <p:sp>
        <p:nvSpPr>
          <p:cNvPr id="3" name="Text Placeholder 2">
            <a:extLst>
              <a:ext uri="{FF2B5EF4-FFF2-40B4-BE49-F238E27FC236}">
                <a16:creationId xmlns:a16="http://schemas.microsoft.com/office/drawing/2014/main" id="{AF406F40-3E4A-554C-7B58-969FF39DEC47}"/>
              </a:ext>
            </a:extLst>
          </p:cNvPr>
          <p:cNvSpPr>
            <a:spLocks noGrp="1"/>
          </p:cNvSpPr>
          <p:nvPr>
            <p:ph type="body" sz="quarter" idx="10"/>
          </p:nvPr>
        </p:nvSpPr>
        <p:spPr/>
        <p:txBody>
          <a:bodyPr/>
          <a:lstStyle/>
          <a:p>
            <a:endParaRPr lang="en-CA"/>
          </a:p>
        </p:txBody>
      </p:sp>
      <p:pic>
        <p:nvPicPr>
          <p:cNvPr id="1026" name="Picture 2">
            <a:extLst>
              <a:ext uri="{FF2B5EF4-FFF2-40B4-BE49-F238E27FC236}">
                <a16:creationId xmlns:a16="http://schemas.microsoft.com/office/drawing/2014/main" id="{0A722956-B288-5EA3-4451-C4E547FE4799}"/>
              </a:ext>
            </a:extLst>
          </p:cNvPr>
          <p:cNvPicPr>
            <a:picLocks noGrp="1" noChangeAspect="1" noChangeArrowheads="1"/>
          </p:cNvPicPr>
          <p:nvPr>
            <p:ph idx="13"/>
          </p:nvPr>
        </p:nvPicPr>
        <p:blipFill>
          <a:blip r:embed="rId3">
            <a:extLst>
              <a:ext uri="{28A0092B-C50C-407E-A947-70E740481C1C}">
                <a14:useLocalDpi xmlns:a14="http://schemas.microsoft.com/office/drawing/2010/main" val="0"/>
              </a:ext>
            </a:extLst>
          </a:blip>
          <a:srcRect/>
          <a:stretch>
            <a:fillRect/>
          </a:stretch>
        </p:blipFill>
        <p:spPr bwMode="auto">
          <a:xfrm>
            <a:off x="3485383" y="1371755"/>
            <a:ext cx="5221234" cy="4160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714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44859-CC31-C6F6-8751-E833F2F4D39A}"/>
              </a:ext>
            </a:extLst>
          </p:cNvPr>
          <p:cNvSpPr>
            <a:spLocks noGrp="1"/>
          </p:cNvSpPr>
          <p:nvPr>
            <p:ph type="title"/>
          </p:nvPr>
        </p:nvSpPr>
        <p:spPr/>
        <p:txBody>
          <a:bodyPr/>
          <a:lstStyle/>
          <a:p>
            <a:r>
              <a:rPr lang="en-CA" dirty="0"/>
              <a:t>What if your pattern doesn’t look like a straight line?</a:t>
            </a:r>
          </a:p>
        </p:txBody>
      </p:sp>
      <p:sp>
        <p:nvSpPr>
          <p:cNvPr id="3" name="Text Placeholder 2">
            <a:extLst>
              <a:ext uri="{FF2B5EF4-FFF2-40B4-BE49-F238E27FC236}">
                <a16:creationId xmlns:a16="http://schemas.microsoft.com/office/drawing/2014/main" id="{60BCF6E8-32C8-6378-56F8-3F41C471D77D}"/>
              </a:ext>
            </a:extLst>
          </p:cNvPr>
          <p:cNvSpPr>
            <a:spLocks noGrp="1"/>
          </p:cNvSpPr>
          <p:nvPr>
            <p:ph type="body" sz="quarter" idx="10"/>
          </p:nvPr>
        </p:nvSpPr>
        <p:spPr/>
        <p:txBody>
          <a:bodyPr/>
          <a:lstStyle/>
          <a:p>
            <a:endParaRPr lang="en-CA"/>
          </a:p>
        </p:txBody>
      </p:sp>
      <p:graphicFrame>
        <p:nvGraphicFramePr>
          <p:cNvPr id="5" name="Content Placeholder 7">
            <a:extLst>
              <a:ext uri="{FF2B5EF4-FFF2-40B4-BE49-F238E27FC236}">
                <a16:creationId xmlns:a16="http://schemas.microsoft.com/office/drawing/2014/main" id="{E9A902E3-D685-1C11-005D-C8CE8AC8FBDC}"/>
              </a:ext>
            </a:extLst>
          </p:cNvPr>
          <p:cNvGraphicFramePr>
            <a:graphicFrameLocks noGrp="1"/>
          </p:cNvGraphicFramePr>
          <p:nvPr>
            <p:ph idx="13"/>
            <p:extLst>
              <p:ext uri="{D42A27DB-BD31-4B8C-83A1-F6EECF244321}">
                <p14:modId xmlns:p14="http://schemas.microsoft.com/office/powerpoint/2010/main" val="390224060"/>
              </p:ext>
            </p:extLst>
          </p:nvPr>
        </p:nvGraphicFramePr>
        <p:xfrm>
          <a:off x="609600" y="1133475"/>
          <a:ext cx="10972800" cy="46370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895028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8682A-7CFC-6570-C5E5-06056F649E70}"/>
              </a:ext>
            </a:extLst>
          </p:cNvPr>
          <p:cNvSpPr>
            <a:spLocks noGrp="1"/>
          </p:cNvSpPr>
          <p:nvPr>
            <p:ph type="title"/>
          </p:nvPr>
        </p:nvSpPr>
        <p:spPr/>
        <p:txBody>
          <a:bodyPr/>
          <a:lstStyle/>
          <a:p>
            <a:r>
              <a:rPr lang="en-CA" dirty="0"/>
              <a:t>We can improve our models with multiple variables</a:t>
            </a:r>
          </a:p>
        </p:txBody>
      </p:sp>
      <p:sp>
        <p:nvSpPr>
          <p:cNvPr id="3" name="Text Placeholder 2">
            <a:extLst>
              <a:ext uri="{FF2B5EF4-FFF2-40B4-BE49-F238E27FC236}">
                <a16:creationId xmlns:a16="http://schemas.microsoft.com/office/drawing/2014/main" id="{13CE68A4-FA76-8466-C35D-79F806D74F16}"/>
              </a:ext>
            </a:extLst>
          </p:cNvPr>
          <p:cNvSpPr>
            <a:spLocks noGrp="1"/>
          </p:cNvSpPr>
          <p:nvPr>
            <p:ph type="body" sz="quarter" idx="10"/>
          </p:nvPr>
        </p:nvSpPr>
        <p:spPr/>
        <p:txBody>
          <a:bodyPr/>
          <a:lstStyle/>
          <a:p>
            <a:endParaRPr lang="en-CA"/>
          </a:p>
        </p:txBody>
      </p:sp>
      <p:pic>
        <p:nvPicPr>
          <p:cNvPr id="5" name="Picture 2">
            <a:extLst>
              <a:ext uri="{FF2B5EF4-FFF2-40B4-BE49-F238E27FC236}">
                <a16:creationId xmlns:a16="http://schemas.microsoft.com/office/drawing/2014/main" id="{0F04A199-459A-90EC-23A3-2C5B62C93E75}"/>
              </a:ext>
            </a:extLst>
          </p:cNvPr>
          <p:cNvPicPr>
            <a:picLocks noGrp="1" noChangeAspect="1" noChangeArrowheads="1"/>
          </p:cNvPicPr>
          <p:nvPr>
            <p:ph idx="13"/>
          </p:nvPr>
        </p:nvPicPr>
        <p:blipFill>
          <a:blip r:embed="rId2">
            <a:extLst>
              <a:ext uri="{28A0092B-C50C-407E-A947-70E740481C1C}">
                <a14:useLocalDpi xmlns:a14="http://schemas.microsoft.com/office/drawing/2010/main" val="0"/>
              </a:ext>
            </a:extLst>
          </a:blip>
          <a:srcRect/>
          <a:stretch>
            <a:fillRect/>
          </a:stretch>
        </p:blipFill>
        <p:spPr bwMode="auto">
          <a:xfrm>
            <a:off x="1551809" y="1908951"/>
            <a:ext cx="4039367" cy="32187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AD0DD7B-1526-D56B-5CCC-E0D18143FC33}"/>
              </a:ext>
            </a:extLst>
          </p:cNvPr>
          <p:cNvPicPr>
            <a:picLocks noChangeAspect="1"/>
          </p:cNvPicPr>
          <p:nvPr/>
        </p:nvPicPr>
        <p:blipFill>
          <a:blip r:embed="rId3"/>
          <a:stretch>
            <a:fillRect/>
          </a:stretch>
        </p:blipFill>
        <p:spPr>
          <a:xfrm>
            <a:off x="6315075" y="1908951"/>
            <a:ext cx="4133850" cy="3810000"/>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65FA2C41-A3E3-1CB8-501B-6BA84BA98727}"/>
              </a:ext>
            </a:extLst>
          </p:cNvPr>
          <p:cNvSpPr txBox="1"/>
          <p:nvPr/>
        </p:nvSpPr>
        <p:spPr>
          <a:xfrm>
            <a:off x="2830263" y="1305936"/>
            <a:ext cx="1482457" cy="369332"/>
          </a:xfrm>
          <a:prstGeom prst="rect">
            <a:avLst/>
          </a:prstGeom>
          <a:noFill/>
        </p:spPr>
        <p:txBody>
          <a:bodyPr wrap="none" rtlCol="0">
            <a:spAutoFit/>
          </a:bodyPr>
          <a:lstStyle/>
          <a:p>
            <a:pPr algn="ctr"/>
            <a:r>
              <a:rPr lang="en-CA" b="1" dirty="0"/>
              <a:t>One</a:t>
            </a:r>
            <a:r>
              <a:rPr lang="en-CA" dirty="0"/>
              <a:t> Variable</a:t>
            </a:r>
          </a:p>
        </p:txBody>
      </p:sp>
      <p:sp>
        <p:nvSpPr>
          <p:cNvPr id="13" name="TextBox 12">
            <a:extLst>
              <a:ext uri="{FF2B5EF4-FFF2-40B4-BE49-F238E27FC236}">
                <a16:creationId xmlns:a16="http://schemas.microsoft.com/office/drawing/2014/main" id="{3C7E842B-883E-B3E6-9D73-B114778DF6A2}"/>
              </a:ext>
            </a:extLst>
          </p:cNvPr>
          <p:cNvSpPr txBox="1"/>
          <p:nvPr/>
        </p:nvSpPr>
        <p:spPr>
          <a:xfrm>
            <a:off x="7365857" y="1305936"/>
            <a:ext cx="2032288" cy="369332"/>
          </a:xfrm>
          <a:prstGeom prst="rect">
            <a:avLst/>
          </a:prstGeom>
          <a:noFill/>
        </p:spPr>
        <p:txBody>
          <a:bodyPr wrap="none" rtlCol="0">
            <a:spAutoFit/>
          </a:bodyPr>
          <a:lstStyle/>
          <a:p>
            <a:pPr algn="ctr"/>
            <a:r>
              <a:rPr lang="en-CA" b="1" dirty="0"/>
              <a:t>Multiple</a:t>
            </a:r>
            <a:r>
              <a:rPr lang="en-CA" dirty="0"/>
              <a:t> Variables</a:t>
            </a:r>
          </a:p>
        </p:txBody>
      </p:sp>
    </p:spTree>
    <p:extLst>
      <p:ext uri="{BB962C8B-B14F-4D97-AF65-F5344CB8AC3E}">
        <p14:creationId xmlns:p14="http://schemas.microsoft.com/office/powerpoint/2010/main" val="2255558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D4D6-0576-1021-1FAF-5283BEB72050}"/>
              </a:ext>
            </a:extLst>
          </p:cNvPr>
          <p:cNvSpPr>
            <a:spLocks noGrp="1"/>
          </p:cNvSpPr>
          <p:nvPr>
            <p:ph type="title"/>
          </p:nvPr>
        </p:nvSpPr>
        <p:spPr/>
        <p:txBody>
          <a:bodyPr/>
          <a:lstStyle/>
          <a:p>
            <a:r>
              <a:rPr lang="en-CA" dirty="0"/>
              <a:t>Decision Tree Model</a:t>
            </a:r>
          </a:p>
        </p:txBody>
      </p:sp>
      <p:graphicFrame>
        <p:nvGraphicFramePr>
          <p:cNvPr id="5" name="Diagram 4">
            <a:extLst>
              <a:ext uri="{FF2B5EF4-FFF2-40B4-BE49-F238E27FC236}">
                <a16:creationId xmlns:a16="http://schemas.microsoft.com/office/drawing/2014/main" id="{8AB19DC2-E4FB-322F-AC04-2C93A3838979}"/>
              </a:ext>
            </a:extLst>
          </p:cNvPr>
          <p:cNvGraphicFramePr/>
          <p:nvPr>
            <p:extLst>
              <p:ext uri="{D42A27DB-BD31-4B8C-83A1-F6EECF244321}">
                <p14:modId xmlns:p14="http://schemas.microsoft.com/office/powerpoint/2010/main" val="3223047574"/>
              </p:ext>
            </p:extLst>
          </p:nvPr>
        </p:nvGraphicFramePr>
        <p:xfrm>
          <a:off x="2564219" y="288409"/>
          <a:ext cx="9349562" cy="47952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9413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EA8251F9-3380-9AC2-B8AE-D0F9CF07BD47}"/>
              </a:ext>
            </a:extLst>
          </p:cNvPr>
          <p:cNvGraphicFramePr/>
          <p:nvPr>
            <p:extLst>
              <p:ext uri="{D42A27DB-BD31-4B8C-83A1-F6EECF244321}">
                <p14:modId xmlns:p14="http://schemas.microsoft.com/office/powerpoint/2010/main" val="3609056594"/>
              </p:ext>
            </p:extLst>
          </p:nvPr>
        </p:nvGraphicFramePr>
        <p:xfrm>
          <a:off x="2564219" y="288409"/>
          <a:ext cx="9349562" cy="47952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1488D4D6-0576-1021-1FAF-5283BEB72050}"/>
              </a:ext>
            </a:extLst>
          </p:cNvPr>
          <p:cNvSpPr>
            <a:spLocks noGrp="1"/>
          </p:cNvSpPr>
          <p:nvPr>
            <p:ph type="title"/>
          </p:nvPr>
        </p:nvSpPr>
        <p:spPr/>
        <p:txBody>
          <a:bodyPr/>
          <a:lstStyle/>
          <a:p>
            <a:r>
              <a:rPr lang="en-CA" dirty="0"/>
              <a:t>Decision Tree Model</a:t>
            </a:r>
          </a:p>
        </p:txBody>
      </p:sp>
      <p:sp>
        <p:nvSpPr>
          <p:cNvPr id="6" name="TextBox 5">
            <a:extLst>
              <a:ext uri="{FF2B5EF4-FFF2-40B4-BE49-F238E27FC236}">
                <a16:creationId xmlns:a16="http://schemas.microsoft.com/office/drawing/2014/main" id="{997D0ADD-BF08-9C9B-F4BE-1804AD54EF75}"/>
              </a:ext>
            </a:extLst>
          </p:cNvPr>
          <p:cNvSpPr txBox="1"/>
          <p:nvPr/>
        </p:nvSpPr>
        <p:spPr>
          <a:xfrm>
            <a:off x="3537285" y="5792247"/>
            <a:ext cx="2354812" cy="923330"/>
          </a:xfrm>
          <a:prstGeom prst="rect">
            <a:avLst/>
          </a:prstGeom>
          <a:noFill/>
          <a:ln w="19050">
            <a:solidFill>
              <a:schemeClr val="accent2"/>
            </a:solidFill>
          </a:ln>
        </p:spPr>
        <p:txBody>
          <a:bodyPr wrap="none" rtlCol="0">
            <a:spAutoFit/>
          </a:bodyPr>
          <a:lstStyle/>
          <a:p>
            <a:r>
              <a:rPr lang="en-CA" dirty="0"/>
              <a:t>if </a:t>
            </a:r>
            <a:r>
              <a:rPr lang="en-CA" dirty="0" err="1"/>
              <a:t>foot_length</a:t>
            </a:r>
            <a:r>
              <a:rPr lang="en-CA" dirty="0"/>
              <a:t> &lt;= 22.5:</a:t>
            </a:r>
          </a:p>
          <a:p>
            <a:r>
              <a:rPr lang="en-CA" dirty="0"/>
              <a:t>   if age &lt;= 10.25</a:t>
            </a:r>
          </a:p>
          <a:p>
            <a:r>
              <a:rPr lang="en-CA" dirty="0"/>
              <a:t>      height = 139</a:t>
            </a:r>
          </a:p>
        </p:txBody>
      </p:sp>
      <p:sp>
        <p:nvSpPr>
          <p:cNvPr id="7" name="Right Brace 6">
            <a:extLst>
              <a:ext uri="{FF2B5EF4-FFF2-40B4-BE49-F238E27FC236}">
                <a16:creationId xmlns:a16="http://schemas.microsoft.com/office/drawing/2014/main" id="{4B4B3DCD-46DA-B5E0-6C0F-D1221F71A8BF}"/>
              </a:ext>
            </a:extLst>
          </p:cNvPr>
          <p:cNvSpPr/>
          <p:nvPr/>
        </p:nvSpPr>
        <p:spPr>
          <a:xfrm rot="5400000">
            <a:off x="4516419" y="4589521"/>
            <a:ext cx="514350" cy="1604960"/>
          </a:xfrm>
          <a:prstGeom prst="righ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EB49F456-230D-F01E-B5C3-DE49A9FA2302}"/>
              </a:ext>
            </a:extLst>
          </p:cNvPr>
          <p:cNvSpPr/>
          <p:nvPr/>
        </p:nvSpPr>
        <p:spPr>
          <a:xfrm>
            <a:off x="609600" y="2610259"/>
            <a:ext cx="2830275" cy="1188743"/>
          </a:xfrm>
          <a:prstGeom prst="round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800" dirty="0"/>
              <a:t>What’s the big limitation here?</a:t>
            </a:r>
          </a:p>
        </p:txBody>
      </p:sp>
    </p:spTree>
    <p:extLst>
      <p:ext uri="{BB962C8B-B14F-4D97-AF65-F5344CB8AC3E}">
        <p14:creationId xmlns:p14="http://schemas.microsoft.com/office/powerpoint/2010/main" val="343964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D4D6-0576-1021-1FAF-5283BEB72050}"/>
              </a:ext>
            </a:extLst>
          </p:cNvPr>
          <p:cNvSpPr>
            <a:spLocks noGrp="1"/>
          </p:cNvSpPr>
          <p:nvPr>
            <p:ph type="title"/>
          </p:nvPr>
        </p:nvSpPr>
        <p:spPr/>
        <p:txBody>
          <a:bodyPr/>
          <a:lstStyle/>
          <a:p>
            <a:r>
              <a:rPr lang="en-CA" dirty="0"/>
              <a:t>What is this called? A Model with Many Trees Combined!</a:t>
            </a:r>
          </a:p>
        </p:txBody>
      </p:sp>
      <p:sp>
        <p:nvSpPr>
          <p:cNvPr id="3" name="Text Placeholder 2">
            <a:extLst>
              <a:ext uri="{FF2B5EF4-FFF2-40B4-BE49-F238E27FC236}">
                <a16:creationId xmlns:a16="http://schemas.microsoft.com/office/drawing/2014/main" id="{6325621E-52B8-A3EB-8751-6206B7CD8C31}"/>
              </a:ext>
            </a:extLst>
          </p:cNvPr>
          <p:cNvSpPr>
            <a:spLocks noGrp="1"/>
          </p:cNvSpPr>
          <p:nvPr>
            <p:ph type="body" sz="quarter" idx="10"/>
          </p:nvPr>
        </p:nvSpPr>
        <p:spPr/>
        <p:txBody>
          <a:bodyPr/>
          <a:lstStyle/>
          <a:p>
            <a:endParaRPr lang="en-CA"/>
          </a:p>
        </p:txBody>
      </p:sp>
      <p:graphicFrame>
        <p:nvGraphicFramePr>
          <p:cNvPr id="10" name="Diagram 9">
            <a:extLst>
              <a:ext uri="{FF2B5EF4-FFF2-40B4-BE49-F238E27FC236}">
                <a16:creationId xmlns:a16="http://schemas.microsoft.com/office/drawing/2014/main" id="{5D177B11-1903-EF1A-181F-4DEC77FB6764}"/>
              </a:ext>
            </a:extLst>
          </p:cNvPr>
          <p:cNvGraphicFramePr/>
          <p:nvPr>
            <p:extLst>
              <p:ext uri="{D42A27DB-BD31-4B8C-83A1-F6EECF244321}">
                <p14:modId xmlns:p14="http://schemas.microsoft.com/office/powerpoint/2010/main" val="3160276956"/>
              </p:ext>
            </p:extLst>
          </p:nvPr>
        </p:nvGraphicFramePr>
        <p:xfrm>
          <a:off x="1338920" y="2540397"/>
          <a:ext cx="1317188" cy="1777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815DA454-7DBA-839E-46EA-EB343FD2C6E8}"/>
              </a:ext>
            </a:extLst>
          </p:cNvPr>
          <p:cNvGraphicFramePr/>
          <p:nvPr>
            <p:extLst>
              <p:ext uri="{D42A27DB-BD31-4B8C-83A1-F6EECF244321}">
                <p14:modId xmlns:p14="http://schemas.microsoft.com/office/powerpoint/2010/main" val="1192507550"/>
              </p:ext>
            </p:extLst>
          </p:nvPr>
        </p:nvGraphicFramePr>
        <p:xfrm>
          <a:off x="3415370" y="2556160"/>
          <a:ext cx="1317188" cy="177720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a:extLst>
              <a:ext uri="{FF2B5EF4-FFF2-40B4-BE49-F238E27FC236}">
                <a16:creationId xmlns:a16="http://schemas.microsoft.com/office/drawing/2014/main" id="{713042FA-9876-26A0-9D40-42257009E76E}"/>
              </a:ext>
            </a:extLst>
          </p:cNvPr>
          <p:cNvGraphicFramePr/>
          <p:nvPr>
            <p:extLst>
              <p:ext uri="{D42A27DB-BD31-4B8C-83A1-F6EECF244321}">
                <p14:modId xmlns:p14="http://schemas.microsoft.com/office/powerpoint/2010/main" val="3711946983"/>
              </p:ext>
            </p:extLst>
          </p:nvPr>
        </p:nvGraphicFramePr>
        <p:xfrm>
          <a:off x="5491820" y="2540397"/>
          <a:ext cx="1317188" cy="17772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Diagram 12">
            <a:extLst>
              <a:ext uri="{FF2B5EF4-FFF2-40B4-BE49-F238E27FC236}">
                <a16:creationId xmlns:a16="http://schemas.microsoft.com/office/drawing/2014/main" id="{E0BA16BB-7579-9EE8-82CD-FA521C4EA457}"/>
              </a:ext>
            </a:extLst>
          </p:cNvPr>
          <p:cNvGraphicFramePr/>
          <p:nvPr>
            <p:extLst>
              <p:ext uri="{D42A27DB-BD31-4B8C-83A1-F6EECF244321}">
                <p14:modId xmlns:p14="http://schemas.microsoft.com/office/powerpoint/2010/main" val="567604797"/>
              </p:ext>
            </p:extLst>
          </p:nvPr>
        </p:nvGraphicFramePr>
        <p:xfrm>
          <a:off x="8825570" y="2540397"/>
          <a:ext cx="1317188" cy="177720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4" name="TextBox 13">
            <a:extLst>
              <a:ext uri="{FF2B5EF4-FFF2-40B4-BE49-F238E27FC236}">
                <a16:creationId xmlns:a16="http://schemas.microsoft.com/office/drawing/2014/main" id="{ACCB27D1-BFAE-0272-E4B2-752F8D34429B}"/>
              </a:ext>
            </a:extLst>
          </p:cNvPr>
          <p:cNvSpPr txBox="1"/>
          <p:nvPr/>
        </p:nvSpPr>
        <p:spPr>
          <a:xfrm>
            <a:off x="2813470" y="3075057"/>
            <a:ext cx="463588" cy="707886"/>
          </a:xfrm>
          <a:prstGeom prst="rect">
            <a:avLst/>
          </a:prstGeom>
          <a:noFill/>
        </p:spPr>
        <p:txBody>
          <a:bodyPr wrap="none" rtlCol="0">
            <a:spAutoFit/>
          </a:bodyPr>
          <a:lstStyle/>
          <a:p>
            <a:r>
              <a:rPr lang="en-CA" sz="4000" dirty="0"/>
              <a:t>+</a:t>
            </a:r>
          </a:p>
        </p:txBody>
      </p:sp>
      <p:sp>
        <p:nvSpPr>
          <p:cNvPr id="15" name="TextBox 14">
            <a:extLst>
              <a:ext uri="{FF2B5EF4-FFF2-40B4-BE49-F238E27FC236}">
                <a16:creationId xmlns:a16="http://schemas.microsoft.com/office/drawing/2014/main" id="{4442767D-61C4-DE96-6EBE-8ABB5BA09994}"/>
              </a:ext>
            </a:extLst>
          </p:cNvPr>
          <p:cNvSpPr txBox="1"/>
          <p:nvPr/>
        </p:nvSpPr>
        <p:spPr>
          <a:xfrm>
            <a:off x="4870870" y="3090820"/>
            <a:ext cx="463588" cy="707886"/>
          </a:xfrm>
          <a:prstGeom prst="rect">
            <a:avLst/>
          </a:prstGeom>
          <a:noFill/>
        </p:spPr>
        <p:txBody>
          <a:bodyPr wrap="none" rtlCol="0">
            <a:spAutoFit/>
          </a:bodyPr>
          <a:lstStyle/>
          <a:p>
            <a:r>
              <a:rPr lang="en-CA" sz="4000" dirty="0"/>
              <a:t>+</a:t>
            </a:r>
          </a:p>
        </p:txBody>
      </p:sp>
      <p:sp>
        <p:nvSpPr>
          <p:cNvPr id="16" name="TextBox 15">
            <a:extLst>
              <a:ext uri="{FF2B5EF4-FFF2-40B4-BE49-F238E27FC236}">
                <a16:creationId xmlns:a16="http://schemas.microsoft.com/office/drawing/2014/main" id="{4A297146-81F2-7E55-38EF-AB697A43535B}"/>
              </a:ext>
            </a:extLst>
          </p:cNvPr>
          <p:cNvSpPr txBox="1"/>
          <p:nvPr/>
        </p:nvSpPr>
        <p:spPr>
          <a:xfrm>
            <a:off x="6969965" y="3075057"/>
            <a:ext cx="463588" cy="707886"/>
          </a:xfrm>
          <a:prstGeom prst="rect">
            <a:avLst/>
          </a:prstGeom>
          <a:noFill/>
        </p:spPr>
        <p:txBody>
          <a:bodyPr wrap="none" rtlCol="0">
            <a:spAutoFit/>
          </a:bodyPr>
          <a:lstStyle/>
          <a:p>
            <a:r>
              <a:rPr lang="en-CA" sz="4000" dirty="0"/>
              <a:t>+</a:t>
            </a:r>
          </a:p>
        </p:txBody>
      </p:sp>
      <p:sp>
        <p:nvSpPr>
          <p:cNvPr id="17" name="TextBox 16">
            <a:extLst>
              <a:ext uri="{FF2B5EF4-FFF2-40B4-BE49-F238E27FC236}">
                <a16:creationId xmlns:a16="http://schemas.microsoft.com/office/drawing/2014/main" id="{B76BBA13-BF01-E083-4F7C-4897639B8B5D}"/>
              </a:ext>
            </a:extLst>
          </p:cNvPr>
          <p:cNvSpPr txBox="1"/>
          <p:nvPr/>
        </p:nvSpPr>
        <p:spPr>
          <a:xfrm>
            <a:off x="8201025" y="3075057"/>
            <a:ext cx="463588" cy="707886"/>
          </a:xfrm>
          <a:prstGeom prst="rect">
            <a:avLst/>
          </a:prstGeom>
          <a:noFill/>
        </p:spPr>
        <p:txBody>
          <a:bodyPr wrap="none" rtlCol="0">
            <a:spAutoFit/>
          </a:bodyPr>
          <a:lstStyle/>
          <a:p>
            <a:r>
              <a:rPr lang="en-CA" sz="4000" dirty="0"/>
              <a:t>+</a:t>
            </a:r>
          </a:p>
        </p:txBody>
      </p:sp>
      <p:sp>
        <p:nvSpPr>
          <p:cNvPr id="18" name="TextBox 17">
            <a:extLst>
              <a:ext uri="{FF2B5EF4-FFF2-40B4-BE49-F238E27FC236}">
                <a16:creationId xmlns:a16="http://schemas.microsoft.com/office/drawing/2014/main" id="{14720002-E718-D562-C3FD-D6BA5E25EF6F}"/>
              </a:ext>
            </a:extLst>
          </p:cNvPr>
          <p:cNvSpPr txBox="1"/>
          <p:nvPr/>
        </p:nvSpPr>
        <p:spPr>
          <a:xfrm>
            <a:off x="7512757" y="3075057"/>
            <a:ext cx="627096" cy="707886"/>
          </a:xfrm>
          <a:prstGeom prst="rect">
            <a:avLst/>
          </a:prstGeom>
          <a:noFill/>
        </p:spPr>
        <p:txBody>
          <a:bodyPr wrap="none" rtlCol="0">
            <a:spAutoFit/>
          </a:bodyPr>
          <a:lstStyle/>
          <a:p>
            <a:pPr algn="ctr"/>
            <a:r>
              <a:rPr lang="en-CA" sz="4000" dirty="0"/>
              <a:t>…</a:t>
            </a:r>
          </a:p>
        </p:txBody>
      </p:sp>
      <p:sp>
        <p:nvSpPr>
          <p:cNvPr id="4" name="Rectangle: Rounded Corners 3">
            <a:extLst>
              <a:ext uri="{FF2B5EF4-FFF2-40B4-BE49-F238E27FC236}">
                <a16:creationId xmlns:a16="http://schemas.microsoft.com/office/drawing/2014/main" id="{8661847D-BC86-4C63-A095-5612136E883C}"/>
              </a:ext>
            </a:extLst>
          </p:cNvPr>
          <p:cNvSpPr/>
          <p:nvPr/>
        </p:nvSpPr>
        <p:spPr>
          <a:xfrm>
            <a:off x="3919320" y="1223944"/>
            <a:ext cx="2830275" cy="1188743"/>
          </a:xfrm>
          <a:prstGeom prst="round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800" dirty="0"/>
              <a:t>Random Forest Model</a:t>
            </a:r>
          </a:p>
        </p:txBody>
      </p:sp>
    </p:spTree>
    <p:extLst>
      <p:ext uri="{BB962C8B-B14F-4D97-AF65-F5344CB8AC3E}">
        <p14:creationId xmlns:p14="http://schemas.microsoft.com/office/powerpoint/2010/main" val="377430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2832-825C-9066-EEA1-D2C5CC0DA8F8}"/>
              </a:ext>
            </a:extLst>
          </p:cNvPr>
          <p:cNvSpPr>
            <a:spLocks noGrp="1"/>
          </p:cNvSpPr>
          <p:nvPr>
            <p:ph type="title"/>
          </p:nvPr>
        </p:nvSpPr>
        <p:spPr/>
        <p:txBody>
          <a:bodyPr/>
          <a:lstStyle/>
          <a:p>
            <a:r>
              <a:rPr lang="en-CA" dirty="0"/>
              <a:t>Let’s jump into Python!</a:t>
            </a:r>
          </a:p>
        </p:txBody>
      </p:sp>
      <p:sp>
        <p:nvSpPr>
          <p:cNvPr id="3" name="Text Placeholder 2">
            <a:extLst>
              <a:ext uri="{FF2B5EF4-FFF2-40B4-BE49-F238E27FC236}">
                <a16:creationId xmlns:a16="http://schemas.microsoft.com/office/drawing/2014/main" id="{FE285ABD-4C3F-99F3-272A-F2E92B6C5C22}"/>
              </a:ext>
            </a:extLst>
          </p:cNvPr>
          <p:cNvSpPr>
            <a:spLocks noGrp="1"/>
          </p:cNvSpPr>
          <p:nvPr>
            <p:ph type="body" sz="quarter" idx="10"/>
          </p:nvPr>
        </p:nvSpPr>
        <p:spPr/>
        <p:txBody>
          <a:bodyPr/>
          <a:lstStyle/>
          <a:p>
            <a:endParaRPr lang="en-CA"/>
          </a:p>
        </p:txBody>
      </p:sp>
      <p:pic>
        <p:nvPicPr>
          <p:cNvPr id="4" name="Picture 3">
            <a:extLst>
              <a:ext uri="{FF2B5EF4-FFF2-40B4-BE49-F238E27FC236}">
                <a16:creationId xmlns:a16="http://schemas.microsoft.com/office/drawing/2014/main" id="{AF0E77EA-3CA7-0F57-2FA9-C85710F078CB}"/>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5004605" y="2793445"/>
            <a:ext cx="4348162" cy="257175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B075BD34-435E-77A8-9C10-DF2FC5A81910}"/>
              </a:ext>
            </a:extLst>
          </p:cNvPr>
          <p:cNvPicPr>
            <a:picLocks noChangeAspect="1"/>
          </p:cNvPicPr>
          <p:nvPr/>
        </p:nvPicPr>
        <p:blipFill>
          <a:blip r:embed="rId3"/>
          <a:stretch>
            <a:fillRect/>
          </a:stretch>
        </p:blipFill>
        <p:spPr>
          <a:xfrm>
            <a:off x="1147762" y="1390650"/>
            <a:ext cx="5857875" cy="2571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18706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C865B5-9562-E523-F17C-520F3861D076}"/>
              </a:ext>
            </a:extLst>
          </p:cNvPr>
          <p:cNvSpPr>
            <a:spLocks noGrp="1"/>
          </p:cNvSpPr>
          <p:nvPr>
            <p:ph type="title"/>
          </p:nvPr>
        </p:nvSpPr>
        <p:spPr/>
        <p:txBody>
          <a:bodyPr/>
          <a:lstStyle/>
          <a:p>
            <a:r>
              <a:rPr lang="en-CA" dirty="0"/>
              <a:t>Day 4: Intro to Neural Networks</a:t>
            </a:r>
          </a:p>
        </p:txBody>
      </p:sp>
    </p:spTree>
    <p:extLst>
      <p:ext uri="{BB962C8B-B14F-4D97-AF65-F5344CB8AC3E}">
        <p14:creationId xmlns:p14="http://schemas.microsoft.com/office/powerpoint/2010/main" val="80379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E404-EA4B-DE07-5C4C-DEC64A5DA44D}"/>
              </a:ext>
            </a:extLst>
          </p:cNvPr>
          <p:cNvSpPr>
            <a:spLocks noGrp="1"/>
          </p:cNvSpPr>
          <p:nvPr>
            <p:ph type="title"/>
          </p:nvPr>
        </p:nvSpPr>
        <p:spPr/>
        <p:txBody>
          <a:bodyPr/>
          <a:lstStyle/>
          <a:p>
            <a:r>
              <a:rPr lang="en-CA" dirty="0"/>
              <a:t>Day 4 Agenda</a:t>
            </a:r>
          </a:p>
        </p:txBody>
      </p:sp>
      <p:sp>
        <p:nvSpPr>
          <p:cNvPr id="3" name="Text Placeholder 2">
            <a:extLst>
              <a:ext uri="{FF2B5EF4-FFF2-40B4-BE49-F238E27FC236}">
                <a16:creationId xmlns:a16="http://schemas.microsoft.com/office/drawing/2014/main" id="{04BC7708-4CD0-5345-1A1F-B873DD2D6DD0}"/>
              </a:ext>
            </a:extLst>
          </p:cNvPr>
          <p:cNvSpPr>
            <a:spLocks noGrp="1"/>
          </p:cNvSpPr>
          <p:nvPr>
            <p:ph type="body" sz="quarter" idx="10"/>
          </p:nvPr>
        </p:nvSpPr>
        <p:spPr/>
        <p:txBody>
          <a:bodyPr/>
          <a:lstStyle/>
          <a:p>
            <a:endParaRPr lang="en-CA" dirty="0"/>
          </a:p>
        </p:txBody>
      </p:sp>
      <p:sp>
        <p:nvSpPr>
          <p:cNvPr id="10" name="TextBox 9">
            <a:extLst>
              <a:ext uri="{FF2B5EF4-FFF2-40B4-BE49-F238E27FC236}">
                <a16:creationId xmlns:a16="http://schemas.microsoft.com/office/drawing/2014/main" id="{BE1B3EBA-A06C-E8B8-DF44-A32DFAD905CA}"/>
              </a:ext>
            </a:extLst>
          </p:cNvPr>
          <p:cNvSpPr txBox="1"/>
          <p:nvPr/>
        </p:nvSpPr>
        <p:spPr>
          <a:xfrm>
            <a:off x="2140830" y="1396308"/>
            <a:ext cx="1534394" cy="369332"/>
          </a:xfrm>
          <a:prstGeom prst="rect">
            <a:avLst/>
          </a:prstGeom>
          <a:noFill/>
        </p:spPr>
        <p:txBody>
          <a:bodyPr wrap="none" rtlCol="0">
            <a:spAutoFit/>
          </a:bodyPr>
          <a:lstStyle/>
          <a:p>
            <a:pPr algn="ctr"/>
            <a:r>
              <a:rPr lang="en-CA" b="1" dirty="0"/>
              <a:t>Presentation</a:t>
            </a:r>
          </a:p>
        </p:txBody>
      </p:sp>
      <p:sp>
        <p:nvSpPr>
          <p:cNvPr id="11" name="TextBox 10">
            <a:extLst>
              <a:ext uri="{FF2B5EF4-FFF2-40B4-BE49-F238E27FC236}">
                <a16:creationId xmlns:a16="http://schemas.microsoft.com/office/drawing/2014/main" id="{E8707AD8-175F-4F78-9133-FD3F7587A047}"/>
              </a:ext>
            </a:extLst>
          </p:cNvPr>
          <p:cNvSpPr txBox="1"/>
          <p:nvPr/>
        </p:nvSpPr>
        <p:spPr>
          <a:xfrm>
            <a:off x="7728167" y="1352038"/>
            <a:ext cx="2841996" cy="369332"/>
          </a:xfrm>
          <a:prstGeom prst="rect">
            <a:avLst/>
          </a:prstGeom>
          <a:noFill/>
        </p:spPr>
        <p:txBody>
          <a:bodyPr wrap="none" rtlCol="0">
            <a:spAutoFit/>
          </a:bodyPr>
          <a:lstStyle/>
          <a:p>
            <a:pPr algn="ctr"/>
            <a:r>
              <a:rPr lang="en-CA" b="1" dirty="0"/>
              <a:t>Hands On Python Coding</a:t>
            </a:r>
          </a:p>
        </p:txBody>
      </p:sp>
      <p:pic>
        <p:nvPicPr>
          <p:cNvPr id="4" name="Picture 3">
            <a:extLst>
              <a:ext uri="{FF2B5EF4-FFF2-40B4-BE49-F238E27FC236}">
                <a16:creationId xmlns:a16="http://schemas.microsoft.com/office/drawing/2014/main" id="{CCEBC33E-B65E-5CEF-8183-2A30F2AE0F05}"/>
              </a:ext>
            </a:extLst>
          </p:cNvPr>
          <p:cNvPicPr>
            <a:picLocks noChangeAspect="1"/>
          </p:cNvPicPr>
          <p:nvPr/>
        </p:nvPicPr>
        <p:blipFill>
          <a:blip r:embed="rId2"/>
          <a:stretch>
            <a:fillRect/>
          </a:stretch>
        </p:blipFill>
        <p:spPr>
          <a:xfrm>
            <a:off x="1173607" y="2392100"/>
            <a:ext cx="2243837" cy="2073799"/>
          </a:xfrm>
          <a:prstGeom prst="rect">
            <a:avLst/>
          </a:prstGeom>
          <a:ln w="57150">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DBBCFDF8-8265-D2DE-1AE2-9134666468FA}"/>
              </a:ext>
            </a:extLst>
          </p:cNvPr>
          <p:cNvPicPr>
            <a:picLocks noChangeAspect="1"/>
          </p:cNvPicPr>
          <p:nvPr/>
        </p:nvPicPr>
        <p:blipFill>
          <a:blip r:embed="rId3"/>
          <a:stretch>
            <a:fillRect/>
          </a:stretch>
        </p:blipFill>
        <p:spPr>
          <a:xfrm>
            <a:off x="1754591" y="3102598"/>
            <a:ext cx="2635030" cy="1782124"/>
          </a:xfrm>
          <a:prstGeom prst="rect">
            <a:avLst/>
          </a:prstGeom>
        </p:spPr>
      </p:pic>
      <p:grpSp>
        <p:nvGrpSpPr>
          <p:cNvPr id="13" name="Group 12">
            <a:extLst>
              <a:ext uri="{FF2B5EF4-FFF2-40B4-BE49-F238E27FC236}">
                <a16:creationId xmlns:a16="http://schemas.microsoft.com/office/drawing/2014/main" id="{B54D36B7-BE90-5B70-DD84-4C3985165BAC}"/>
              </a:ext>
            </a:extLst>
          </p:cNvPr>
          <p:cNvGrpSpPr/>
          <p:nvPr/>
        </p:nvGrpSpPr>
        <p:grpSpPr>
          <a:xfrm>
            <a:off x="2404040" y="3957495"/>
            <a:ext cx="2959059" cy="1244755"/>
            <a:chOff x="3613429" y="4281454"/>
            <a:chExt cx="2959059" cy="1244755"/>
          </a:xfrm>
        </p:grpSpPr>
        <p:pic>
          <p:nvPicPr>
            <p:cNvPr id="7" name="Picture 6">
              <a:extLst>
                <a:ext uri="{FF2B5EF4-FFF2-40B4-BE49-F238E27FC236}">
                  <a16:creationId xmlns:a16="http://schemas.microsoft.com/office/drawing/2014/main" id="{46A95F0E-36DC-C057-33AE-B9AE5D973599}"/>
                </a:ext>
              </a:extLst>
            </p:cNvPr>
            <p:cNvPicPr>
              <a:picLocks noChangeAspect="1"/>
            </p:cNvPicPr>
            <p:nvPr/>
          </p:nvPicPr>
          <p:blipFill>
            <a:blip r:embed="rId4"/>
            <a:stretch>
              <a:fillRect/>
            </a:stretch>
          </p:blipFill>
          <p:spPr>
            <a:xfrm>
              <a:off x="3613879" y="4891154"/>
              <a:ext cx="2958609" cy="635055"/>
            </a:xfrm>
            <a:prstGeom prst="rect">
              <a:avLst/>
            </a:prstGeom>
            <a:ln w="57150">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3DBFFFC7-51DF-167C-D773-A609376B18B4}"/>
                </a:ext>
              </a:extLst>
            </p:cNvPr>
            <p:cNvPicPr>
              <a:picLocks noChangeAspect="1"/>
            </p:cNvPicPr>
            <p:nvPr/>
          </p:nvPicPr>
          <p:blipFill>
            <a:blip r:embed="rId5"/>
            <a:stretch>
              <a:fillRect/>
            </a:stretch>
          </p:blipFill>
          <p:spPr>
            <a:xfrm>
              <a:off x="3613429" y="4281454"/>
              <a:ext cx="2957757" cy="636998"/>
            </a:xfrm>
            <a:prstGeom prst="rect">
              <a:avLst/>
            </a:prstGeom>
          </p:spPr>
        </p:pic>
      </p:grpSp>
      <p:pic>
        <p:nvPicPr>
          <p:cNvPr id="14" name="Picture 13">
            <a:extLst>
              <a:ext uri="{FF2B5EF4-FFF2-40B4-BE49-F238E27FC236}">
                <a16:creationId xmlns:a16="http://schemas.microsoft.com/office/drawing/2014/main" id="{73ED3F48-AF5C-254E-22DC-2A0BE86A1F4E}"/>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a:xfrm>
            <a:off x="8165557" y="3395412"/>
            <a:ext cx="3054893" cy="1806838"/>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144D98F6-847F-A541-C5F1-12369F197842}"/>
              </a:ext>
            </a:extLst>
          </p:cNvPr>
          <p:cNvPicPr>
            <a:picLocks noChangeAspect="1"/>
          </p:cNvPicPr>
          <p:nvPr/>
        </p:nvPicPr>
        <p:blipFill>
          <a:blip r:embed="rId7"/>
          <a:stretch>
            <a:fillRect/>
          </a:stretch>
        </p:blipFill>
        <p:spPr>
          <a:xfrm>
            <a:off x="6454590" y="2392100"/>
            <a:ext cx="4115573" cy="18068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7955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68D6-0D18-24CE-4DEC-2F25A66C51E7}"/>
              </a:ext>
            </a:extLst>
          </p:cNvPr>
          <p:cNvSpPr>
            <a:spLocks noGrp="1"/>
          </p:cNvSpPr>
          <p:nvPr>
            <p:ph type="title"/>
          </p:nvPr>
        </p:nvSpPr>
        <p:spPr/>
        <p:txBody>
          <a:bodyPr/>
          <a:lstStyle/>
          <a:p>
            <a:r>
              <a:rPr lang="en-CA" dirty="0"/>
              <a:t>What is a model? </a:t>
            </a:r>
            <a:r>
              <a:rPr lang="en-CA" b="1" i="1" dirty="0"/>
              <a:t>(Reminder from Day 1)</a:t>
            </a:r>
          </a:p>
        </p:txBody>
      </p:sp>
      <p:sp>
        <p:nvSpPr>
          <p:cNvPr id="5" name="Oval 4">
            <a:extLst>
              <a:ext uri="{FF2B5EF4-FFF2-40B4-BE49-F238E27FC236}">
                <a16:creationId xmlns:a16="http://schemas.microsoft.com/office/drawing/2014/main" id="{4008CBDE-1DAF-FCA5-B51E-121E27035236}"/>
              </a:ext>
            </a:extLst>
          </p:cNvPr>
          <p:cNvSpPr/>
          <p:nvPr/>
        </p:nvSpPr>
        <p:spPr>
          <a:xfrm>
            <a:off x="1361411" y="1047943"/>
            <a:ext cx="3187103" cy="1677423"/>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000" b="1" dirty="0"/>
              <a:t>Inputs</a:t>
            </a:r>
          </a:p>
          <a:p>
            <a:pPr algn="ctr"/>
            <a:r>
              <a:rPr lang="en-CA" sz="2000" dirty="0"/>
              <a:t>X</a:t>
            </a:r>
          </a:p>
        </p:txBody>
      </p:sp>
      <p:sp>
        <p:nvSpPr>
          <p:cNvPr id="6" name="Oval 5">
            <a:extLst>
              <a:ext uri="{FF2B5EF4-FFF2-40B4-BE49-F238E27FC236}">
                <a16:creationId xmlns:a16="http://schemas.microsoft.com/office/drawing/2014/main" id="{5D308D92-E627-EF42-7D2A-DE7EADA144F4}"/>
              </a:ext>
            </a:extLst>
          </p:cNvPr>
          <p:cNvSpPr/>
          <p:nvPr/>
        </p:nvSpPr>
        <p:spPr>
          <a:xfrm>
            <a:off x="7642822" y="1056346"/>
            <a:ext cx="3187103" cy="167742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CA" sz="2000" b="1" dirty="0"/>
              <a:t>Output</a:t>
            </a:r>
          </a:p>
          <a:p>
            <a:pPr algn="ctr"/>
            <a:r>
              <a:rPr lang="en-CA" sz="2000" dirty="0"/>
              <a:t>y</a:t>
            </a:r>
          </a:p>
        </p:txBody>
      </p:sp>
      <p:graphicFrame>
        <p:nvGraphicFramePr>
          <p:cNvPr id="12" name="Table 12">
            <a:extLst>
              <a:ext uri="{FF2B5EF4-FFF2-40B4-BE49-F238E27FC236}">
                <a16:creationId xmlns:a16="http://schemas.microsoft.com/office/drawing/2014/main" id="{F5965B33-2C1F-FFD3-D774-FBB5A52DD768}"/>
              </a:ext>
            </a:extLst>
          </p:cNvPr>
          <p:cNvGraphicFramePr>
            <a:graphicFrameLocks noGrp="1"/>
          </p:cNvGraphicFramePr>
          <p:nvPr>
            <p:extLst>
              <p:ext uri="{D42A27DB-BD31-4B8C-83A1-F6EECF244321}">
                <p14:modId xmlns:p14="http://schemas.microsoft.com/office/powerpoint/2010/main" val="4236190586"/>
              </p:ext>
            </p:extLst>
          </p:nvPr>
        </p:nvGraphicFramePr>
        <p:xfrm>
          <a:off x="8340132" y="3039657"/>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Car</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13" name="Arrow: Right 12">
            <a:extLst>
              <a:ext uri="{FF2B5EF4-FFF2-40B4-BE49-F238E27FC236}">
                <a16:creationId xmlns:a16="http://schemas.microsoft.com/office/drawing/2014/main" id="{1209212E-42FC-59F9-E4F5-DA18C62B21D6}"/>
              </a:ext>
            </a:extLst>
          </p:cNvPr>
          <p:cNvSpPr/>
          <p:nvPr/>
        </p:nvSpPr>
        <p:spPr>
          <a:xfrm>
            <a:off x="4060286" y="333427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Arrow: Right 13">
            <a:extLst>
              <a:ext uri="{FF2B5EF4-FFF2-40B4-BE49-F238E27FC236}">
                <a16:creationId xmlns:a16="http://schemas.microsoft.com/office/drawing/2014/main" id="{97FFA8AC-BFAE-A0F1-FF2E-E35B151D76B0}"/>
              </a:ext>
            </a:extLst>
          </p:cNvPr>
          <p:cNvSpPr/>
          <p:nvPr/>
        </p:nvSpPr>
        <p:spPr>
          <a:xfrm>
            <a:off x="4060285" y="4288122"/>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Arrow: Right 14">
            <a:extLst>
              <a:ext uri="{FF2B5EF4-FFF2-40B4-BE49-F238E27FC236}">
                <a16:creationId xmlns:a16="http://schemas.microsoft.com/office/drawing/2014/main" id="{DE40E38A-60CE-6487-9568-4E8F955700D6}"/>
              </a:ext>
            </a:extLst>
          </p:cNvPr>
          <p:cNvSpPr/>
          <p:nvPr/>
        </p:nvSpPr>
        <p:spPr>
          <a:xfrm>
            <a:off x="4668567" y="1647668"/>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E5A19FF0-3DA8-9B6D-A790-2F72822E6011}"/>
              </a:ext>
            </a:extLst>
          </p:cNvPr>
          <p:cNvSpPr/>
          <p:nvPr/>
        </p:nvSpPr>
        <p:spPr>
          <a:xfrm>
            <a:off x="5258130" y="1520604"/>
            <a:ext cx="1627450" cy="7416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17" name="Arrow: Right 16">
            <a:extLst>
              <a:ext uri="{FF2B5EF4-FFF2-40B4-BE49-F238E27FC236}">
                <a16:creationId xmlns:a16="http://schemas.microsoft.com/office/drawing/2014/main" id="{69C17672-880F-D796-6377-341E4C71D9AD}"/>
              </a:ext>
            </a:extLst>
          </p:cNvPr>
          <p:cNvSpPr/>
          <p:nvPr/>
        </p:nvSpPr>
        <p:spPr>
          <a:xfrm>
            <a:off x="7081834" y="1639265"/>
            <a:ext cx="417783"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96E6CE28-CC80-7B9A-53E6-C3AD6E2BC7C9}"/>
              </a:ext>
            </a:extLst>
          </p:cNvPr>
          <p:cNvSpPr/>
          <p:nvPr/>
        </p:nvSpPr>
        <p:spPr>
          <a:xfrm>
            <a:off x="7213867" y="331668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6C26F2DC-5AD5-1182-34AB-3CA9C7FA2FEB}"/>
              </a:ext>
            </a:extLst>
          </p:cNvPr>
          <p:cNvSpPr/>
          <p:nvPr/>
        </p:nvSpPr>
        <p:spPr>
          <a:xfrm>
            <a:off x="7213867" y="4268344"/>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07A156BE-F0F1-B94F-CDEF-BE153E20F68A}"/>
              </a:ext>
            </a:extLst>
          </p:cNvPr>
          <p:cNvSpPr/>
          <p:nvPr/>
        </p:nvSpPr>
        <p:spPr>
          <a:xfrm>
            <a:off x="5258130" y="3173814"/>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graphicFrame>
        <p:nvGraphicFramePr>
          <p:cNvPr id="21" name="Table 12">
            <a:extLst>
              <a:ext uri="{FF2B5EF4-FFF2-40B4-BE49-F238E27FC236}">
                <a16:creationId xmlns:a16="http://schemas.microsoft.com/office/drawing/2014/main" id="{21B4613A-58BD-5D8F-D952-7E7341B870FA}"/>
              </a:ext>
            </a:extLst>
          </p:cNvPr>
          <p:cNvGraphicFramePr>
            <a:graphicFrameLocks noGrp="1"/>
          </p:cNvGraphicFramePr>
          <p:nvPr>
            <p:extLst>
              <p:ext uri="{D42A27DB-BD31-4B8C-83A1-F6EECF244321}">
                <p14:modId xmlns:p14="http://schemas.microsoft.com/office/powerpoint/2010/main" val="336816225"/>
              </p:ext>
            </p:extLst>
          </p:nvPr>
        </p:nvGraphicFramePr>
        <p:xfrm>
          <a:off x="8319791" y="3978465"/>
          <a:ext cx="968375" cy="1011665"/>
        </p:xfrm>
        <a:graphic>
          <a:graphicData uri="http://schemas.openxmlformats.org/drawingml/2006/table">
            <a:tbl>
              <a:tblPr bandRow="1">
                <a:tableStyleId>{72833802-FEF1-4C79-8D5D-14CF1EAF98D9}</a:tableStyleId>
              </a:tblPr>
              <a:tblGrid>
                <a:gridCol w="968375">
                  <a:extLst>
                    <a:ext uri="{9D8B030D-6E8A-4147-A177-3AD203B41FA5}">
                      <a16:colId xmlns:a16="http://schemas.microsoft.com/office/drawing/2014/main" val="125111071"/>
                    </a:ext>
                  </a:extLst>
                </a:gridCol>
              </a:tblGrid>
              <a:tr h="1011665">
                <a:tc>
                  <a:txBody>
                    <a:bodyPr/>
                    <a:lstStyle/>
                    <a:p>
                      <a:pPr algn="ctr"/>
                      <a:r>
                        <a:rPr lang="en-CA" dirty="0"/>
                        <a:t>Dog</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6" name="Arrow: Right 25">
            <a:extLst>
              <a:ext uri="{FF2B5EF4-FFF2-40B4-BE49-F238E27FC236}">
                <a16:creationId xmlns:a16="http://schemas.microsoft.com/office/drawing/2014/main" id="{7E18C894-3158-0520-D19E-C64B4A1D71BC}"/>
              </a:ext>
            </a:extLst>
          </p:cNvPr>
          <p:cNvSpPr/>
          <p:nvPr/>
        </p:nvSpPr>
        <p:spPr>
          <a:xfrm>
            <a:off x="4060286" y="5237588"/>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7" name="Arrow: Right 26">
            <a:extLst>
              <a:ext uri="{FF2B5EF4-FFF2-40B4-BE49-F238E27FC236}">
                <a16:creationId xmlns:a16="http://schemas.microsoft.com/office/drawing/2014/main" id="{B2446952-F7E0-6835-0FE8-7172252FD1CC}"/>
              </a:ext>
            </a:extLst>
          </p:cNvPr>
          <p:cNvSpPr/>
          <p:nvPr/>
        </p:nvSpPr>
        <p:spPr>
          <a:xfrm>
            <a:off x="7213867" y="5219999"/>
            <a:ext cx="932131" cy="494778"/>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graphicFrame>
        <p:nvGraphicFramePr>
          <p:cNvPr id="28" name="Table 12">
            <a:extLst>
              <a:ext uri="{FF2B5EF4-FFF2-40B4-BE49-F238E27FC236}">
                <a16:creationId xmlns:a16="http://schemas.microsoft.com/office/drawing/2014/main" id="{DFE7A164-3B5A-71FF-F725-F0791D9D1200}"/>
              </a:ext>
            </a:extLst>
          </p:cNvPr>
          <p:cNvGraphicFramePr>
            <a:graphicFrameLocks noGrp="1"/>
          </p:cNvGraphicFramePr>
          <p:nvPr>
            <p:extLst>
              <p:ext uri="{D42A27DB-BD31-4B8C-83A1-F6EECF244321}">
                <p14:modId xmlns:p14="http://schemas.microsoft.com/office/powerpoint/2010/main" val="2952025441"/>
              </p:ext>
            </p:extLst>
          </p:nvPr>
        </p:nvGraphicFramePr>
        <p:xfrm>
          <a:off x="8283368" y="4917685"/>
          <a:ext cx="1120685" cy="1011665"/>
        </p:xfrm>
        <a:graphic>
          <a:graphicData uri="http://schemas.openxmlformats.org/drawingml/2006/table">
            <a:tbl>
              <a:tblPr bandRow="1">
                <a:tableStyleId>{72833802-FEF1-4C79-8D5D-14CF1EAF98D9}</a:tableStyleId>
              </a:tblPr>
              <a:tblGrid>
                <a:gridCol w="1120685">
                  <a:extLst>
                    <a:ext uri="{9D8B030D-6E8A-4147-A177-3AD203B41FA5}">
                      <a16:colId xmlns:a16="http://schemas.microsoft.com/office/drawing/2014/main" val="125111071"/>
                    </a:ext>
                  </a:extLst>
                </a:gridCol>
              </a:tblGrid>
              <a:tr h="1011665">
                <a:tc>
                  <a:txBody>
                    <a:bodyPr/>
                    <a:lstStyle/>
                    <a:p>
                      <a:pPr algn="ctr"/>
                      <a:r>
                        <a:rPr lang="en-CA" dirty="0"/>
                        <a:t>Bird</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33717273"/>
                  </a:ext>
                </a:extLst>
              </a:tr>
            </a:tbl>
          </a:graphicData>
        </a:graphic>
      </p:graphicFrame>
      <p:sp>
        <p:nvSpPr>
          <p:cNvPr id="29" name="Rectangle 28">
            <a:extLst>
              <a:ext uri="{FF2B5EF4-FFF2-40B4-BE49-F238E27FC236}">
                <a16:creationId xmlns:a16="http://schemas.microsoft.com/office/drawing/2014/main" id="{184B284B-FCB8-3D14-D941-88618B1DA4AD}"/>
              </a:ext>
            </a:extLst>
          </p:cNvPr>
          <p:cNvSpPr/>
          <p:nvPr/>
        </p:nvSpPr>
        <p:spPr>
          <a:xfrm>
            <a:off x="5258130" y="4164781"/>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sp>
        <p:nvSpPr>
          <p:cNvPr id="30" name="Rectangle 29">
            <a:extLst>
              <a:ext uri="{FF2B5EF4-FFF2-40B4-BE49-F238E27FC236}">
                <a16:creationId xmlns:a16="http://schemas.microsoft.com/office/drawing/2014/main" id="{7B8C5BBC-4B4F-5218-4919-5B96F26C7FF7}"/>
              </a:ext>
            </a:extLst>
          </p:cNvPr>
          <p:cNvSpPr/>
          <p:nvPr/>
        </p:nvSpPr>
        <p:spPr>
          <a:xfrm>
            <a:off x="5258130" y="5159239"/>
            <a:ext cx="1627450" cy="741461"/>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dirty="0"/>
              <a:t>Model</a:t>
            </a:r>
          </a:p>
        </p:txBody>
      </p:sp>
      <p:pic>
        <p:nvPicPr>
          <p:cNvPr id="7" name="Picture 6">
            <a:extLst>
              <a:ext uri="{FF2B5EF4-FFF2-40B4-BE49-F238E27FC236}">
                <a16:creationId xmlns:a16="http://schemas.microsoft.com/office/drawing/2014/main" id="{F3DF7731-FE53-8D54-3BC1-890D77D9E22D}"/>
              </a:ext>
            </a:extLst>
          </p:cNvPr>
          <p:cNvPicPr>
            <a:picLocks noChangeAspect="1"/>
          </p:cNvPicPr>
          <p:nvPr/>
        </p:nvPicPr>
        <p:blipFill>
          <a:blip r:embed="rId3"/>
          <a:stretch>
            <a:fillRect/>
          </a:stretch>
        </p:blipFill>
        <p:spPr>
          <a:xfrm>
            <a:off x="3014047" y="3149546"/>
            <a:ext cx="827005" cy="848768"/>
          </a:xfrm>
          <a:prstGeom prst="rect">
            <a:avLst/>
          </a:prstGeom>
        </p:spPr>
      </p:pic>
      <p:pic>
        <p:nvPicPr>
          <p:cNvPr id="9" name="Picture 8">
            <a:extLst>
              <a:ext uri="{FF2B5EF4-FFF2-40B4-BE49-F238E27FC236}">
                <a16:creationId xmlns:a16="http://schemas.microsoft.com/office/drawing/2014/main" id="{166948FA-88DF-9914-E642-4F8D4CA5821A}"/>
              </a:ext>
            </a:extLst>
          </p:cNvPr>
          <p:cNvPicPr>
            <a:picLocks noChangeAspect="1"/>
          </p:cNvPicPr>
          <p:nvPr/>
        </p:nvPicPr>
        <p:blipFill>
          <a:blip r:embed="rId4"/>
          <a:stretch>
            <a:fillRect/>
          </a:stretch>
        </p:blipFill>
        <p:spPr>
          <a:xfrm>
            <a:off x="3000796" y="5087961"/>
            <a:ext cx="848768" cy="871402"/>
          </a:xfrm>
          <a:prstGeom prst="rect">
            <a:avLst/>
          </a:prstGeom>
        </p:spPr>
      </p:pic>
      <p:pic>
        <p:nvPicPr>
          <p:cNvPr id="10" name="Picture 9">
            <a:extLst>
              <a:ext uri="{FF2B5EF4-FFF2-40B4-BE49-F238E27FC236}">
                <a16:creationId xmlns:a16="http://schemas.microsoft.com/office/drawing/2014/main" id="{0B9C9A0E-F4FF-F6E0-E178-2840A6C7EC56}"/>
              </a:ext>
            </a:extLst>
          </p:cNvPr>
          <p:cNvPicPr>
            <a:picLocks noChangeAspect="1"/>
          </p:cNvPicPr>
          <p:nvPr/>
        </p:nvPicPr>
        <p:blipFill>
          <a:blip r:embed="rId5"/>
          <a:stretch>
            <a:fillRect/>
          </a:stretch>
        </p:blipFill>
        <p:spPr>
          <a:xfrm>
            <a:off x="3000795" y="4125025"/>
            <a:ext cx="848768" cy="848768"/>
          </a:xfrm>
          <a:prstGeom prst="rect">
            <a:avLst/>
          </a:prstGeom>
        </p:spPr>
      </p:pic>
    </p:spTree>
    <p:extLst>
      <p:ext uri="{BB962C8B-B14F-4D97-AF65-F5344CB8AC3E}">
        <p14:creationId xmlns:p14="http://schemas.microsoft.com/office/powerpoint/2010/main" val="189905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19" grpId="0" animBg="1"/>
      <p:bldP spid="20" grpId="0" animBg="1"/>
      <p:bldP spid="26" grpId="0" animBg="1"/>
      <p:bldP spid="27" grpId="0" animBg="1"/>
      <p:bldP spid="29" grpId="0" animBg="1"/>
      <p:bldP spid="3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F058-32E0-A7CB-7219-5ADA6B2FECC0}"/>
              </a:ext>
            </a:extLst>
          </p:cNvPr>
          <p:cNvSpPr>
            <a:spLocks noGrp="1"/>
          </p:cNvSpPr>
          <p:nvPr>
            <p:ph type="title"/>
          </p:nvPr>
        </p:nvSpPr>
        <p:spPr/>
        <p:txBody>
          <a:bodyPr/>
          <a:lstStyle/>
          <a:p>
            <a:r>
              <a:rPr lang="en-CA" dirty="0"/>
              <a:t>What does a model do?</a:t>
            </a:r>
          </a:p>
        </p:txBody>
      </p:sp>
      <p:sp>
        <p:nvSpPr>
          <p:cNvPr id="3" name="Text Placeholder 2">
            <a:extLst>
              <a:ext uri="{FF2B5EF4-FFF2-40B4-BE49-F238E27FC236}">
                <a16:creationId xmlns:a16="http://schemas.microsoft.com/office/drawing/2014/main" id="{1A07C7B4-1E54-FA78-FA5B-A3AE3719DDD1}"/>
              </a:ext>
            </a:extLst>
          </p:cNvPr>
          <p:cNvSpPr>
            <a:spLocks noGrp="1"/>
          </p:cNvSpPr>
          <p:nvPr>
            <p:ph type="body" sz="quarter" idx="10"/>
          </p:nvPr>
        </p:nvSpPr>
        <p:spPr/>
        <p:txBody>
          <a:bodyPr/>
          <a:lstStyle/>
          <a:p>
            <a:endParaRPr lang="en-CA"/>
          </a:p>
        </p:txBody>
      </p:sp>
      <p:sp>
        <p:nvSpPr>
          <p:cNvPr id="8" name="TextBox 7">
            <a:extLst>
              <a:ext uri="{FF2B5EF4-FFF2-40B4-BE49-F238E27FC236}">
                <a16:creationId xmlns:a16="http://schemas.microsoft.com/office/drawing/2014/main" id="{71A663A8-9B4D-4DAF-7EF6-2D1CF51C9215}"/>
              </a:ext>
            </a:extLst>
          </p:cNvPr>
          <p:cNvSpPr txBox="1"/>
          <p:nvPr/>
        </p:nvSpPr>
        <p:spPr>
          <a:xfrm>
            <a:off x="4622969" y="1997839"/>
            <a:ext cx="2946063" cy="2862322"/>
          </a:xfrm>
          <a:prstGeom prst="rect">
            <a:avLst/>
          </a:prstGeom>
          <a:noFill/>
        </p:spPr>
        <p:txBody>
          <a:bodyPr wrap="none" rtlCol="0">
            <a:spAutoFit/>
          </a:bodyPr>
          <a:lstStyle/>
          <a:p>
            <a:pPr algn="ctr"/>
            <a:r>
              <a:rPr lang="en-CA" sz="3600" dirty="0"/>
              <a:t>1) Recognizes</a:t>
            </a:r>
          </a:p>
          <a:p>
            <a:pPr algn="ctr"/>
            <a:r>
              <a:rPr lang="en-CA" sz="3600" dirty="0"/>
              <a:t>Patterns</a:t>
            </a:r>
          </a:p>
          <a:p>
            <a:pPr algn="ctr"/>
            <a:endParaRPr lang="en-CA" sz="3600" dirty="0"/>
          </a:p>
          <a:p>
            <a:pPr algn="ctr"/>
            <a:r>
              <a:rPr lang="en-CA" sz="3600" dirty="0"/>
              <a:t>2) Makes</a:t>
            </a:r>
          </a:p>
          <a:p>
            <a:pPr algn="ctr"/>
            <a:r>
              <a:rPr lang="en-CA" sz="3600" dirty="0"/>
              <a:t>Predictions</a:t>
            </a:r>
          </a:p>
        </p:txBody>
      </p:sp>
    </p:spTree>
    <p:extLst>
      <p:ext uri="{BB962C8B-B14F-4D97-AF65-F5344CB8AC3E}">
        <p14:creationId xmlns:p14="http://schemas.microsoft.com/office/powerpoint/2010/main" val="22039878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machine learning model&#10;&#10;AI-generated content may be incorrect.">
            <a:extLst>
              <a:ext uri="{FF2B5EF4-FFF2-40B4-BE49-F238E27FC236}">
                <a16:creationId xmlns:a16="http://schemas.microsoft.com/office/drawing/2014/main" id="{2CF58064-74BA-607C-AB95-473CA95E5C16}"/>
              </a:ext>
            </a:extLst>
          </p:cNvPr>
          <p:cNvPicPr>
            <a:picLocks noChangeAspect="1"/>
          </p:cNvPicPr>
          <p:nvPr/>
        </p:nvPicPr>
        <p:blipFill>
          <a:blip r:embed="rId3"/>
          <a:stretch>
            <a:fillRect/>
          </a:stretch>
        </p:blipFill>
        <p:spPr>
          <a:xfrm>
            <a:off x="1123950" y="114300"/>
            <a:ext cx="9944100" cy="6629400"/>
          </a:xfrm>
          <a:prstGeom prst="rect">
            <a:avLst/>
          </a:prstGeom>
        </p:spPr>
      </p:pic>
    </p:spTree>
    <p:extLst>
      <p:ext uri="{BB962C8B-B14F-4D97-AF65-F5344CB8AC3E}">
        <p14:creationId xmlns:p14="http://schemas.microsoft.com/office/powerpoint/2010/main" val="28301432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F058-32E0-A7CB-7219-5ADA6B2FECC0}"/>
              </a:ext>
            </a:extLst>
          </p:cNvPr>
          <p:cNvSpPr>
            <a:spLocks noGrp="1"/>
          </p:cNvSpPr>
          <p:nvPr>
            <p:ph type="title"/>
          </p:nvPr>
        </p:nvSpPr>
        <p:spPr/>
        <p:txBody>
          <a:bodyPr/>
          <a:lstStyle/>
          <a:p>
            <a:r>
              <a:rPr lang="en-CA" dirty="0"/>
              <a:t>When are neural networks better than other types of models?</a:t>
            </a:r>
          </a:p>
        </p:txBody>
      </p:sp>
      <p:sp>
        <p:nvSpPr>
          <p:cNvPr id="3" name="Text Placeholder 2">
            <a:extLst>
              <a:ext uri="{FF2B5EF4-FFF2-40B4-BE49-F238E27FC236}">
                <a16:creationId xmlns:a16="http://schemas.microsoft.com/office/drawing/2014/main" id="{1A07C7B4-1E54-FA78-FA5B-A3AE3719DDD1}"/>
              </a:ext>
            </a:extLst>
          </p:cNvPr>
          <p:cNvSpPr>
            <a:spLocks noGrp="1"/>
          </p:cNvSpPr>
          <p:nvPr>
            <p:ph type="body" sz="quarter" idx="10"/>
          </p:nvPr>
        </p:nvSpPr>
        <p:spPr/>
        <p:txBody>
          <a:bodyPr/>
          <a:lstStyle/>
          <a:p>
            <a:endParaRPr lang="en-CA" dirty="0"/>
          </a:p>
        </p:txBody>
      </p:sp>
      <p:sp>
        <p:nvSpPr>
          <p:cNvPr id="8" name="TextBox 7">
            <a:extLst>
              <a:ext uri="{FF2B5EF4-FFF2-40B4-BE49-F238E27FC236}">
                <a16:creationId xmlns:a16="http://schemas.microsoft.com/office/drawing/2014/main" id="{71A663A8-9B4D-4DAF-7EF6-2D1CF51C9215}"/>
              </a:ext>
            </a:extLst>
          </p:cNvPr>
          <p:cNvSpPr txBox="1"/>
          <p:nvPr/>
        </p:nvSpPr>
        <p:spPr>
          <a:xfrm>
            <a:off x="3252247" y="1997839"/>
            <a:ext cx="5687518" cy="2308324"/>
          </a:xfrm>
          <a:prstGeom prst="rect">
            <a:avLst/>
          </a:prstGeom>
          <a:noFill/>
        </p:spPr>
        <p:txBody>
          <a:bodyPr wrap="square" rtlCol="0">
            <a:spAutoFit/>
          </a:bodyPr>
          <a:lstStyle/>
          <a:p>
            <a:pPr algn="ctr"/>
            <a:r>
              <a:rPr lang="en-CA" sz="3600" dirty="0"/>
              <a:t>1) Very complex patterns</a:t>
            </a:r>
          </a:p>
          <a:p>
            <a:pPr algn="ctr"/>
            <a:endParaRPr lang="en-CA" sz="3600" dirty="0"/>
          </a:p>
          <a:p>
            <a:pPr algn="ctr"/>
            <a:endParaRPr lang="en-CA" sz="3600" dirty="0"/>
          </a:p>
          <a:p>
            <a:pPr algn="ctr"/>
            <a:r>
              <a:rPr lang="en-CA" sz="3600" dirty="0"/>
              <a:t>2) Lots of data</a:t>
            </a:r>
          </a:p>
        </p:txBody>
      </p:sp>
    </p:spTree>
    <p:extLst>
      <p:ext uri="{BB962C8B-B14F-4D97-AF65-F5344CB8AC3E}">
        <p14:creationId xmlns:p14="http://schemas.microsoft.com/office/powerpoint/2010/main" val="19403022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1593F-C6E8-CFE1-817B-D83FA5343DCF}"/>
              </a:ext>
            </a:extLst>
          </p:cNvPr>
          <p:cNvSpPr>
            <a:spLocks noGrp="1"/>
          </p:cNvSpPr>
          <p:nvPr>
            <p:ph type="title"/>
          </p:nvPr>
        </p:nvSpPr>
        <p:spPr/>
        <p:txBody>
          <a:bodyPr/>
          <a:lstStyle/>
          <a:p>
            <a:r>
              <a:rPr lang="en-CA" dirty="0"/>
              <a:t>Brief History of Neural Networks</a:t>
            </a:r>
          </a:p>
        </p:txBody>
      </p:sp>
      <p:sp>
        <p:nvSpPr>
          <p:cNvPr id="3" name="Text Placeholder 2">
            <a:extLst>
              <a:ext uri="{FF2B5EF4-FFF2-40B4-BE49-F238E27FC236}">
                <a16:creationId xmlns:a16="http://schemas.microsoft.com/office/drawing/2014/main" id="{951C251F-C84B-50B1-6A73-F6924E668562}"/>
              </a:ext>
            </a:extLst>
          </p:cNvPr>
          <p:cNvSpPr>
            <a:spLocks noGrp="1"/>
          </p:cNvSpPr>
          <p:nvPr>
            <p:ph type="body" sz="quarter" idx="10"/>
          </p:nvPr>
        </p:nvSpPr>
        <p:spPr/>
        <p:txBody>
          <a:bodyPr/>
          <a:lstStyle/>
          <a:p>
            <a:endParaRPr lang="en-CA"/>
          </a:p>
        </p:txBody>
      </p:sp>
      <p:graphicFrame>
        <p:nvGraphicFramePr>
          <p:cNvPr id="5" name="Table 5">
            <a:extLst>
              <a:ext uri="{FF2B5EF4-FFF2-40B4-BE49-F238E27FC236}">
                <a16:creationId xmlns:a16="http://schemas.microsoft.com/office/drawing/2014/main" id="{45C38434-931D-D6E0-E89F-75DAE130BB96}"/>
              </a:ext>
            </a:extLst>
          </p:cNvPr>
          <p:cNvGraphicFramePr>
            <a:graphicFrameLocks noGrp="1"/>
          </p:cNvGraphicFramePr>
          <p:nvPr>
            <p:extLst>
              <p:ext uri="{D42A27DB-BD31-4B8C-83A1-F6EECF244321}">
                <p14:modId xmlns:p14="http://schemas.microsoft.com/office/powerpoint/2010/main" val="2795264308"/>
              </p:ext>
            </p:extLst>
          </p:nvPr>
        </p:nvGraphicFramePr>
        <p:xfrm>
          <a:off x="1456965" y="1430517"/>
          <a:ext cx="8128000" cy="3606800"/>
        </p:xfrm>
        <a:graphic>
          <a:graphicData uri="http://schemas.openxmlformats.org/drawingml/2006/table">
            <a:tbl>
              <a:tblPr firstRow="1" bandRow="1">
                <a:tableStyleId>{72833802-FEF1-4C79-8D5D-14CF1EAF98D9}</a:tableStyleId>
              </a:tblPr>
              <a:tblGrid>
                <a:gridCol w="1964965">
                  <a:extLst>
                    <a:ext uri="{9D8B030D-6E8A-4147-A177-3AD203B41FA5}">
                      <a16:colId xmlns:a16="http://schemas.microsoft.com/office/drawing/2014/main" val="527824156"/>
                    </a:ext>
                  </a:extLst>
                </a:gridCol>
                <a:gridCol w="6163035">
                  <a:extLst>
                    <a:ext uri="{9D8B030D-6E8A-4147-A177-3AD203B41FA5}">
                      <a16:colId xmlns:a16="http://schemas.microsoft.com/office/drawing/2014/main" val="1411225763"/>
                    </a:ext>
                  </a:extLst>
                </a:gridCol>
              </a:tblGrid>
              <a:tr h="370840">
                <a:tc>
                  <a:txBody>
                    <a:bodyPr/>
                    <a:lstStyle/>
                    <a:p>
                      <a:r>
                        <a:rPr lang="en-CA" dirty="0"/>
                        <a:t>Time</a:t>
                      </a:r>
                    </a:p>
                  </a:txBody>
                  <a:tcPr/>
                </a:tc>
                <a:tc>
                  <a:txBody>
                    <a:bodyPr/>
                    <a:lstStyle/>
                    <a:p>
                      <a:r>
                        <a:rPr lang="en-CA" dirty="0"/>
                        <a:t>Developments / Inventions</a:t>
                      </a:r>
                    </a:p>
                  </a:txBody>
                  <a:tcPr/>
                </a:tc>
                <a:extLst>
                  <a:ext uri="{0D108BD9-81ED-4DB2-BD59-A6C34878D82A}">
                    <a16:rowId xmlns:a16="http://schemas.microsoft.com/office/drawing/2014/main" val="1159913019"/>
                  </a:ext>
                </a:extLst>
              </a:tr>
              <a:tr h="370840">
                <a:tc>
                  <a:txBody>
                    <a:bodyPr/>
                    <a:lstStyle/>
                    <a:p>
                      <a:r>
                        <a:rPr lang="en-CA" dirty="0"/>
                        <a:t>1950s</a:t>
                      </a:r>
                    </a:p>
                  </a:txBody>
                  <a:tcPr/>
                </a:tc>
                <a:tc>
                  <a:txBody>
                    <a:bodyPr/>
                    <a:lstStyle/>
                    <a:p>
                      <a:r>
                        <a:rPr lang="en-CA" dirty="0"/>
                        <a:t>Computers invented. </a:t>
                      </a:r>
                    </a:p>
                    <a:p>
                      <a:r>
                        <a:rPr lang="en-CA" dirty="0"/>
                        <a:t>Neural networks invented.</a:t>
                      </a:r>
                    </a:p>
                  </a:txBody>
                  <a:tcPr/>
                </a:tc>
                <a:extLst>
                  <a:ext uri="{0D108BD9-81ED-4DB2-BD59-A6C34878D82A}">
                    <a16:rowId xmlns:a16="http://schemas.microsoft.com/office/drawing/2014/main" val="2783701160"/>
                  </a:ext>
                </a:extLst>
              </a:tr>
              <a:tr h="370840">
                <a:tc>
                  <a:txBody>
                    <a:bodyPr/>
                    <a:lstStyle/>
                    <a:p>
                      <a:r>
                        <a:rPr lang="en-CA" dirty="0"/>
                        <a:t>1980s-90s</a:t>
                      </a:r>
                    </a:p>
                  </a:txBody>
                  <a:tcPr/>
                </a:tc>
                <a:tc>
                  <a:txBody>
                    <a:bodyPr/>
                    <a:lstStyle/>
                    <a:p>
                      <a:r>
                        <a:rPr lang="en-CA" dirty="0"/>
                        <a:t>AI learning algorithms invented.</a:t>
                      </a:r>
                    </a:p>
                  </a:txBody>
                  <a:tcPr/>
                </a:tc>
                <a:extLst>
                  <a:ext uri="{0D108BD9-81ED-4DB2-BD59-A6C34878D82A}">
                    <a16:rowId xmlns:a16="http://schemas.microsoft.com/office/drawing/2014/main" val="1439708373"/>
                  </a:ext>
                </a:extLst>
              </a:tr>
              <a:tr h="370840">
                <a:tc>
                  <a:txBody>
                    <a:bodyPr/>
                    <a:lstStyle/>
                    <a:p>
                      <a:r>
                        <a:rPr lang="en-CA" dirty="0"/>
                        <a:t>2012</a:t>
                      </a:r>
                    </a:p>
                  </a:txBody>
                  <a:tcPr/>
                </a:tc>
                <a:tc>
                  <a:txBody>
                    <a:bodyPr/>
                    <a:lstStyle/>
                    <a:p>
                      <a:r>
                        <a:rPr lang="en-CA" dirty="0"/>
                        <a:t>Deep learning demonstrated major improvements</a:t>
                      </a:r>
                    </a:p>
                  </a:txBody>
                  <a:tcPr/>
                </a:tc>
                <a:extLst>
                  <a:ext uri="{0D108BD9-81ED-4DB2-BD59-A6C34878D82A}">
                    <a16:rowId xmlns:a16="http://schemas.microsoft.com/office/drawing/2014/main" val="4102639838"/>
                  </a:ext>
                </a:extLst>
              </a:tr>
              <a:tr h="370840">
                <a:tc>
                  <a:txBody>
                    <a:bodyPr/>
                    <a:lstStyle/>
                    <a:p>
                      <a:r>
                        <a:rPr lang="en-CA" dirty="0"/>
                        <a:t>2015</a:t>
                      </a:r>
                    </a:p>
                  </a:txBody>
                  <a:tcPr/>
                </a:tc>
                <a:tc>
                  <a:txBody>
                    <a:bodyPr/>
                    <a:lstStyle/>
                    <a:p>
                      <a:r>
                        <a:rPr lang="en-CA" dirty="0"/>
                        <a:t>OpenAI founded </a:t>
                      </a:r>
                      <a:r>
                        <a:rPr lang="en-CA" sz="1200" i="1" dirty="0"/>
                        <a:t>(makers of ChatGPT became a company)</a:t>
                      </a:r>
                      <a:endParaRPr lang="en-CA" i="1" dirty="0"/>
                    </a:p>
                  </a:txBody>
                  <a:tcPr/>
                </a:tc>
                <a:extLst>
                  <a:ext uri="{0D108BD9-81ED-4DB2-BD59-A6C34878D82A}">
                    <a16:rowId xmlns:a16="http://schemas.microsoft.com/office/drawing/2014/main" val="3539101404"/>
                  </a:ext>
                </a:extLst>
              </a:tr>
              <a:tr h="370840">
                <a:tc>
                  <a:txBody>
                    <a:bodyPr/>
                    <a:lstStyle/>
                    <a:p>
                      <a:r>
                        <a:rPr lang="en-CA" dirty="0"/>
                        <a:t>2017</a:t>
                      </a:r>
                    </a:p>
                  </a:txBody>
                  <a:tcPr/>
                </a:tc>
                <a:tc>
                  <a:txBody>
                    <a:bodyPr/>
                    <a:lstStyle/>
                    <a:p>
                      <a:r>
                        <a:rPr lang="en-CA" dirty="0"/>
                        <a:t>Transformers invented </a:t>
                      </a:r>
                      <a:r>
                        <a:rPr lang="en-CA" sz="1200" i="1" kern="1200" dirty="0">
                          <a:solidFill>
                            <a:schemeClr val="tx1"/>
                          </a:solidFill>
                          <a:latin typeface="+mn-lt"/>
                          <a:ea typeface="+mn-ea"/>
                          <a:cs typeface="+mn-cs"/>
                        </a:rPr>
                        <a:t>(method behind all latest AI breakthroughs)</a:t>
                      </a:r>
                    </a:p>
                  </a:txBody>
                  <a:tcPr/>
                </a:tc>
                <a:extLst>
                  <a:ext uri="{0D108BD9-81ED-4DB2-BD59-A6C34878D82A}">
                    <a16:rowId xmlns:a16="http://schemas.microsoft.com/office/drawing/2014/main" val="406174486"/>
                  </a:ext>
                </a:extLst>
              </a:tr>
              <a:tr h="370840">
                <a:tc>
                  <a:txBody>
                    <a:bodyPr/>
                    <a:lstStyle/>
                    <a:p>
                      <a:r>
                        <a:rPr lang="en-CA" dirty="0"/>
                        <a:t>2020</a:t>
                      </a:r>
                    </a:p>
                  </a:txBody>
                  <a:tcPr/>
                </a:tc>
                <a:tc>
                  <a:txBody>
                    <a:bodyPr/>
                    <a:lstStyle/>
                    <a:p>
                      <a:r>
                        <a:rPr lang="en-CA" dirty="0"/>
                        <a:t>GPT-3 invented </a:t>
                      </a:r>
                      <a:r>
                        <a:rPr lang="en-CA" sz="1200" i="1" kern="1200" dirty="0">
                          <a:solidFill>
                            <a:schemeClr val="tx1"/>
                          </a:solidFill>
                          <a:latin typeface="+mn-lt"/>
                          <a:ea typeface="+mn-ea"/>
                          <a:cs typeface="+mn-cs"/>
                        </a:rPr>
                        <a:t>(AI that can read and write like a human)</a:t>
                      </a:r>
                    </a:p>
                  </a:txBody>
                  <a:tcPr/>
                </a:tc>
                <a:extLst>
                  <a:ext uri="{0D108BD9-81ED-4DB2-BD59-A6C34878D82A}">
                    <a16:rowId xmlns:a16="http://schemas.microsoft.com/office/drawing/2014/main" val="871868757"/>
                  </a:ext>
                </a:extLst>
              </a:tr>
              <a:tr h="370840">
                <a:tc>
                  <a:txBody>
                    <a:bodyPr/>
                    <a:lstStyle/>
                    <a:p>
                      <a:r>
                        <a:rPr lang="en-CA" dirty="0"/>
                        <a:t>2022</a:t>
                      </a:r>
                    </a:p>
                  </a:txBody>
                  <a:tcPr/>
                </a:tc>
                <a:tc>
                  <a:txBody>
                    <a:bodyPr/>
                    <a:lstStyle/>
                    <a:p>
                      <a:r>
                        <a:rPr lang="en-CA" dirty="0"/>
                        <a:t>ChatGPT released </a:t>
                      </a:r>
                      <a:r>
                        <a:rPr lang="en-CA" sz="1200" i="1" kern="1200" dirty="0">
                          <a:solidFill>
                            <a:schemeClr val="tx1"/>
                          </a:solidFill>
                          <a:latin typeface="+mn-lt"/>
                          <a:ea typeface="+mn-ea"/>
                          <a:cs typeface="+mn-cs"/>
                        </a:rPr>
                        <a:t>(Free to use AI chat interface, fastest growing product ever)</a:t>
                      </a:r>
                    </a:p>
                  </a:txBody>
                  <a:tcPr/>
                </a:tc>
                <a:extLst>
                  <a:ext uri="{0D108BD9-81ED-4DB2-BD59-A6C34878D82A}">
                    <a16:rowId xmlns:a16="http://schemas.microsoft.com/office/drawing/2014/main" val="773095484"/>
                  </a:ext>
                </a:extLst>
              </a:tr>
              <a:tr h="370840">
                <a:tc>
                  <a:txBody>
                    <a:bodyPr/>
                    <a:lstStyle/>
                    <a:p>
                      <a:r>
                        <a:rPr lang="en-CA" dirty="0"/>
                        <a:t>2023</a:t>
                      </a:r>
                    </a:p>
                  </a:txBody>
                  <a:tcPr/>
                </a:tc>
                <a:tc>
                  <a:txBody>
                    <a:bodyPr/>
                    <a:lstStyle/>
                    <a:p>
                      <a:r>
                        <a:rPr lang="en-CA" dirty="0"/>
                        <a:t>GPT-4 released </a:t>
                      </a:r>
                      <a:r>
                        <a:rPr lang="en-CA" sz="1200" i="1" kern="1200" dirty="0">
                          <a:solidFill>
                            <a:schemeClr val="tx1"/>
                          </a:solidFill>
                          <a:latin typeface="+mn-lt"/>
                          <a:ea typeface="+mn-ea"/>
                          <a:cs typeface="+mn-cs"/>
                        </a:rPr>
                        <a:t>(much improved AI)</a:t>
                      </a:r>
                    </a:p>
                  </a:txBody>
                  <a:tcPr/>
                </a:tc>
                <a:extLst>
                  <a:ext uri="{0D108BD9-81ED-4DB2-BD59-A6C34878D82A}">
                    <a16:rowId xmlns:a16="http://schemas.microsoft.com/office/drawing/2014/main" val="1106280871"/>
                  </a:ext>
                </a:extLst>
              </a:tr>
            </a:tbl>
          </a:graphicData>
        </a:graphic>
      </p:graphicFrame>
      <p:sp>
        <p:nvSpPr>
          <p:cNvPr id="10" name="Rectangle 9">
            <a:extLst>
              <a:ext uri="{FF2B5EF4-FFF2-40B4-BE49-F238E27FC236}">
                <a16:creationId xmlns:a16="http://schemas.microsoft.com/office/drawing/2014/main" id="{340FAD37-379A-9A2E-6449-A4446135DF36}"/>
              </a:ext>
            </a:extLst>
          </p:cNvPr>
          <p:cNvSpPr/>
          <p:nvPr/>
        </p:nvSpPr>
        <p:spPr>
          <a:xfrm>
            <a:off x="1121789" y="4686746"/>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9AC16D8B-A1D0-863C-0FB5-DF1BA52FF4EA}"/>
              </a:ext>
            </a:extLst>
          </p:cNvPr>
          <p:cNvSpPr/>
          <p:nvPr/>
        </p:nvSpPr>
        <p:spPr>
          <a:xfrm>
            <a:off x="1119304" y="4313724"/>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0B9E4D38-F14C-8914-C03F-BD5B81A0890A}"/>
              </a:ext>
            </a:extLst>
          </p:cNvPr>
          <p:cNvSpPr/>
          <p:nvPr/>
        </p:nvSpPr>
        <p:spPr>
          <a:xfrm>
            <a:off x="1119304" y="3946171"/>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3F5EFBE0-D263-F4CF-4EE9-7D664411BC2F}"/>
              </a:ext>
            </a:extLst>
          </p:cNvPr>
          <p:cNvSpPr/>
          <p:nvPr/>
        </p:nvSpPr>
        <p:spPr>
          <a:xfrm>
            <a:off x="1121789" y="3567586"/>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A7C01F17-56E1-261A-6332-BAFD7FC7C00D}"/>
              </a:ext>
            </a:extLst>
          </p:cNvPr>
          <p:cNvSpPr/>
          <p:nvPr/>
        </p:nvSpPr>
        <p:spPr>
          <a:xfrm>
            <a:off x="1119303" y="3192980"/>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240DD38E-D373-BFA5-E590-FF35FB3C0F9D}"/>
              </a:ext>
            </a:extLst>
          </p:cNvPr>
          <p:cNvSpPr/>
          <p:nvPr/>
        </p:nvSpPr>
        <p:spPr>
          <a:xfrm>
            <a:off x="1121789" y="2824637"/>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DE05DF87-58FA-2028-4670-BF6EEF850CBD}"/>
              </a:ext>
            </a:extLst>
          </p:cNvPr>
          <p:cNvSpPr/>
          <p:nvPr/>
        </p:nvSpPr>
        <p:spPr>
          <a:xfrm>
            <a:off x="1121789" y="2457084"/>
            <a:ext cx="8819036" cy="375396"/>
          </a:xfrm>
          <a:prstGeom prst="rect">
            <a:avLst/>
          </a:prstGeom>
          <a:solidFill>
            <a:srgbClr val="FFFFFF"/>
          </a:solidFill>
          <a:ln>
            <a:solidFill>
              <a:srgbClr val="FFFFF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2285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789E-4B08-CBE9-2406-2F5F71182144}"/>
              </a:ext>
            </a:extLst>
          </p:cNvPr>
          <p:cNvSpPr>
            <a:spLocks noGrp="1"/>
          </p:cNvSpPr>
          <p:nvPr>
            <p:ph type="title"/>
          </p:nvPr>
        </p:nvSpPr>
        <p:spPr/>
        <p:txBody>
          <a:bodyPr/>
          <a:lstStyle/>
          <a:p>
            <a:r>
              <a:rPr lang="en-CA" dirty="0"/>
              <a:t>The simplest neural network is just another way to write the formula of a line!</a:t>
            </a:r>
          </a:p>
        </p:txBody>
      </p:sp>
      <p:sp>
        <p:nvSpPr>
          <p:cNvPr id="3" name="Text Placeholder 2">
            <a:extLst>
              <a:ext uri="{FF2B5EF4-FFF2-40B4-BE49-F238E27FC236}">
                <a16:creationId xmlns:a16="http://schemas.microsoft.com/office/drawing/2014/main" id="{6FC3D933-6D7E-3C7B-170F-E134325EFBAC}"/>
              </a:ext>
            </a:extLst>
          </p:cNvPr>
          <p:cNvSpPr>
            <a:spLocks noGrp="1"/>
          </p:cNvSpPr>
          <p:nvPr>
            <p:ph type="body" sz="quarter" idx="10"/>
          </p:nvPr>
        </p:nvSpPr>
        <p:spPr/>
        <p:txBody>
          <a:bodyPr/>
          <a:lstStyle/>
          <a:p>
            <a:endParaRPr lang="en-CA"/>
          </a:p>
        </p:txBody>
      </p:sp>
      <p:sp>
        <p:nvSpPr>
          <p:cNvPr id="5" name="Oval 4">
            <a:extLst>
              <a:ext uri="{FF2B5EF4-FFF2-40B4-BE49-F238E27FC236}">
                <a16:creationId xmlns:a16="http://schemas.microsoft.com/office/drawing/2014/main" id="{9C26B018-40BB-3326-CFFD-72B8A63AF435}"/>
              </a:ext>
            </a:extLst>
          </p:cNvPr>
          <p:cNvSpPr/>
          <p:nvPr/>
        </p:nvSpPr>
        <p:spPr>
          <a:xfrm>
            <a:off x="6965834" y="3016495"/>
            <a:ext cx="2040143" cy="636997"/>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US" dirty="0"/>
              <a:t>Height</a:t>
            </a:r>
          </a:p>
        </p:txBody>
      </p:sp>
      <p:sp>
        <p:nvSpPr>
          <p:cNvPr id="8" name="Rectangle 7">
            <a:extLst>
              <a:ext uri="{FF2B5EF4-FFF2-40B4-BE49-F238E27FC236}">
                <a16:creationId xmlns:a16="http://schemas.microsoft.com/office/drawing/2014/main" id="{F6D04378-7D49-CB56-5084-098F46DB8B76}"/>
              </a:ext>
            </a:extLst>
          </p:cNvPr>
          <p:cNvSpPr/>
          <p:nvPr/>
        </p:nvSpPr>
        <p:spPr>
          <a:xfrm>
            <a:off x="4336885" y="2973582"/>
            <a:ext cx="1272583" cy="725310"/>
          </a:xfrm>
          <a:prstGeom prst="rect">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1600" dirty="0"/>
              <a:t>Neuron</a:t>
            </a:r>
          </a:p>
        </p:txBody>
      </p:sp>
      <p:cxnSp>
        <p:nvCxnSpPr>
          <p:cNvPr id="11" name="Straight Connector 10">
            <a:extLst>
              <a:ext uri="{FF2B5EF4-FFF2-40B4-BE49-F238E27FC236}">
                <a16:creationId xmlns:a16="http://schemas.microsoft.com/office/drawing/2014/main" id="{269077DE-3486-458D-8CD4-E4FFA8C6AD07}"/>
              </a:ext>
            </a:extLst>
          </p:cNvPr>
          <p:cNvCxnSpPr>
            <a:cxnSpLocks/>
            <a:stCxn id="8" idx="3"/>
            <a:endCxn id="5" idx="2"/>
          </p:cNvCxnSpPr>
          <p:nvPr/>
        </p:nvCxnSpPr>
        <p:spPr>
          <a:xfrm flipV="1">
            <a:off x="5609468" y="3334994"/>
            <a:ext cx="1356366" cy="1243"/>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4AC54A99-5AA0-B808-B7C7-0D969264E0A6}"/>
              </a:ext>
            </a:extLst>
          </p:cNvPr>
          <p:cNvSpPr/>
          <p:nvPr/>
        </p:nvSpPr>
        <p:spPr>
          <a:xfrm>
            <a:off x="1201603" y="3022894"/>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Shoe size</a:t>
            </a:r>
          </a:p>
        </p:txBody>
      </p:sp>
      <p:cxnSp>
        <p:nvCxnSpPr>
          <p:cNvPr id="20" name="Straight Connector 19">
            <a:extLst>
              <a:ext uri="{FF2B5EF4-FFF2-40B4-BE49-F238E27FC236}">
                <a16:creationId xmlns:a16="http://schemas.microsoft.com/office/drawing/2014/main" id="{2B4A8225-048F-7F51-19DF-6ADE6D275B31}"/>
              </a:ext>
            </a:extLst>
          </p:cNvPr>
          <p:cNvCxnSpPr>
            <a:cxnSpLocks/>
            <a:stCxn id="16" idx="6"/>
            <a:endCxn id="8" idx="1"/>
          </p:cNvCxnSpPr>
          <p:nvPr/>
        </p:nvCxnSpPr>
        <p:spPr>
          <a:xfrm flipV="1">
            <a:off x="3054185" y="3336237"/>
            <a:ext cx="1282700" cy="5156"/>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35D956D-6544-6B6A-CE49-CCBC2AB3469E}"/>
              </a:ext>
            </a:extLst>
          </p:cNvPr>
          <p:cNvSpPr txBox="1"/>
          <p:nvPr/>
        </p:nvSpPr>
        <p:spPr>
          <a:xfrm>
            <a:off x="7798996" y="2511402"/>
            <a:ext cx="288862" cy="369332"/>
          </a:xfrm>
          <a:prstGeom prst="rect">
            <a:avLst/>
          </a:prstGeom>
          <a:noFill/>
        </p:spPr>
        <p:txBody>
          <a:bodyPr wrap="square" rtlCol="0">
            <a:spAutoFit/>
          </a:bodyPr>
          <a:lstStyle/>
          <a:p>
            <a:r>
              <a:rPr lang="en-US" dirty="0"/>
              <a:t>y</a:t>
            </a:r>
          </a:p>
        </p:txBody>
      </p:sp>
      <p:sp>
        <p:nvSpPr>
          <p:cNvPr id="29" name="TextBox 28">
            <a:extLst>
              <a:ext uri="{FF2B5EF4-FFF2-40B4-BE49-F238E27FC236}">
                <a16:creationId xmlns:a16="http://schemas.microsoft.com/office/drawing/2014/main" id="{1BD2021B-F6C6-E3D7-98D3-38F6A5A17E20}"/>
              </a:ext>
            </a:extLst>
          </p:cNvPr>
          <p:cNvSpPr txBox="1"/>
          <p:nvPr/>
        </p:nvSpPr>
        <p:spPr>
          <a:xfrm>
            <a:off x="2016205" y="2590577"/>
            <a:ext cx="288862" cy="369332"/>
          </a:xfrm>
          <a:prstGeom prst="rect">
            <a:avLst/>
          </a:prstGeom>
          <a:noFill/>
        </p:spPr>
        <p:txBody>
          <a:bodyPr wrap="square" rtlCol="0">
            <a:spAutoFit/>
          </a:bodyPr>
          <a:lstStyle/>
          <a:p>
            <a:r>
              <a:rPr lang="en-US" dirty="0"/>
              <a:t>x</a:t>
            </a:r>
          </a:p>
        </p:txBody>
      </p:sp>
      <p:sp>
        <p:nvSpPr>
          <p:cNvPr id="30" name="TextBox 29">
            <a:extLst>
              <a:ext uri="{FF2B5EF4-FFF2-40B4-BE49-F238E27FC236}">
                <a16:creationId xmlns:a16="http://schemas.microsoft.com/office/drawing/2014/main" id="{5C494593-B2D6-3E9C-FDC3-A26FEF575E5C}"/>
              </a:ext>
            </a:extLst>
          </p:cNvPr>
          <p:cNvSpPr txBox="1"/>
          <p:nvPr/>
        </p:nvSpPr>
        <p:spPr>
          <a:xfrm>
            <a:off x="3551104" y="2747444"/>
            <a:ext cx="288862" cy="369332"/>
          </a:xfrm>
          <a:prstGeom prst="rect">
            <a:avLst/>
          </a:prstGeom>
          <a:noFill/>
        </p:spPr>
        <p:txBody>
          <a:bodyPr wrap="square" rtlCol="0">
            <a:spAutoFit/>
          </a:bodyPr>
          <a:lstStyle/>
          <a:p>
            <a:r>
              <a:rPr lang="en-US" dirty="0"/>
              <a:t>m</a:t>
            </a:r>
          </a:p>
        </p:txBody>
      </p:sp>
      <p:sp>
        <p:nvSpPr>
          <p:cNvPr id="32" name="TextBox 31">
            <a:extLst>
              <a:ext uri="{FF2B5EF4-FFF2-40B4-BE49-F238E27FC236}">
                <a16:creationId xmlns:a16="http://schemas.microsoft.com/office/drawing/2014/main" id="{8B6EF5F0-DE1A-798A-4F30-BA7D5F0CB128}"/>
              </a:ext>
            </a:extLst>
          </p:cNvPr>
          <p:cNvSpPr txBox="1"/>
          <p:nvPr/>
        </p:nvSpPr>
        <p:spPr>
          <a:xfrm>
            <a:off x="4529792" y="3720398"/>
            <a:ext cx="941184" cy="369332"/>
          </a:xfrm>
          <a:prstGeom prst="rect">
            <a:avLst/>
          </a:prstGeom>
          <a:noFill/>
        </p:spPr>
        <p:txBody>
          <a:bodyPr wrap="square" rtlCol="0">
            <a:spAutoFit/>
          </a:bodyPr>
          <a:lstStyle/>
          <a:p>
            <a:r>
              <a:rPr lang="en-US" dirty="0"/>
              <a:t>m*x + b</a:t>
            </a:r>
          </a:p>
        </p:txBody>
      </p:sp>
      <p:grpSp>
        <p:nvGrpSpPr>
          <p:cNvPr id="45" name="Group 44">
            <a:extLst>
              <a:ext uri="{FF2B5EF4-FFF2-40B4-BE49-F238E27FC236}">
                <a16:creationId xmlns:a16="http://schemas.microsoft.com/office/drawing/2014/main" id="{382A382C-D79B-AC6D-EE64-0CDDB4790979}"/>
              </a:ext>
            </a:extLst>
          </p:cNvPr>
          <p:cNvGrpSpPr/>
          <p:nvPr/>
        </p:nvGrpSpPr>
        <p:grpSpPr>
          <a:xfrm>
            <a:off x="6721025" y="3896506"/>
            <a:ext cx="3582760" cy="1848047"/>
            <a:chOff x="7286346" y="3790207"/>
            <a:chExt cx="3582760" cy="1848047"/>
          </a:xfrm>
        </p:grpSpPr>
        <p:sp>
          <p:nvSpPr>
            <p:cNvPr id="44" name="Freeform: Shape 43">
              <a:extLst>
                <a:ext uri="{FF2B5EF4-FFF2-40B4-BE49-F238E27FC236}">
                  <a16:creationId xmlns:a16="http://schemas.microsoft.com/office/drawing/2014/main" id="{286AC3C2-E33A-FE7D-38ED-1EEC6D725F4D}"/>
                </a:ext>
              </a:extLst>
            </p:cNvPr>
            <p:cNvSpPr/>
            <p:nvPr/>
          </p:nvSpPr>
          <p:spPr>
            <a:xfrm>
              <a:off x="7286346" y="3790207"/>
              <a:ext cx="3582760" cy="1848047"/>
            </a:xfrm>
            <a:custGeom>
              <a:avLst/>
              <a:gdLst>
                <a:gd name="csX0" fmla="*/ 957239 w 3582760"/>
                <a:gd name="csY0" fmla="*/ 1124895 h 1848047"/>
                <a:gd name="csX1" fmla="*/ 16 w 3582760"/>
                <a:gd name="csY1" fmla="*/ 827972 h 1848047"/>
                <a:gd name="csX2" fmla="*/ 932482 w 3582760"/>
                <a:gd name="csY2" fmla="*/ 723649 h 1848047"/>
                <a:gd name="csX3" fmla="*/ 1254306 w 3582760"/>
                <a:gd name="csY3" fmla="*/ 266227 h 1848047"/>
                <a:gd name="csX4" fmla="*/ 1625643 w 3582760"/>
                <a:gd name="csY4" fmla="*/ 57579 h 1848047"/>
                <a:gd name="csX5" fmla="*/ 2690139 w 3582760"/>
                <a:gd name="csY5" fmla="*/ 17454 h 1848047"/>
                <a:gd name="csX6" fmla="*/ 3391552 w 3582760"/>
                <a:gd name="csY6" fmla="*/ 306352 h 1848047"/>
                <a:gd name="csX7" fmla="*/ 3581346 w 3582760"/>
                <a:gd name="csY7" fmla="*/ 892172 h 1848047"/>
                <a:gd name="csX8" fmla="*/ 3325536 w 3582760"/>
                <a:gd name="csY8" fmla="*/ 1558242 h 1848047"/>
                <a:gd name="csX9" fmla="*/ 2186773 w 3582760"/>
                <a:gd name="csY9" fmla="*/ 1847140 h 1848047"/>
                <a:gd name="csX10" fmla="*/ 1213047 w 3582760"/>
                <a:gd name="csY10" fmla="*/ 1630466 h 1848047"/>
                <a:gd name="csX11" fmla="*/ 957239 w 3582760"/>
                <a:gd name="csY11" fmla="*/ 1124895 h 18480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2760" h="1848047" fill="none" extrusionOk="0">
                  <a:moveTo>
                    <a:pt x="957239" y="1124895"/>
                  </a:moveTo>
                  <a:cubicBezTo>
                    <a:pt x="758263" y="986956"/>
                    <a:pt x="-3841" y="907071"/>
                    <a:pt x="16" y="827972"/>
                  </a:cubicBezTo>
                  <a:cubicBezTo>
                    <a:pt x="-46273" y="744727"/>
                    <a:pt x="735169" y="853482"/>
                    <a:pt x="932482" y="723649"/>
                  </a:cubicBezTo>
                  <a:cubicBezTo>
                    <a:pt x="1128341" y="612859"/>
                    <a:pt x="1134751" y="353720"/>
                    <a:pt x="1254306" y="266227"/>
                  </a:cubicBezTo>
                  <a:cubicBezTo>
                    <a:pt x="1363258" y="147149"/>
                    <a:pt x="1385443" y="87689"/>
                    <a:pt x="1625643" y="57579"/>
                  </a:cubicBezTo>
                  <a:cubicBezTo>
                    <a:pt x="1829228" y="-43366"/>
                    <a:pt x="2359617" y="-2473"/>
                    <a:pt x="2690139" y="17454"/>
                  </a:cubicBezTo>
                  <a:cubicBezTo>
                    <a:pt x="2960449" y="55263"/>
                    <a:pt x="3211234" y="186068"/>
                    <a:pt x="3391552" y="306352"/>
                  </a:cubicBezTo>
                  <a:cubicBezTo>
                    <a:pt x="3544227" y="407716"/>
                    <a:pt x="3581164" y="641134"/>
                    <a:pt x="3581346" y="892172"/>
                  </a:cubicBezTo>
                  <a:cubicBezTo>
                    <a:pt x="3594773" y="1105621"/>
                    <a:pt x="3528271" y="1429386"/>
                    <a:pt x="3325536" y="1558242"/>
                  </a:cubicBezTo>
                  <a:cubicBezTo>
                    <a:pt x="3097342" y="1754900"/>
                    <a:pt x="2526131" y="1838394"/>
                    <a:pt x="2186773" y="1847140"/>
                  </a:cubicBezTo>
                  <a:cubicBezTo>
                    <a:pt x="1858617" y="1894470"/>
                    <a:pt x="1390872" y="1779402"/>
                    <a:pt x="1213047" y="1630466"/>
                  </a:cubicBezTo>
                  <a:cubicBezTo>
                    <a:pt x="1023420" y="1476355"/>
                    <a:pt x="1213683" y="1266449"/>
                    <a:pt x="957239" y="1124895"/>
                  </a:cubicBezTo>
                  <a:close/>
                </a:path>
                <a:path w="3582760" h="1848047" stroke="0" extrusionOk="0">
                  <a:moveTo>
                    <a:pt x="957239" y="1124895"/>
                  </a:moveTo>
                  <a:cubicBezTo>
                    <a:pt x="759778" y="992445"/>
                    <a:pt x="5895" y="908598"/>
                    <a:pt x="16" y="827972"/>
                  </a:cubicBezTo>
                  <a:cubicBezTo>
                    <a:pt x="-9903" y="773180"/>
                    <a:pt x="674137" y="817510"/>
                    <a:pt x="932482" y="723649"/>
                  </a:cubicBezTo>
                  <a:cubicBezTo>
                    <a:pt x="1139296" y="623437"/>
                    <a:pt x="1146060" y="368416"/>
                    <a:pt x="1254306" y="266227"/>
                  </a:cubicBezTo>
                  <a:cubicBezTo>
                    <a:pt x="1366145" y="161264"/>
                    <a:pt x="1392672" y="102693"/>
                    <a:pt x="1625643" y="57579"/>
                  </a:cubicBezTo>
                  <a:cubicBezTo>
                    <a:pt x="1924812" y="12347"/>
                    <a:pt x="2376885" y="393"/>
                    <a:pt x="2690139" y="17454"/>
                  </a:cubicBezTo>
                  <a:cubicBezTo>
                    <a:pt x="3028132" y="79382"/>
                    <a:pt x="3230435" y="194937"/>
                    <a:pt x="3391552" y="306352"/>
                  </a:cubicBezTo>
                  <a:cubicBezTo>
                    <a:pt x="3538516" y="428594"/>
                    <a:pt x="3611957" y="675403"/>
                    <a:pt x="3581346" y="892172"/>
                  </a:cubicBezTo>
                  <a:cubicBezTo>
                    <a:pt x="3559552" y="1095988"/>
                    <a:pt x="3518794" y="1440265"/>
                    <a:pt x="3325536" y="1558242"/>
                  </a:cubicBezTo>
                  <a:cubicBezTo>
                    <a:pt x="3136440" y="1725326"/>
                    <a:pt x="2456448" y="1836110"/>
                    <a:pt x="2186773" y="1847140"/>
                  </a:cubicBezTo>
                  <a:cubicBezTo>
                    <a:pt x="1840807" y="1859550"/>
                    <a:pt x="1405441" y="1760912"/>
                    <a:pt x="1213047" y="1630466"/>
                  </a:cubicBezTo>
                  <a:cubicBezTo>
                    <a:pt x="1022075" y="1549831"/>
                    <a:pt x="1168709" y="1258825"/>
                    <a:pt x="957239" y="1124895"/>
                  </a:cubicBezTo>
                  <a:close/>
                </a:path>
              </a:pathLst>
            </a:custGeom>
            <a:solidFill>
              <a:srgbClr val="C9C9C9"/>
            </a:solidFill>
            <a:ln w="38100">
              <a:solidFill>
                <a:schemeClr val="tx1">
                  <a:lumMod val="75000"/>
                  <a:lumOff val="25000"/>
                </a:schemeClr>
              </a:solidFill>
              <a:prstDash val="sysDash"/>
              <a:extLst>
                <a:ext uri="{C807C97D-BFC1-408E-A445-0C87EB9F89A2}">
                  <ask:lineSketchStyleProps xmlns:ask="http://schemas.microsoft.com/office/drawing/2018/sketchyshapes" sd="1086984844">
                    <a:custGeom>
                      <a:avLst/>
                      <a:gdLst>
                        <a:gd name="connsiteX0" fmla="*/ 1093529 w 4092867"/>
                        <a:gd name="connsiteY0" fmla="*/ 1321403 h 2170881"/>
                        <a:gd name="connsiteX1" fmla="*/ 19 w 4092867"/>
                        <a:gd name="connsiteY1" fmla="*/ 972611 h 2170881"/>
                        <a:gd name="connsiteX2" fmla="*/ 1065248 w 4092867"/>
                        <a:gd name="connsiteY2" fmla="*/ 850063 h 2170881"/>
                        <a:gd name="connsiteX3" fmla="*/ 1432893 w 4092867"/>
                        <a:gd name="connsiteY3" fmla="*/ 312735 h 2170881"/>
                        <a:gd name="connsiteX4" fmla="*/ 1857100 w 4092867"/>
                        <a:gd name="connsiteY4" fmla="*/ 67638 h 2170881"/>
                        <a:gd name="connsiteX5" fmla="*/ 3073157 w 4092867"/>
                        <a:gd name="connsiteY5" fmla="*/ 20504 h 2170881"/>
                        <a:gd name="connsiteX6" fmla="*/ 3874436 w 4092867"/>
                        <a:gd name="connsiteY6" fmla="*/ 359869 h 2170881"/>
                        <a:gd name="connsiteX7" fmla="*/ 4091252 w 4092867"/>
                        <a:gd name="connsiteY7" fmla="*/ 1048026 h 2170881"/>
                        <a:gd name="connsiteX8" fmla="*/ 3799021 w 4092867"/>
                        <a:gd name="connsiteY8" fmla="*/ 1830451 h 2170881"/>
                        <a:gd name="connsiteX9" fmla="*/ 2498122 w 4092867"/>
                        <a:gd name="connsiteY9" fmla="*/ 2169816 h 2170881"/>
                        <a:gd name="connsiteX10" fmla="*/ 1385759 w 4092867"/>
                        <a:gd name="connsiteY10" fmla="*/ 1915292 h 2170881"/>
                        <a:gd name="connsiteX11" fmla="*/ 1093529 w 4092867"/>
                        <a:gd name="connsiteY11" fmla="*/ 1321403 h 217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2867" h="2170881">
                          <a:moveTo>
                            <a:pt x="1093529" y="1321403"/>
                          </a:moveTo>
                          <a:cubicBezTo>
                            <a:pt x="862572" y="1164290"/>
                            <a:pt x="4733" y="1051168"/>
                            <a:pt x="19" y="972611"/>
                          </a:cubicBezTo>
                          <a:cubicBezTo>
                            <a:pt x="-4695" y="894054"/>
                            <a:pt x="826436" y="960042"/>
                            <a:pt x="1065248" y="850063"/>
                          </a:cubicBezTo>
                          <a:cubicBezTo>
                            <a:pt x="1304060" y="740084"/>
                            <a:pt x="1300918" y="443139"/>
                            <a:pt x="1432893" y="312735"/>
                          </a:cubicBezTo>
                          <a:cubicBezTo>
                            <a:pt x="1564868" y="182331"/>
                            <a:pt x="1583723" y="116343"/>
                            <a:pt x="1857100" y="67638"/>
                          </a:cubicBezTo>
                          <a:cubicBezTo>
                            <a:pt x="2130477" y="18933"/>
                            <a:pt x="2736934" y="-28201"/>
                            <a:pt x="3073157" y="20504"/>
                          </a:cubicBezTo>
                          <a:cubicBezTo>
                            <a:pt x="3409380" y="69209"/>
                            <a:pt x="3704754" y="188615"/>
                            <a:pt x="3874436" y="359869"/>
                          </a:cubicBezTo>
                          <a:cubicBezTo>
                            <a:pt x="4044118" y="531123"/>
                            <a:pt x="4103821" y="802929"/>
                            <a:pt x="4091252" y="1048026"/>
                          </a:cubicBezTo>
                          <a:cubicBezTo>
                            <a:pt x="4078683" y="1293123"/>
                            <a:pt x="4064543" y="1643486"/>
                            <a:pt x="3799021" y="1830451"/>
                          </a:cubicBezTo>
                          <a:cubicBezTo>
                            <a:pt x="3533499" y="2017416"/>
                            <a:pt x="2900332" y="2155676"/>
                            <a:pt x="2498122" y="2169816"/>
                          </a:cubicBezTo>
                          <a:cubicBezTo>
                            <a:pt x="2095912" y="2183956"/>
                            <a:pt x="1618287" y="2055123"/>
                            <a:pt x="1385759" y="1915292"/>
                          </a:cubicBezTo>
                          <a:cubicBezTo>
                            <a:pt x="1153231" y="1775461"/>
                            <a:pt x="1324486" y="1478516"/>
                            <a:pt x="1093529" y="1321403"/>
                          </a:cubicBezTo>
                          <a:close/>
                        </a:path>
                      </a:pathLst>
                    </a:custGeom>
                    <ask:type>
                      <ask:lineSketchFreehan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lumMod val="85000"/>
                    <a:lumOff val="15000"/>
                  </a:schemeClr>
                </a:solidFill>
              </a:endParaRPr>
            </a:p>
          </p:txBody>
        </p:sp>
        <p:sp>
          <p:nvSpPr>
            <p:cNvPr id="42" name="TextBox 41">
              <a:extLst>
                <a:ext uri="{FF2B5EF4-FFF2-40B4-BE49-F238E27FC236}">
                  <a16:creationId xmlns:a16="http://schemas.microsoft.com/office/drawing/2014/main" id="{6DA13E24-83B2-71C9-945B-B9CF32E8BC04}"/>
                </a:ext>
              </a:extLst>
            </p:cNvPr>
            <p:cNvSpPr txBox="1"/>
            <p:nvPr/>
          </p:nvSpPr>
          <p:spPr>
            <a:xfrm>
              <a:off x="8512405" y="4233260"/>
              <a:ext cx="2224726" cy="923330"/>
            </a:xfrm>
            <a:prstGeom prst="rect">
              <a:avLst/>
            </a:prstGeom>
            <a:noFill/>
          </p:spPr>
          <p:txBody>
            <a:bodyPr wrap="square" rtlCol="0">
              <a:spAutoFit/>
            </a:bodyPr>
            <a:lstStyle/>
            <a:p>
              <a:pPr algn="ctr"/>
              <a:r>
                <a:rPr lang="en-US" dirty="0"/>
                <a:t>Same as the formula for a line, just re-arranged.</a:t>
              </a:r>
            </a:p>
          </p:txBody>
        </p:sp>
      </p:grpSp>
      <p:sp>
        <p:nvSpPr>
          <p:cNvPr id="4" name="TextBox 3">
            <a:extLst>
              <a:ext uri="{FF2B5EF4-FFF2-40B4-BE49-F238E27FC236}">
                <a16:creationId xmlns:a16="http://schemas.microsoft.com/office/drawing/2014/main" id="{90F7364D-2EBF-A158-76A8-17702FB6DEE7}"/>
              </a:ext>
            </a:extLst>
          </p:cNvPr>
          <p:cNvSpPr txBox="1"/>
          <p:nvPr/>
        </p:nvSpPr>
        <p:spPr>
          <a:xfrm>
            <a:off x="3125358" y="1467818"/>
            <a:ext cx="1429215" cy="923330"/>
          </a:xfrm>
          <a:prstGeom prst="rect">
            <a:avLst/>
          </a:prstGeom>
          <a:noFill/>
        </p:spPr>
        <p:txBody>
          <a:bodyPr wrap="square" rtlCol="0">
            <a:spAutoFit/>
          </a:bodyPr>
          <a:lstStyle/>
          <a:p>
            <a:pPr algn="ctr"/>
            <a:r>
              <a:rPr lang="en-CA" b="1" dirty="0"/>
              <a:t>Slopes</a:t>
            </a:r>
            <a:r>
              <a:rPr lang="en-CA" dirty="0"/>
              <a:t> are called </a:t>
            </a:r>
            <a:r>
              <a:rPr lang="en-CA" b="1" dirty="0"/>
              <a:t>Weights</a:t>
            </a:r>
          </a:p>
        </p:txBody>
      </p:sp>
      <p:cxnSp>
        <p:nvCxnSpPr>
          <p:cNvPr id="9" name="Straight Arrow Connector 8">
            <a:extLst>
              <a:ext uri="{FF2B5EF4-FFF2-40B4-BE49-F238E27FC236}">
                <a16:creationId xmlns:a16="http://schemas.microsoft.com/office/drawing/2014/main" id="{71BEDEE0-CC79-201C-62AB-E34E1CD2A5DB}"/>
              </a:ext>
            </a:extLst>
          </p:cNvPr>
          <p:cNvCxnSpPr>
            <a:stCxn id="4" idx="2"/>
            <a:endCxn id="30" idx="0"/>
          </p:cNvCxnSpPr>
          <p:nvPr/>
        </p:nvCxnSpPr>
        <p:spPr>
          <a:xfrm flipH="1">
            <a:off x="3695535" y="2391148"/>
            <a:ext cx="144431" cy="356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689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29" grpId="0"/>
      <p:bldP spid="29" grpId="1"/>
      <p:bldP spid="30" grpId="0"/>
      <p:bldP spid="30" grpId="1"/>
      <p:bldP spid="32" grpId="0"/>
      <p:bldP spid="32" grpId="1"/>
      <p:bldP spid="4" grpId="0"/>
      <p:bldP spid="4"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9A77E47-4388-DEB9-9967-D6062E8B1B46}"/>
              </a:ext>
            </a:extLst>
          </p:cNvPr>
          <p:cNvGraphicFramePr>
            <a:graphicFrameLocks noGrp="1"/>
          </p:cNvGraphicFramePr>
          <p:nvPr>
            <p:extLst>
              <p:ext uri="{D42A27DB-BD31-4B8C-83A1-F6EECF244321}">
                <p14:modId xmlns:p14="http://schemas.microsoft.com/office/powerpoint/2010/main" val="731497298"/>
              </p:ext>
            </p:extLst>
          </p:nvPr>
        </p:nvGraphicFramePr>
        <p:xfrm>
          <a:off x="538850" y="4526077"/>
          <a:ext cx="2885062" cy="74168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Chemistry</a:t>
                      </a:r>
                    </a:p>
                  </a:txBody>
                  <a:tcPr/>
                </a:tc>
                <a:tc>
                  <a:txBody>
                    <a:bodyPr/>
                    <a:lstStyle/>
                    <a:p>
                      <a:r>
                        <a:rPr lang="en-CA" dirty="0"/>
                        <a:t>B</a:t>
                      </a:r>
                    </a:p>
                  </a:txBody>
                  <a:tcPr/>
                </a:tc>
                <a:extLst>
                  <a:ext uri="{0D108BD9-81ED-4DB2-BD59-A6C34878D82A}">
                    <a16:rowId xmlns:a16="http://schemas.microsoft.com/office/drawing/2014/main" val="2274006036"/>
                  </a:ext>
                </a:extLst>
              </a:tr>
            </a:tbl>
          </a:graphicData>
        </a:graphic>
      </p:graphicFrame>
      <p:sp>
        <p:nvSpPr>
          <p:cNvPr id="2" name="Title 1">
            <a:extLst>
              <a:ext uri="{FF2B5EF4-FFF2-40B4-BE49-F238E27FC236}">
                <a16:creationId xmlns:a16="http://schemas.microsoft.com/office/drawing/2014/main" id="{508FF972-7E8D-AA2D-7728-54B3E1F632DA}"/>
              </a:ext>
            </a:extLst>
          </p:cNvPr>
          <p:cNvSpPr>
            <a:spLocks noGrp="1"/>
          </p:cNvSpPr>
          <p:nvPr>
            <p:ph type="title"/>
          </p:nvPr>
        </p:nvSpPr>
        <p:spPr/>
        <p:txBody>
          <a:bodyPr/>
          <a:lstStyle/>
          <a:p>
            <a:r>
              <a:rPr lang="en-CA" dirty="0"/>
              <a:t>Re-writing our weighted average to neural network format</a:t>
            </a:r>
            <a:endParaRPr lang="en-CA" b="1" i="1" dirty="0"/>
          </a:p>
        </p:txBody>
      </p:sp>
      <p:graphicFrame>
        <p:nvGraphicFramePr>
          <p:cNvPr id="6" name="Table 5">
            <a:extLst>
              <a:ext uri="{FF2B5EF4-FFF2-40B4-BE49-F238E27FC236}">
                <a16:creationId xmlns:a16="http://schemas.microsoft.com/office/drawing/2014/main" id="{C3EC13FB-E5A5-DCA2-718D-54B1BF3A5922}"/>
              </a:ext>
            </a:extLst>
          </p:cNvPr>
          <p:cNvGraphicFramePr>
            <a:graphicFrameLocks noGrp="1"/>
          </p:cNvGraphicFramePr>
          <p:nvPr>
            <p:extLst>
              <p:ext uri="{D42A27DB-BD31-4B8C-83A1-F6EECF244321}">
                <p14:modId xmlns:p14="http://schemas.microsoft.com/office/powerpoint/2010/main" val="425406711"/>
              </p:ext>
            </p:extLst>
          </p:nvPr>
        </p:nvGraphicFramePr>
        <p:xfrm>
          <a:off x="538850" y="1318692"/>
          <a:ext cx="2885062" cy="2595880"/>
        </p:xfrm>
        <a:graphic>
          <a:graphicData uri="http://schemas.openxmlformats.org/drawingml/2006/table">
            <a:tbl>
              <a:tblPr firstRow="1" bandRow="1">
                <a:tableStyleId>{72833802-FEF1-4C79-8D5D-14CF1EAF98D9}</a:tableStyleId>
              </a:tblPr>
              <a:tblGrid>
                <a:gridCol w="1852583">
                  <a:extLst>
                    <a:ext uri="{9D8B030D-6E8A-4147-A177-3AD203B41FA5}">
                      <a16:colId xmlns:a16="http://schemas.microsoft.com/office/drawing/2014/main" val="2455420316"/>
                    </a:ext>
                  </a:extLst>
                </a:gridCol>
                <a:gridCol w="1032479">
                  <a:extLst>
                    <a:ext uri="{9D8B030D-6E8A-4147-A177-3AD203B41FA5}">
                      <a16:colId xmlns:a16="http://schemas.microsoft.com/office/drawing/2014/main" val="806152939"/>
                    </a:ext>
                  </a:extLst>
                </a:gridCol>
              </a:tblGrid>
              <a:tr h="370840">
                <a:tc>
                  <a:txBody>
                    <a:bodyPr/>
                    <a:lstStyle/>
                    <a:p>
                      <a:r>
                        <a:rPr lang="en-CA" dirty="0"/>
                        <a:t>Class Type</a:t>
                      </a:r>
                    </a:p>
                  </a:txBody>
                  <a:tcPr/>
                </a:tc>
                <a:tc>
                  <a:txBody>
                    <a:bodyPr/>
                    <a:lstStyle/>
                    <a:p>
                      <a:r>
                        <a:rPr lang="en-CA" dirty="0"/>
                        <a:t>Grade</a:t>
                      </a:r>
                    </a:p>
                  </a:txBody>
                  <a:tcPr/>
                </a:tc>
                <a:extLst>
                  <a:ext uri="{0D108BD9-81ED-4DB2-BD59-A6C34878D82A}">
                    <a16:rowId xmlns:a16="http://schemas.microsoft.com/office/drawing/2014/main" val="1635024608"/>
                  </a:ext>
                </a:extLst>
              </a:tr>
              <a:tr h="370840">
                <a:tc>
                  <a:txBody>
                    <a:bodyPr/>
                    <a:lstStyle/>
                    <a:p>
                      <a:r>
                        <a:rPr lang="en-CA" dirty="0"/>
                        <a:t>Art</a:t>
                      </a:r>
                    </a:p>
                  </a:txBody>
                  <a:tcPr/>
                </a:tc>
                <a:tc>
                  <a:txBody>
                    <a:bodyPr/>
                    <a:lstStyle/>
                    <a:p>
                      <a:r>
                        <a:rPr lang="en-CA" dirty="0"/>
                        <a:t>A</a:t>
                      </a:r>
                    </a:p>
                  </a:txBody>
                  <a:tcPr/>
                </a:tc>
                <a:extLst>
                  <a:ext uri="{0D108BD9-81ED-4DB2-BD59-A6C34878D82A}">
                    <a16:rowId xmlns:a16="http://schemas.microsoft.com/office/drawing/2014/main" val="3452413665"/>
                  </a:ext>
                </a:extLst>
              </a:tr>
              <a:tr h="370840">
                <a:tc>
                  <a:txBody>
                    <a:bodyPr/>
                    <a:lstStyle/>
                    <a:p>
                      <a:r>
                        <a:rPr lang="en-CA" dirty="0"/>
                        <a:t>Gym</a:t>
                      </a:r>
                    </a:p>
                  </a:txBody>
                  <a:tcPr/>
                </a:tc>
                <a:tc>
                  <a:txBody>
                    <a:bodyPr/>
                    <a:lstStyle/>
                    <a:p>
                      <a:r>
                        <a:rPr lang="en-CA" dirty="0"/>
                        <a:t>A</a:t>
                      </a:r>
                    </a:p>
                  </a:txBody>
                  <a:tcPr/>
                </a:tc>
                <a:extLst>
                  <a:ext uri="{0D108BD9-81ED-4DB2-BD59-A6C34878D82A}">
                    <a16:rowId xmlns:a16="http://schemas.microsoft.com/office/drawing/2014/main" val="2274006036"/>
                  </a:ext>
                </a:extLst>
              </a:tr>
              <a:tr h="370840">
                <a:tc>
                  <a:txBody>
                    <a:bodyPr/>
                    <a:lstStyle/>
                    <a:p>
                      <a:r>
                        <a:rPr lang="en-CA" dirty="0"/>
                        <a:t>Spelling</a:t>
                      </a:r>
                    </a:p>
                  </a:txBody>
                  <a:tcPr/>
                </a:tc>
                <a:tc>
                  <a:txBody>
                    <a:bodyPr/>
                    <a:lstStyle/>
                    <a:p>
                      <a:r>
                        <a:rPr lang="en-CA" dirty="0"/>
                        <a:t>A</a:t>
                      </a:r>
                    </a:p>
                  </a:txBody>
                  <a:tcPr/>
                </a:tc>
                <a:extLst>
                  <a:ext uri="{0D108BD9-81ED-4DB2-BD59-A6C34878D82A}">
                    <a16:rowId xmlns:a16="http://schemas.microsoft.com/office/drawing/2014/main" val="4102080711"/>
                  </a:ext>
                </a:extLst>
              </a:tr>
              <a:tr h="370840">
                <a:tc>
                  <a:txBody>
                    <a:bodyPr/>
                    <a:lstStyle/>
                    <a:p>
                      <a:r>
                        <a:rPr lang="en-CA" dirty="0"/>
                        <a:t>Geography</a:t>
                      </a:r>
                    </a:p>
                  </a:txBody>
                  <a:tcPr/>
                </a:tc>
                <a:tc>
                  <a:txBody>
                    <a:bodyPr/>
                    <a:lstStyle/>
                    <a:p>
                      <a:r>
                        <a:rPr lang="en-CA" dirty="0"/>
                        <a:t>A</a:t>
                      </a:r>
                    </a:p>
                  </a:txBody>
                  <a:tcPr/>
                </a:tc>
                <a:extLst>
                  <a:ext uri="{0D108BD9-81ED-4DB2-BD59-A6C34878D82A}">
                    <a16:rowId xmlns:a16="http://schemas.microsoft.com/office/drawing/2014/main" val="752582474"/>
                  </a:ext>
                </a:extLst>
              </a:tr>
              <a:tr h="370840">
                <a:tc>
                  <a:txBody>
                    <a:bodyPr/>
                    <a:lstStyle/>
                    <a:p>
                      <a:r>
                        <a:rPr lang="en-CA" dirty="0"/>
                        <a:t>Math</a:t>
                      </a:r>
                    </a:p>
                  </a:txBody>
                  <a:tcPr/>
                </a:tc>
                <a:tc>
                  <a:txBody>
                    <a:bodyPr/>
                    <a:lstStyle/>
                    <a:p>
                      <a:r>
                        <a:rPr lang="en-CA" dirty="0"/>
                        <a:t>B</a:t>
                      </a:r>
                    </a:p>
                  </a:txBody>
                  <a:tcPr/>
                </a:tc>
                <a:extLst>
                  <a:ext uri="{0D108BD9-81ED-4DB2-BD59-A6C34878D82A}">
                    <a16:rowId xmlns:a16="http://schemas.microsoft.com/office/drawing/2014/main" val="161467823"/>
                  </a:ext>
                </a:extLst>
              </a:tr>
              <a:tr h="370840">
                <a:tc>
                  <a:txBody>
                    <a:bodyPr/>
                    <a:lstStyle/>
                    <a:p>
                      <a:r>
                        <a:rPr lang="en-CA" dirty="0"/>
                        <a:t>Science</a:t>
                      </a:r>
                    </a:p>
                  </a:txBody>
                  <a:tcPr/>
                </a:tc>
                <a:tc>
                  <a:txBody>
                    <a:bodyPr/>
                    <a:lstStyle/>
                    <a:p>
                      <a:r>
                        <a:rPr lang="en-CA" dirty="0"/>
                        <a:t>B</a:t>
                      </a:r>
                    </a:p>
                  </a:txBody>
                  <a:tcPr/>
                </a:tc>
                <a:extLst>
                  <a:ext uri="{0D108BD9-81ED-4DB2-BD59-A6C34878D82A}">
                    <a16:rowId xmlns:a16="http://schemas.microsoft.com/office/drawing/2014/main" val="628892198"/>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54F784-101D-4196-4D78-59BF0D9A9AC7}"/>
                  </a:ext>
                </a:extLst>
              </p:cNvPr>
              <p:cNvSpPr txBox="1"/>
              <p:nvPr/>
            </p:nvSpPr>
            <p:spPr>
              <a:xfrm>
                <a:off x="3127979" y="4789291"/>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4" name="TextBox 3">
                <a:extLst>
                  <a:ext uri="{FF2B5EF4-FFF2-40B4-BE49-F238E27FC236}">
                    <a16:creationId xmlns:a16="http://schemas.microsoft.com/office/drawing/2014/main" id="{6554F784-101D-4196-4D78-59BF0D9A9AC7}"/>
                  </a:ext>
                </a:extLst>
              </p:cNvPr>
              <p:cNvSpPr txBox="1">
                <a:spLocks noRot="1" noChangeAspect="1" noMove="1" noResize="1" noEditPoints="1" noAdjustHandles="1" noChangeArrowheads="1" noChangeShapeType="1" noTextEdit="1"/>
              </p:cNvSpPr>
              <p:nvPr/>
            </p:nvSpPr>
            <p:spPr>
              <a:xfrm>
                <a:off x="3127979" y="4789291"/>
                <a:ext cx="285078" cy="430887"/>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41622A-BF97-4354-F7B0-8A9470466B6D}"/>
                  </a:ext>
                </a:extLst>
              </p:cNvPr>
              <p:cNvSpPr txBox="1"/>
              <p:nvPr/>
            </p:nvSpPr>
            <p:spPr>
              <a:xfrm>
                <a:off x="2856095" y="1963584"/>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2</m:t>
                          </m:r>
                        </m:sub>
                      </m:sSub>
                    </m:oMath>
                  </m:oMathPara>
                </a14:m>
                <a:endParaRPr lang="en-CA" sz="2800" dirty="0"/>
              </a:p>
            </p:txBody>
          </p:sp>
        </mc:Choice>
        <mc:Fallback xmlns="">
          <p:sp>
            <p:nvSpPr>
              <p:cNvPr id="5" name="TextBox 4">
                <a:extLst>
                  <a:ext uri="{FF2B5EF4-FFF2-40B4-BE49-F238E27FC236}">
                    <a16:creationId xmlns:a16="http://schemas.microsoft.com/office/drawing/2014/main" id="{8841622A-BF97-4354-F7B0-8A9470466B6D}"/>
                  </a:ext>
                </a:extLst>
              </p:cNvPr>
              <p:cNvSpPr txBox="1">
                <a:spLocks noRot="1" noChangeAspect="1" noMove="1" noResize="1" noEditPoints="1" noAdjustHandles="1" noChangeArrowheads="1" noChangeShapeType="1" noTextEdit="1"/>
              </p:cNvSpPr>
              <p:nvPr/>
            </p:nvSpPr>
            <p:spPr>
              <a:xfrm>
                <a:off x="2856095" y="1963584"/>
                <a:ext cx="432939" cy="430887"/>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AD199E-4C17-C197-AC06-741FCF4F57C2}"/>
                  </a:ext>
                </a:extLst>
              </p:cNvPr>
              <p:cNvSpPr txBox="1"/>
              <p:nvPr/>
            </p:nvSpPr>
            <p:spPr>
              <a:xfrm>
                <a:off x="2856095" y="2358533"/>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3</m:t>
                          </m:r>
                        </m:sub>
                      </m:sSub>
                    </m:oMath>
                  </m:oMathPara>
                </a14:m>
                <a:endParaRPr lang="en-CA" sz="2800" dirty="0"/>
              </a:p>
            </p:txBody>
          </p:sp>
        </mc:Choice>
        <mc:Fallback xmlns="">
          <p:sp>
            <p:nvSpPr>
              <p:cNvPr id="7" name="TextBox 6">
                <a:extLst>
                  <a:ext uri="{FF2B5EF4-FFF2-40B4-BE49-F238E27FC236}">
                    <a16:creationId xmlns:a16="http://schemas.microsoft.com/office/drawing/2014/main" id="{90AD199E-4C17-C197-AC06-741FCF4F57C2}"/>
                  </a:ext>
                </a:extLst>
              </p:cNvPr>
              <p:cNvSpPr txBox="1">
                <a:spLocks noRot="1" noChangeAspect="1" noMove="1" noResize="1" noEditPoints="1" noAdjustHandles="1" noChangeArrowheads="1" noChangeShapeType="1" noTextEdit="1"/>
              </p:cNvSpPr>
              <p:nvPr/>
            </p:nvSpPr>
            <p:spPr>
              <a:xfrm>
                <a:off x="2856095" y="2358533"/>
                <a:ext cx="432939" cy="43088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39A44C-DDC3-26DB-2689-25DF202B65BD}"/>
                  </a:ext>
                </a:extLst>
              </p:cNvPr>
              <p:cNvSpPr txBox="1"/>
              <p:nvPr/>
            </p:nvSpPr>
            <p:spPr>
              <a:xfrm>
                <a:off x="2856095" y="1574130"/>
                <a:ext cx="424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1</m:t>
                          </m:r>
                        </m:sub>
                      </m:sSub>
                    </m:oMath>
                  </m:oMathPara>
                </a14:m>
                <a:endParaRPr lang="en-CA" sz="2800" dirty="0"/>
              </a:p>
            </p:txBody>
          </p:sp>
        </mc:Choice>
        <mc:Fallback xmlns="">
          <p:sp>
            <p:nvSpPr>
              <p:cNvPr id="15" name="TextBox 14">
                <a:extLst>
                  <a:ext uri="{FF2B5EF4-FFF2-40B4-BE49-F238E27FC236}">
                    <a16:creationId xmlns:a16="http://schemas.microsoft.com/office/drawing/2014/main" id="{8E39A44C-DDC3-26DB-2689-25DF202B65BD}"/>
                  </a:ext>
                </a:extLst>
              </p:cNvPr>
              <p:cNvSpPr txBox="1">
                <a:spLocks noRot="1" noChangeAspect="1" noMove="1" noResize="1" noEditPoints="1" noAdjustHandles="1" noChangeArrowheads="1" noChangeShapeType="1" noTextEdit="1"/>
              </p:cNvSpPr>
              <p:nvPr/>
            </p:nvSpPr>
            <p:spPr>
              <a:xfrm>
                <a:off x="2856095" y="1574130"/>
                <a:ext cx="424668" cy="43088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4B616C0-3556-D6C7-9E5A-5C51B658D85F}"/>
                  </a:ext>
                </a:extLst>
              </p:cNvPr>
              <p:cNvSpPr txBox="1"/>
              <p:nvPr/>
            </p:nvSpPr>
            <p:spPr>
              <a:xfrm>
                <a:off x="2858346" y="3094747"/>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5</m:t>
                          </m:r>
                        </m:sub>
                      </m:sSub>
                    </m:oMath>
                  </m:oMathPara>
                </a14:m>
                <a:endParaRPr lang="en-CA" sz="2800" dirty="0"/>
              </a:p>
            </p:txBody>
          </p:sp>
        </mc:Choice>
        <mc:Fallback xmlns="">
          <p:sp>
            <p:nvSpPr>
              <p:cNvPr id="16" name="TextBox 15">
                <a:extLst>
                  <a:ext uri="{FF2B5EF4-FFF2-40B4-BE49-F238E27FC236}">
                    <a16:creationId xmlns:a16="http://schemas.microsoft.com/office/drawing/2014/main" id="{94B616C0-3556-D6C7-9E5A-5C51B658D85F}"/>
                  </a:ext>
                </a:extLst>
              </p:cNvPr>
              <p:cNvSpPr txBox="1">
                <a:spLocks noRot="1" noChangeAspect="1" noMove="1" noResize="1" noEditPoints="1" noAdjustHandles="1" noChangeArrowheads="1" noChangeShapeType="1" noTextEdit="1"/>
              </p:cNvSpPr>
              <p:nvPr/>
            </p:nvSpPr>
            <p:spPr>
              <a:xfrm>
                <a:off x="2858346" y="3094747"/>
                <a:ext cx="432939" cy="430887"/>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3D4F171-FB96-16CA-8BFE-65EF173EF660}"/>
                  </a:ext>
                </a:extLst>
              </p:cNvPr>
              <p:cNvSpPr txBox="1"/>
              <p:nvPr/>
            </p:nvSpPr>
            <p:spPr>
              <a:xfrm>
                <a:off x="2858346" y="3470646"/>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6</m:t>
                          </m:r>
                        </m:sub>
                      </m:sSub>
                    </m:oMath>
                  </m:oMathPara>
                </a14:m>
                <a:endParaRPr lang="en-CA" sz="2800" dirty="0"/>
              </a:p>
            </p:txBody>
          </p:sp>
        </mc:Choice>
        <mc:Fallback xmlns="">
          <p:sp>
            <p:nvSpPr>
              <p:cNvPr id="17" name="TextBox 16">
                <a:extLst>
                  <a:ext uri="{FF2B5EF4-FFF2-40B4-BE49-F238E27FC236}">
                    <a16:creationId xmlns:a16="http://schemas.microsoft.com/office/drawing/2014/main" id="{53D4F171-FB96-16CA-8BFE-65EF173EF660}"/>
                  </a:ext>
                </a:extLst>
              </p:cNvPr>
              <p:cNvSpPr txBox="1">
                <a:spLocks noRot="1" noChangeAspect="1" noMove="1" noResize="1" noEditPoints="1" noAdjustHandles="1" noChangeArrowheads="1" noChangeShapeType="1" noTextEdit="1"/>
              </p:cNvSpPr>
              <p:nvPr/>
            </p:nvSpPr>
            <p:spPr>
              <a:xfrm>
                <a:off x="2858346" y="3470646"/>
                <a:ext cx="432939" cy="430887"/>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46C5ED2-50B9-7BE6-7843-2AF5BCA4CE68}"/>
                  </a:ext>
                </a:extLst>
              </p:cNvPr>
              <p:cNvSpPr txBox="1"/>
              <p:nvPr/>
            </p:nvSpPr>
            <p:spPr>
              <a:xfrm>
                <a:off x="2858346" y="2705293"/>
                <a:ext cx="4329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𝑥</m:t>
                          </m:r>
                        </m:e>
                        <m:sub>
                          <m:r>
                            <a:rPr lang="en-CA" sz="2800" b="0" i="1" smtClean="0">
                              <a:latin typeface="Cambria Math" panose="02040503050406030204" pitchFamily="18" charset="0"/>
                            </a:rPr>
                            <m:t>4</m:t>
                          </m:r>
                        </m:sub>
                      </m:sSub>
                    </m:oMath>
                  </m:oMathPara>
                </a14:m>
                <a:endParaRPr lang="en-CA" sz="2800" dirty="0"/>
              </a:p>
            </p:txBody>
          </p:sp>
        </mc:Choice>
        <mc:Fallback xmlns="">
          <p:sp>
            <p:nvSpPr>
              <p:cNvPr id="18" name="TextBox 17">
                <a:extLst>
                  <a:ext uri="{FF2B5EF4-FFF2-40B4-BE49-F238E27FC236}">
                    <a16:creationId xmlns:a16="http://schemas.microsoft.com/office/drawing/2014/main" id="{446C5ED2-50B9-7BE6-7843-2AF5BCA4CE68}"/>
                  </a:ext>
                </a:extLst>
              </p:cNvPr>
              <p:cNvSpPr txBox="1">
                <a:spLocks noRot="1" noChangeAspect="1" noMove="1" noResize="1" noEditPoints="1" noAdjustHandles="1" noChangeArrowheads="1" noChangeShapeType="1" noTextEdit="1"/>
              </p:cNvSpPr>
              <p:nvPr/>
            </p:nvSpPr>
            <p:spPr>
              <a:xfrm>
                <a:off x="2858346" y="2705293"/>
                <a:ext cx="432939" cy="430887"/>
              </a:xfrm>
              <a:prstGeom prst="rect">
                <a:avLst/>
              </a:prstGeom>
              <a:blipFill>
                <a:blip r:embed="rId9"/>
                <a:stretch>
                  <a:fillRect/>
                </a:stretch>
              </a:blipFill>
            </p:spPr>
            <p:txBody>
              <a:bodyPr/>
              <a:lstStyle/>
              <a:p>
                <a:r>
                  <a:rPr lang="en-CA">
                    <a:noFill/>
                  </a:rPr>
                  <a:t> </a:t>
                </a:r>
              </a:p>
            </p:txBody>
          </p:sp>
        </mc:Fallback>
      </mc:AlternateContent>
      <p:sp>
        <p:nvSpPr>
          <p:cNvPr id="19" name="Oval 18">
            <a:extLst>
              <a:ext uri="{FF2B5EF4-FFF2-40B4-BE49-F238E27FC236}">
                <a16:creationId xmlns:a16="http://schemas.microsoft.com/office/drawing/2014/main" id="{07FF70DF-F02F-28CF-04C0-C2CC714E6818}"/>
              </a:ext>
            </a:extLst>
          </p:cNvPr>
          <p:cNvSpPr/>
          <p:nvPr/>
        </p:nvSpPr>
        <p:spPr>
          <a:xfrm>
            <a:off x="10027570" y="3257964"/>
            <a:ext cx="1708802" cy="636997"/>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US"/>
              <a:t>Chemistry grade</a:t>
            </a:r>
            <a:endParaRPr lang="en-US" dirty="0"/>
          </a:p>
        </p:txBody>
      </p:sp>
      <p:sp>
        <p:nvSpPr>
          <p:cNvPr id="20" name="Oval 19">
            <a:extLst>
              <a:ext uri="{FF2B5EF4-FFF2-40B4-BE49-F238E27FC236}">
                <a16:creationId xmlns:a16="http://schemas.microsoft.com/office/drawing/2014/main" id="{14CDA011-420F-06E2-A4EF-414185181899}"/>
              </a:ext>
            </a:extLst>
          </p:cNvPr>
          <p:cNvSpPr/>
          <p:nvPr/>
        </p:nvSpPr>
        <p:spPr>
          <a:xfrm>
            <a:off x="4962900" y="4439111"/>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Math grade</a:t>
            </a:r>
          </a:p>
        </p:txBody>
      </p:sp>
      <p:sp>
        <p:nvSpPr>
          <p:cNvPr id="21" name="Oval 20">
            <a:extLst>
              <a:ext uri="{FF2B5EF4-FFF2-40B4-BE49-F238E27FC236}">
                <a16:creationId xmlns:a16="http://schemas.microsoft.com/office/drawing/2014/main" id="{95680DEB-4D21-C9D6-3353-76B46CC659E2}"/>
              </a:ext>
            </a:extLst>
          </p:cNvPr>
          <p:cNvSpPr/>
          <p:nvPr/>
        </p:nvSpPr>
        <p:spPr>
          <a:xfrm>
            <a:off x="4962900" y="5223052"/>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Science grade</a:t>
            </a:r>
          </a:p>
        </p:txBody>
      </p:sp>
      <p:sp>
        <p:nvSpPr>
          <p:cNvPr id="22" name="Rectangle 21">
            <a:extLst>
              <a:ext uri="{FF2B5EF4-FFF2-40B4-BE49-F238E27FC236}">
                <a16:creationId xmlns:a16="http://schemas.microsoft.com/office/drawing/2014/main" id="{BA802A24-0934-9785-DA4C-72CFC2FE7434}"/>
              </a:ext>
            </a:extLst>
          </p:cNvPr>
          <p:cNvSpPr/>
          <p:nvPr/>
        </p:nvSpPr>
        <p:spPr>
          <a:xfrm>
            <a:off x="8516426" y="3213808"/>
            <a:ext cx="1272583" cy="725310"/>
          </a:xfrm>
          <a:prstGeom prst="rect">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1600" dirty="0"/>
              <a:t>Neuron</a:t>
            </a:r>
          </a:p>
        </p:txBody>
      </p:sp>
      <p:cxnSp>
        <p:nvCxnSpPr>
          <p:cNvPr id="23" name="Straight Connector 22">
            <a:extLst>
              <a:ext uri="{FF2B5EF4-FFF2-40B4-BE49-F238E27FC236}">
                <a16:creationId xmlns:a16="http://schemas.microsoft.com/office/drawing/2014/main" id="{214362DD-4F7D-B658-900B-13E9B4E5F441}"/>
              </a:ext>
            </a:extLst>
          </p:cNvPr>
          <p:cNvCxnSpPr>
            <a:cxnSpLocks/>
            <a:stCxn id="20" idx="6"/>
            <a:endCxn id="22" idx="1"/>
          </p:cNvCxnSpPr>
          <p:nvPr/>
        </p:nvCxnSpPr>
        <p:spPr>
          <a:xfrm flipV="1">
            <a:off x="6815482" y="3576463"/>
            <a:ext cx="1700944" cy="118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765CE21-CD93-86E0-F1EA-7EA0AB4DF401}"/>
              </a:ext>
            </a:extLst>
          </p:cNvPr>
          <p:cNvCxnSpPr>
            <a:cxnSpLocks/>
            <a:stCxn id="21" idx="6"/>
            <a:endCxn id="22" idx="1"/>
          </p:cNvCxnSpPr>
          <p:nvPr/>
        </p:nvCxnSpPr>
        <p:spPr>
          <a:xfrm flipV="1">
            <a:off x="6815482" y="3576463"/>
            <a:ext cx="1700944" cy="1965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CA89C1-4772-4F4F-0E49-8F878AA8AB4E}"/>
              </a:ext>
            </a:extLst>
          </p:cNvPr>
          <p:cNvCxnSpPr>
            <a:cxnSpLocks/>
            <a:stCxn id="22" idx="3"/>
            <a:endCxn id="19" idx="2"/>
          </p:cNvCxnSpPr>
          <p:nvPr/>
        </p:nvCxnSpPr>
        <p:spPr>
          <a:xfrm>
            <a:off x="9789009" y="3576463"/>
            <a:ext cx="238561"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204B401-32D3-AFF0-FB54-BE1C494CF1B6}"/>
              </a:ext>
            </a:extLst>
          </p:cNvPr>
          <p:cNvSpPr txBox="1"/>
          <p:nvPr/>
        </p:nvSpPr>
        <p:spPr>
          <a:xfrm>
            <a:off x="6739282" y="3170895"/>
            <a:ext cx="184731" cy="369332"/>
          </a:xfrm>
          <a:prstGeom prst="rect">
            <a:avLst/>
          </a:prstGeom>
          <a:noFill/>
        </p:spPr>
        <p:txBody>
          <a:bodyPr wrap="none" rtlCol="0">
            <a:spAutoFit/>
          </a:bodyPr>
          <a:lstStyle/>
          <a:p>
            <a:endParaRPr lang="en-CA" dirty="0"/>
          </a:p>
        </p:txBody>
      </p:sp>
      <p:sp>
        <p:nvSpPr>
          <p:cNvPr id="27" name="Oval 26">
            <a:extLst>
              <a:ext uri="{FF2B5EF4-FFF2-40B4-BE49-F238E27FC236}">
                <a16:creationId xmlns:a16="http://schemas.microsoft.com/office/drawing/2014/main" id="{769F9AA9-6C79-1B28-238D-297930C03651}"/>
              </a:ext>
            </a:extLst>
          </p:cNvPr>
          <p:cNvSpPr/>
          <p:nvPr/>
        </p:nvSpPr>
        <p:spPr>
          <a:xfrm>
            <a:off x="4962900" y="3660361"/>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Geography grade</a:t>
            </a:r>
          </a:p>
        </p:txBody>
      </p:sp>
      <p:sp>
        <p:nvSpPr>
          <p:cNvPr id="28" name="Oval 27">
            <a:extLst>
              <a:ext uri="{FF2B5EF4-FFF2-40B4-BE49-F238E27FC236}">
                <a16:creationId xmlns:a16="http://schemas.microsoft.com/office/drawing/2014/main" id="{5CB98103-3F03-D817-1AD1-55EFF5685B8F}"/>
              </a:ext>
            </a:extLst>
          </p:cNvPr>
          <p:cNvSpPr/>
          <p:nvPr/>
        </p:nvSpPr>
        <p:spPr>
          <a:xfrm>
            <a:off x="4962900" y="2876420"/>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t>Spelling</a:t>
            </a:r>
            <a:r>
              <a:rPr lang="en-US" dirty="0"/>
              <a:t> grade</a:t>
            </a:r>
          </a:p>
        </p:txBody>
      </p:sp>
      <p:sp>
        <p:nvSpPr>
          <p:cNvPr id="29" name="Oval 28">
            <a:extLst>
              <a:ext uri="{FF2B5EF4-FFF2-40B4-BE49-F238E27FC236}">
                <a16:creationId xmlns:a16="http://schemas.microsoft.com/office/drawing/2014/main" id="{E69B1CB5-3F3C-883E-59A7-5393EC6398F9}"/>
              </a:ext>
            </a:extLst>
          </p:cNvPr>
          <p:cNvSpPr/>
          <p:nvPr/>
        </p:nvSpPr>
        <p:spPr>
          <a:xfrm>
            <a:off x="4962900" y="2094161"/>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Gym grade</a:t>
            </a:r>
          </a:p>
        </p:txBody>
      </p:sp>
      <p:sp>
        <p:nvSpPr>
          <p:cNvPr id="30" name="Oval 29">
            <a:extLst>
              <a:ext uri="{FF2B5EF4-FFF2-40B4-BE49-F238E27FC236}">
                <a16:creationId xmlns:a16="http://schemas.microsoft.com/office/drawing/2014/main" id="{508114CB-463B-67F1-F54B-2841F9865704}"/>
              </a:ext>
            </a:extLst>
          </p:cNvPr>
          <p:cNvSpPr/>
          <p:nvPr/>
        </p:nvSpPr>
        <p:spPr>
          <a:xfrm>
            <a:off x="4962900" y="1305677"/>
            <a:ext cx="1852582"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Art grade</a:t>
            </a:r>
          </a:p>
        </p:txBody>
      </p:sp>
      <p:cxnSp>
        <p:nvCxnSpPr>
          <p:cNvPr id="31" name="Straight Connector 30">
            <a:extLst>
              <a:ext uri="{FF2B5EF4-FFF2-40B4-BE49-F238E27FC236}">
                <a16:creationId xmlns:a16="http://schemas.microsoft.com/office/drawing/2014/main" id="{CABCA21B-98E0-777D-5CEB-64E20C50597D}"/>
              </a:ext>
            </a:extLst>
          </p:cNvPr>
          <p:cNvCxnSpPr>
            <a:cxnSpLocks/>
            <a:stCxn id="27" idx="6"/>
            <a:endCxn id="22" idx="1"/>
          </p:cNvCxnSpPr>
          <p:nvPr/>
        </p:nvCxnSpPr>
        <p:spPr>
          <a:xfrm flipV="1">
            <a:off x="6815482" y="3576463"/>
            <a:ext cx="1700944" cy="402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7CA75C9-600D-059C-9AF9-17AA47B9D912}"/>
              </a:ext>
            </a:extLst>
          </p:cNvPr>
          <p:cNvCxnSpPr>
            <a:cxnSpLocks/>
            <a:stCxn id="28" idx="6"/>
            <a:endCxn id="22" idx="1"/>
          </p:cNvCxnSpPr>
          <p:nvPr/>
        </p:nvCxnSpPr>
        <p:spPr>
          <a:xfrm>
            <a:off x="6815482" y="3194919"/>
            <a:ext cx="1700944" cy="381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78D4F9F-9DE3-F987-7AC9-3F290F920500}"/>
              </a:ext>
            </a:extLst>
          </p:cNvPr>
          <p:cNvCxnSpPr>
            <a:cxnSpLocks/>
            <a:stCxn id="29" idx="6"/>
            <a:endCxn id="22" idx="1"/>
          </p:cNvCxnSpPr>
          <p:nvPr/>
        </p:nvCxnSpPr>
        <p:spPr>
          <a:xfrm>
            <a:off x="6815482" y="2412660"/>
            <a:ext cx="1700944" cy="1163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D8683C-A538-7C37-B2E0-522C15F02C39}"/>
              </a:ext>
            </a:extLst>
          </p:cNvPr>
          <p:cNvCxnSpPr>
            <a:cxnSpLocks/>
            <a:stCxn id="30" idx="6"/>
            <a:endCxn id="22" idx="1"/>
          </p:cNvCxnSpPr>
          <p:nvPr/>
        </p:nvCxnSpPr>
        <p:spPr>
          <a:xfrm>
            <a:off x="6815482" y="1624176"/>
            <a:ext cx="1700944" cy="195228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5" name="Table 46">
            <a:extLst>
              <a:ext uri="{FF2B5EF4-FFF2-40B4-BE49-F238E27FC236}">
                <a16:creationId xmlns:a16="http://schemas.microsoft.com/office/drawing/2014/main" id="{FA1859CD-0143-0B82-7603-17BDCED9E324}"/>
              </a:ext>
            </a:extLst>
          </p:cNvPr>
          <p:cNvGraphicFramePr>
            <a:graphicFrameLocks noGrp="1"/>
          </p:cNvGraphicFramePr>
          <p:nvPr>
            <p:extLst>
              <p:ext uri="{D42A27DB-BD31-4B8C-83A1-F6EECF244321}">
                <p14:modId xmlns:p14="http://schemas.microsoft.com/office/powerpoint/2010/main" val="1943374106"/>
              </p:ext>
            </p:extLst>
          </p:nvPr>
        </p:nvGraphicFramePr>
        <p:xfrm>
          <a:off x="7084153" y="1942674"/>
          <a:ext cx="1168323" cy="2909438"/>
        </p:xfrm>
        <a:graphic>
          <a:graphicData uri="http://schemas.openxmlformats.org/drawingml/2006/table">
            <a:tbl>
              <a:tblPr firstRow="1" bandRow="1">
                <a:tableStyleId>{7E9639D4-E3E2-4D34-9284-5A2195B3D0D7}</a:tableStyleId>
              </a:tblPr>
              <a:tblGrid>
                <a:gridCol w="1168323">
                  <a:extLst>
                    <a:ext uri="{9D8B030D-6E8A-4147-A177-3AD203B41FA5}">
                      <a16:colId xmlns:a16="http://schemas.microsoft.com/office/drawing/2014/main" val="285068427"/>
                    </a:ext>
                  </a:extLst>
                </a:gridCol>
              </a:tblGrid>
              <a:tr h="415634">
                <a:tc>
                  <a:txBody>
                    <a:bodyPr/>
                    <a:lstStyle/>
                    <a:p>
                      <a:pPr algn="ctr"/>
                      <a:r>
                        <a:rPr lang="en-CA" dirty="0"/>
                        <a:t>Weights</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65554484"/>
                  </a:ext>
                </a:extLst>
              </a:tr>
              <a:tr h="415634">
                <a:tc>
                  <a:txBody>
                    <a:bodyPr/>
                    <a:lstStyle/>
                    <a:p>
                      <a:pPr algn="ctr"/>
                      <a:r>
                        <a:rPr lang="en-CA" dirty="0"/>
                        <a:t>0</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704301229"/>
                  </a:ext>
                </a:extLst>
              </a:tr>
              <a:tr h="415634">
                <a:tc>
                  <a:txBody>
                    <a:bodyPr/>
                    <a:lstStyle/>
                    <a:p>
                      <a:pPr algn="ctr"/>
                      <a:r>
                        <a:rPr lang="en-CA" dirty="0"/>
                        <a:t>0</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910194396"/>
                  </a:ext>
                </a:extLst>
              </a:tr>
              <a:tr h="415634">
                <a:tc>
                  <a:txBody>
                    <a:bodyPr/>
                    <a:lstStyle/>
                    <a:p>
                      <a:pPr algn="ctr"/>
                      <a:r>
                        <a:rPr lang="en-CA" dirty="0"/>
                        <a:t>0</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4198979262"/>
                  </a:ext>
                </a:extLst>
              </a:tr>
              <a:tr h="415634">
                <a:tc>
                  <a:txBody>
                    <a:bodyPr/>
                    <a:lstStyle/>
                    <a:p>
                      <a:pPr algn="ctr"/>
                      <a:r>
                        <a:rPr lang="en-CA" dirty="0"/>
                        <a:t>0</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879668722"/>
                  </a:ext>
                </a:extLst>
              </a:tr>
              <a:tr h="415634">
                <a:tc>
                  <a:txBody>
                    <a:bodyPr/>
                    <a:lstStyle/>
                    <a:p>
                      <a:pPr algn="ctr"/>
                      <a:r>
                        <a:rPr lang="en-CA" dirty="0"/>
                        <a:t>3</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470181635"/>
                  </a:ext>
                </a:extLst>
              </a:tr>
              <a:tr h="415634">
                <a:tc>
                  <a:txBody>
                    <a:bodyPr/>
                    <a:lstStyle/>
                    <a:p>
                      <a:pPr algn="ctr"/>
                      <a:r>
                        <a:rPr lang="en-CA" dirty="0"/>
                        <a:t>3</a:t>
                      </a:r>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696604991"/>
                  </a:ext>
                </a:extLst>
              </a:tr>
            </a:tbl>
          </a:graphicData>
        </a:graphic>
      </p:graphicFrame>
      <mc:AlternateContent xmlns:mc="http://schemas.openxmlformats.org/markup-compatibility/2006" xmlns:a14="http://schemas.microsoft.com/office/drawing/2010/main">
        <mc:Choice Requires="a14">
          <p:graphicFrame>
            <p:nvGraphicFramePr>
              <p:cNvPr id="36" name="Table 41">
                <a:extLst>
                  <a:ext uri="{FF2B5EF4-FFF2-40B4-BE49-F238E27FC236}">
                    <a16:creationId xmlns:a16="http://schemas.microsoft.com/office/drawing/2014/main" id="{5DB69203-8957-6D6F-EBC4-622F74A2BCA8}"/>
                  </a:ext>
                </a:extLst>
              </p:cNvPr>
              <p:cNvGraphicFramePr>
                <a:graphicFrameLocks noGrp="1"/>
              </p:cNvGraphicFramePr>
              <p:nvPr>
                <p:extLst>
                  <p:ext uri="{D42A27DB-BD31-4B8C-83A1-F6EECF244321}">
                    <p14:modId xmlns:p14="http://schemas.microsoft.com/office/powerpoint/2010/main" val="3580416756"/>
                  </p:ext>
                </p:extLst>
              </p:nvPr>
            </p:nvGraphicFramePr>
            <p:xfrm>
              <a:off x="4482180" y="1172353"/>
              <a:ext cx="504166" cy="4796034"/>
            </p:xfrm>
            <a:graphic>
              <a:graphicData uri="http://schemas.openxmlformats.org/drawingml/2006/table">
                <a:tbl>
                  <a:tblPr>
                    <a:tableStyleId>{72833802-FEF1-4C79-8D5D-14CF1EAF98D9}</a:tableStyleId>
                  </a:tblPr>
                  <a:tblGrid>
                    <a:gridCol w="504166">
                      <a:extLst>
                        <a:ext uri="{9D8B030D-6E8A-4147-A177-3AD203B41FA5}">
                          <a16:colId xmlns:a16="http://schemas.microsoft.com/office/drawing/2014/main" val="2422308790"/>
                        </a:ext>
                      </a:extLst>
                    </a:gridCol>
                  </a:tblGrid>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oMath>
                            </m:oMathPara>
                          </a14:m>
                          <a:endParaRPr lang="en-CA" sz="2800"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292470125"/>
                      </a:ext>
                    </a:extLst>
                  </a:tr>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oMath>
                            </m:oMathPara>
                          </a14:m>
                          <a:endParaRPr lang="en-CA" sz="2800"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32760047"/>
                      </a:ext>
                    </a:extLst>
                  </a:tr>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sub>
                                </m:sSub>
                              </m:oMath>
                            </m:oMathPara>
                          </a14:m>
                          <a:endParaRPr lang="en-CA" sz="2800"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51274563"/>
                      </a:ext>
                    </a:extLst>
                  </a:tr>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m:t>
                                    </m:r>
                                  </m:sub>
                                </m:sSub>
                              </m:oMath>
                            </m:oMathPara>
                          </a14:m>
                          <a:endParaRPr lang="en-CA" sz="2800"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65543399"/>
                      </a:ext>
                    </a:extLst>
                  </a:tr>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sub>
                                </m:sSub>
                              </m:oMath>
                            </m:oMathPara>
                          </a14:m>
                          <a:endParaRPr lang="en-CA" sz="2800"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1304350"/>
                      </a:ext>
                    </a:extLst>
                  </a:tr>
                  <a:tr h="799339">
                    <a:tc>
                      <a:txBody>
                        <a:bodyPr/>
                        <a:lstStyle/>
                        <a:p>
                          <a:pPr algn="ctr"/>
                          <a14:m>
                            <m:oMathPara xmlns:m="http://schemas.openxmlformats.org/officeDocument/2006/math">
                              <m:oMathParaPr>
                                <m:jc m:val="centerGroup"/>
                              </m:oMathParaPr>
                              <m:oMath xmlns:m="http://schemas.openxmlformats.org/officeDocument/2006/math">
                                <m:sSub>
                                  <m:sSubPr>
                                    <m:ctrlP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CA"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CA"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sub>
                                </m:sSub>
                              </m:oMath>
                            </m:oMathPara>
                          </a14:m>
                          <a:endParaRPr lang="en-CA" sz="2800" dirty="0"/>
                        </a:p>
                      </a:txBody>
                      <a:tcPr anchor="ctr">
                        <a:lnL w="6350" cap="flat" cmpd="sng" algn="ctr">
                          <a:noFill/>
                          <a:prstDash val="solid"/>
                          <a:miter lim="800000"/>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05421312"/>
                      </a:ext>
                    </a:extLst>
                  </a:tr>
                </a:tbl>
              </a:graphicData>
            </a:graphic>
          </p:graphicFrame>
        </mc:Choice>
        <mc:Fallback xmlns="">
          <p:graphicFrame>
            <p:nvGraphicFramePr>
              <p:cNvPr id="36" name="Table 41">
                <a:extLst>
                  <a:ext uri="{FF2B5EF4-FFF2-40B4-BE49-F238E27FC236}">
                    <a16:creationId xmlns:a16="http://schemas.microsoft.com/office/drawing/2014/main" id="{5DB69203-8957-6D6F-EBC4-622F74A2BCA8}"/>
                  </a:ext>
                </a:extLst>
              </p:cNvPr>
              <p:cNvGraphicFramePr>
                <a:graphicFrameLocks noGrp="1"/>
              </p:cNvGraphicFramePr>
              <p:nvPr>
                <p:extLst>
                  <p:ext uri="{D42A27DB-BD31-4B8C-83A1-F6EECF244321}">
                    <p14:modId xmlns:p14="http://schemas.microsoft.com/office/powerpoint/2010/main" val="3580416756"/>
                  </p:ext>
                </p:extLst>
              </p:nvPr>
            </p:nvGraphicFramePr>
            <p:xfrm>
              <a:off x="4482180" y="1172353"/>
              <a:ext cx="504166" cy="4796034"/>
            </p:xfrm>
            <a:graphic>
              <a:graphicData uri="http://schemas.openxmlformats.org/drawingml/2006/table">
                <a:tbl>
                  <a:tblPr>
                    <a:tableStyleId>{72833802-FEF1-4C79-8D5D-14CF1EAF98D9}</a:tableStyleId>
                  </a:tblPr>
                  <a:tblGrid>
                    <a:gridCol w="504166">
                      <a:extLst>
                        <a:ext uri="{9D8B030D-6E8A-4147-A177-3AD203B41FA5}">
                          <a16:colId xmlns:a16="http://schemas.microsoft.com/office/drawing/2014/main" val="2422308790"/>
                        </a:ext>
                      </a:extLst>
                    </a:gridCol>
                  </a:tblGrid>
                  <a:tr h="799339">
                    <a:tc>
                      <a:txBody>
                        <a:bodyPr/>
                        <a:lstStyle/>
                        <a:p>
                          <a:endParaRPr lang="en-US"/>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blipFill>
                          <a:blip r:embed="rId10"/>
                          <a:stretch>
                            <a:fillRect b="-501527"/>
                          </a:stretch>
                        </a:blipFill>
                      </a:tcPr>
                    </a:tc>
                    <a:extLst>
                      <a:ext uri="{0D108BD9-81ED-4DB2-BD59-A6C34878D82A}">
                        <a16:rowId xmlns:a16="http://schemas.microsoft.com/office/drawing/2014/main" val="292470125"/>
                      </a:ext>
                    </a:extLst>
                  </a:tr>
                  <a:tr h="799339">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0"/>
                          <a:stretch>
                            <a:fillRect t="-99242" b="-397727"/>
                          </a:stretch>
                        </a:blipFill>
                      </a:tcPr>
                    </a:tc>
                    <a:extLst>
                      <a:ext uri="{0D108BD9-81ED-4DB2-BD59-A6C34878D82A}">
                        <a16:rowId xmlns:a16="http://schemas.microsoft.com/office/drawing/2014/main" val="3532760047"/>
                      </a:ext>
                    </a:extLst>
                  </a:tr>
                  <a:tr h="799339">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0"/>
                          <a:stretch>
                            <a:fillRect t="-200763" b="-300763"/>
                          </a:stretch>
                        </a:blipFill>
                      </a:tcPr>
                    </a:tc>
                    <a:extLst>
                      <a:ext uri="{0D108BD9-81ED-4DB2-BD59-A6C34878D82A}">
                        <a16:rowId xmlns:a16="http://schemas.microsoft.com/office/drawing/2014/main" val="3051274563"/>
                      </a:ext>
                    </a:extLst>
                  </a:tr>
                  <a:tr h="799339">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0"/>
                          <a:stretch>
                            <a:fillRect t="-300763" b="-200763"/>
                          </a:stretch>
                        </a:blipFill>
                      </a:tcPr>
                    </a:tc>
                    <a:extLst>
                      <a:ext uri="{0D108BD9-81ED-4DB2-BD59-A6C34878D82A}">
                        <a16:rowId xmlns:a16="http://schemas.microsoft.com/office/drawing/2014/main" val="665543399"/>
                      </a:ext>
                    </a:extLst>
                  </a:tr>
                  <a:tr h="799339">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0"/>
                          <a:stretch>
                            <a:fillRect t="-397727" b="-99242"/>
                          </a:stretch>
                        </a:blipFill>
                      </a:tcPr>
                    </a:tc>
                    <a:extLst>
                      <a:ext uri="{0D108BD9-81ED-4DB2-BD59-A6C34878D82A}">
                        <a16:rowId xmlns:a16="http://schemas.microsoft.com/office/drawing/2014/main" val="181304350"/>
                      </a:ext>
                    </a:extLst>
                  </a:tr>
                  <a:tr h="799339">
                    <a:tc>
                      <a:txBody>
                        <a:bodyPr/>
                        <a:lstStyle/>
                        <a:p>
                          <a:endParaRPr lang="en-US"/>
                        </a:p>
                      </a:txBody>
                      <a:tcPr anchor="ctr">
                        <a:lnL w="6350" cap="flat" cmpd="sng" algn="ctr">
                          <a:noFill/>
                          <a:prstDash val="solid"/>
                          <a:miter lim="800000"/>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blipFill>
                          <a:blip r:embed="rId10"/>
                          <a:stretch>
                            <a:fillRect t="-501527"/>
                          </a:stretch>
                        </a:blipFill>
                      </a:tcPr>
                    </a:tc>
                    <a:extLst>
                      <a:ext uri="{0D108BD9-81ED-4DB2-BD59-A6C34878D82A}">
                        <a16:rowId xmlns:a16="http://schemas.microsoft.com/office/drawing/2014/main" val="150542131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le 41">
                <a:extLst>
                  <a:ext uri="{FF2B5EF4-FFF2-40B4-BE49-F238E27FC236}">
                    <a16:creationId xmlns:a16="http://schemas.microsoft.com/office/drawing/2014/main" id="{E7193DF5-8D02-6F71-55BC-B6F73ACF382F}"/>
                  </a:ext>
                </a:extLst>
              </p:cNvPr>
              <p:cNvGraphicFramePr>
                <a:graphicFrameLocks noGrp="1"/>
              </p:cNvGraphicFramePr>
              <p:nvPr>
                <p:extLst>
                  <p:ext uri="{D42A27DB-BD31-4B8C-83A1-F6EECF244321}">
                    <p14:modId xmlns:p14="http://schemas.microsoft.com/office/powerpoint/2010/main" val="1770554874"/>
                  </p:ext>
                </p:extLst>
              </p:nvPr>
            </p:nvGraphicFramePr>
            <p:xfrm>
              <a:off x="7079576" y="2290128"/>
              <a:ext cx="504166" cy="2505420"/>
            </p:xfrm>
            <a:graphic>
              <a:graphicData uri="http://schemas.openxmlformats.org/drawingml/2006/table">
                <a:tbl>
                  <a:tblPr>
                    <a:tableStyleId>{72833802-FEF1-4C79-8D5D-14CF1EAF98D9}</a:tableStyleId>
                  </a:tblPr>
                  <a:tblGrid>
                    <a:gridCol w="504166">
                      <a:extLst>
                        <a:ext uri="{9D8B030D-6E8A-4147-A177-3AD203B41FA5}">
                          <a16:colId xmlns:a16="http://schemas.microsoft.com/office/drawing/2014/main" val="2422308790"/>
                        </a:ext>
                      </a:extLst>
                    </a:gridCol>
                  </a:tblGrid>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oMath>
                            </m:oMathPara>
                          </a14:m>
                          <a:endParaRPr lang="en-CA"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292470125"/>
                      </a:ext>
                    </a:extLst>
                  </a:tr>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oMath>
                            </m:oMathPara>
                          </a14:m>
                          <a:endParaRPr lang="en-CA"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32760047"/>
                      </a:ext>
                    </a:extLst>
                  </a:tr>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sub>
                                </m:sSub>
                              </m:oMath>
                            </m:oMathPara>
                          </a14:m>
                          <a:endParaRPr lang="en-CA"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51274563"/>
                      </a:ext>
                    </a:extLst>
                  </a:tr>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m:t>
                                    </m:r>
                                  </m:sub>
                                </m:sSub>
                              </m:oMath>
                            </m:oMathPara>
                          </a14:m>
                          <a:endParaRPr lang="en-CA"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65543399"/>
                      </a:ext>
                    </a:extLst>
                  </a:tr>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sub>
                                </m:sSub>
                              </m:oMath>
                            </m:oMathPara>
                          </a14:m>
                          <a:endParaRPr lang="en-CA" dirty="0"/>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1304350"/>
                      </a:ext>
                    </a:extLst>
                  </a:tr>
                  <a:tr h="417570">
                    <a:tc>
                      <a:txBody>
                        <a:bodyPr/>
                        <a:lstStyle/>
                        <a:p>
                          <a:pPr algn="ctr"/>
                          <a14:m>
                            <m:oMathPara xmlns:m="http://schemas.openxmlformats.org/officeDocument/2006/math">
                              <m:oMathParaPr>
                                <m:jc m:val="centerGroup"/>
                              </m:oMathParaPr>
                              <m:oMath xmlns:m="http://schemas.openxmlformats.org/officeDocument/2006/math">
                                <m:sSub>
                                  <m:sSubPr>
                                    <m:ctrlP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𝑚</m:t>
                                    </m:r>
                                  </m:e>
                                  <m:sub>
                                    <m:r>
                                      <a:rPr kumimoji="0" lang="en-CA"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sub>
                                </m:sSub>
                              </m:oMath>
                            </m:oMathPara>
                          </a14:m>
                          <a:endParaRPr lang="en-CA" dirty="0"/>
                        </a:p>
                      </a:txBody>
                      <a:tcPr anchor="ctr">
                        <a:lnL w="6350" cap="flat" cmpd="sng" algn="ctr">
                          <a:noFill/>
                          <a:prstDash val="solid"/>
                          <a:miter lim="800000"/>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05421312"/>
                      </a:ext>
                    </a:extLst>
                  </a:tr>
                </a:tbl>
              </a:graphicData>
            </a:graphic>
          </p:graphicFrame>
        </mc:Choice>
        <mc:Fallback xmlns="">
          <p:graphicFrame>
            <p:nvGraphicFramePr>
              <p:cNvPr id="37" name="Table 41">
                <a:extLst>
                  <a:ext uri="{FF2B5EF4-FFF2-40B4-BE49-F238E27FC236}">
                    <a16:creationId xmlns:a16="http://schemas.microsoft.com/office/drawing/2014/main" id="{E7193DF5-8D02-6F71-55BC-B6F73ACF382F}"/>
                  </a:ext>
                </a:extLst>
              </p:cNvPr>
              <p:cNvGraphicFramePr>
                <a:graphicFrameLocks noGrp="1"/>
              </p:cNvGraphicFramePr>
              <p:nvPr>
                <p:extLst>
                  <p:ext uri="{D42A27DB-BD31-4B8C-83A1-F6EECF244321}">
                    <p14:modId xmlns:p14="http://schemas.microsoft.com/office/powerpoint/2010/main" val="1770554874"/>
                  </p:ext>
                </p:extLst>
              </p:nvPr>
            </p:nvGraphicFramePr>
            <p:xfrm>
              <a:off x="7079576" y="2290128"/>
              <a:ext cx="504166" cy="2505420"/>
            </p:xfrm>
            <a:graphic>
              <a:graphicData uri="http://schemas.openxmlformats.org/drawingml/2006/table">
                <a:tbl>
                  <a:tblPr>
                    <a:tableStyleId>{72833802-FEF1-4C79-8D5D-14CF1EAF98D9}</a:tableStyleId>
                  </a:tblPr>
                  <a:tblGrid>
                    <a:gridCol w="504166">
                      <a:extLst>
                        <a:ext uri="{9D8B030D-6E8A-4147-A177-3AD203B41FA5}">
                          <a16:colId xmlns:a16="http://schemas.microsoft.com/office/drawing/2014/main" val="2422308790"/>
                        </a:ext>
                      </a:extLst>
                    </a:gridCol>
                  </a:tblGrid>
                  <a:tr h="417570">
                    <a:tc>
                      <a:txBody>
                        <a:bodyPr/>
                        <a:lstStyle/>
                        <a:p>
                          <a:endParaRPr lang="en-US"/>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blipFill>
                          <a:blip r:embed="rId11"/>
                          <a:stretch>
                            <a:fillRect b="-497101"/>
                          </a:stretch>
                        </a:blipFill>
                      </a:tcPr>
                    </a:tc>
                    <a:extLst>
                      <a:ext uri="{0D108BD9-81ED-4DB2-BD59-A6C34878D82A}">
                        <a16:rowId xmlns:a16="http://schemas.microsoft.com/office/drawing/2014/main" val="292470125"/>
                      </a:ext>
                    </a:extLst>
                  </a:tr>
                  <a:tr h="417570">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1"/>
                          <a:stretch>
                            <a:fillRect t="-101471" b="-404412"/>
                          </a:stretch>
                        </a:blipFill>
                      </a:tcPr>
                    </a:tc>
                    <a:extLst>
                      <a:ext uri="{0D108BD9-81ED-4DB2-BD59-A6C34878D82A}">
                        <a16:rowId xmlns:a16="http://schemas.microsoft.com/office/drawing/2014/main" val="3532760047"/>
                      </a:ext>
                    </a:extLst>
                  </a:tr>
                  <a:tr h="417570">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1"/>
                          <a:stretch>
                            <a:fillRect t="-198551" b="-298551"/>
                          </a:stretch>
                        </a:blipFill>
                      </a:tcPr>
                    </a:tc>
                    <a:extLst>
                      <a:ext uri="{0D108BD9-81ED-4DB2-BD59-A6C34878D82A}">
                        <a16:rowId xmlns:a16="http://schemas.microsoft.com/office/drawing/2014/main" val="3051274563"/>
                      </a:ext>
                    </a:extLst>
                  </a:tr>
                  <a:tr h="417570">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1"/>
                          <a:stretch>
                            <a:fillRect t="-298551" b="-198551"/>
                          </a:stretch>
                        </a:blipFill>
                      </a:tcPr>
                    </a:tc>
                    <a:extLst>
                      <a:ext uri="{0D108BD9-81ED-4DB2-BD59-A6C34878D82A}">
                        <a16:rowId xmlns:a16="http://schemas.microsoft.com/office/drawing/2014/main" val="665543399"/>
                      </a:ext>
                    </a:extLst>
                  </a:tr>
                  <a:tr h="417570">
                    <a:tc>
                      <a:txBody>
                        <a:bodyPr/>
                        <a:lstStyle/>
                        <a:p>
                          <a:endParaRPr lang="en-US"/>
                        </a:p>
                      </a:txBody>
                      <a:tcPr anchor="ctr">
                        <a:lnL w="6350" cap="flat" cmpd="sng" algn="ctr">
                          <a:noFill/>
                          <a:prstDash val="solid"/>
                          <a:miter lim="800000"/>
                        </a:lnL>
                        <a:lnR w="6350" cap="flat" cmpd="sng" algn="ctr">
                          <a:noFill/>
                          <a:prstDash val="solid"/>
                          <a:miter lim="800000"/>
                        </a:lnR>
                        <a:lnT>
                          <a:noFill/>
                        </a:lnT>
                        <a:lnB>
                          <a:noFill/>
                        </a:lnB>
                        <a:lnTlToBr w="12700" cmpd="sng">
                          <a:noFill/>
                          <a:prstDash val="solid"/>
                        </a:lnTlToBr>
                        <a:lnBlToTr w="12700" cmpd="sng">
                          <a:noFill/>
                          <a:prstDash val="solid"/>
                        </a:lnBlToTr>
                        <a:blipFill>
                          <a:blip r:embed="rId11"/>
                          <a:stretch>
                            <a:fillRect t="-404412" b="-101471"/>
                          </a:stretch>
                        </a:blipFill>
                      </a:tcPr>
                    </a:tc>
                    <a:extLst>
                      <a:ext uri="{0D108BD9-81ED-4DB2-BD59-A6C34878D82A}">
                        <a16:rowId xmlns:a16="http://schemas.microsoft.com/office/drawing/2014/main" val="181304350"/>
                      </a:ext>
                    </a:extLst>
                  </a:tr>
                  <a:tr h="417570">
                    <a:tc>
                      <a:txBody>
                        <a:bodyPr/>
                        <a:lstStyle/>
                        <a:p>
                          <a:endParaRPr lang="en-US"/>
                        </a:p>
                      </a:txBody>
                      <a:tcPr anchor="ctr">
                        <a:lnL w="6350" cap="flat" cmpd="sng" algn="ctr">
                          <a:noFill/>
                          <a:prstDash val="solid"/>
                          <a:miter lim="800000"/>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blipFill>
                          <a:blip r:embed="rId11"/>
                          <a:stretch>
                            <a:fillRect t="-497101"/>
                          </a:stretch>
                        </a:blipFill>
                      </a:tcPr>
                    </a:tc>
                    <a:extLst>
                      <a:ext uri="{0D108BD9-81ED-4DB2-BD59-A6C34878D82A}">
                        <a16:rowId xmlns:a16="http://schemas.microsoft.com/office/drawing/2014/main" val="1505421312"/>
                      </a:ext>
                    </a:extLst>
                  </a:tr>
                </a:tbl>
              </a:graphicData>
            </a:graphic>
          </p:graphicFrame>
        </mc:Fallback>
      </mc:AlternateContent>
      <p:sp>
        <p:nvSpPr>
          <p:cNvPr id="47" name="Arrow: Right 46">
            <a:extLst>
              <a:ext uri="{FF2B5EF4-FFF2-40B4-BE49-F238E27FC236}">
                <a16:creationId xmlns:a16="http://schemas.microsoft.com/office/drawing/2014/main" id="{244B404A-22DE-ADBF-9DD4-CF108A8A33B2}"/>
              </a:ext>
            </a:extLst>
          </p:cNvPr>
          <p:cNvSpPr/>
          <p:nvPr/>
        </p:nvSpPr>
        <p:spPr>
          <a:xfrm>
            <a:off x="3704736" y="1811190"/>
            <a:ext cx="612454" cy="2928184"/>
          </a:xfrm>
          <a:prstGeom prst="rightArrow">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186D17F-55BE-F5EB-AD3C-6A2522B4875D}"/>
                  </a:ext>
                </a:extLst>
              </p:cNvPr>
              <p:cNvSpPr txBox="1"/>
              <p:nvPr/>
            </p:nvSpPr>
            <p:spPr>
              <a:xfrm>
                <a:off x="10739432" y="2789420"/>
                <a:ext cx="2850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800" b="0" i="1" smtClean="0">
                          <a:latin typeface="Cambria Math" panose="02040503050406030204" pitchFamily="18" charset="0"/>
                        </a:rPr>
                        <m:t>𝑦</m:t>
                      </m:r>
                    </m:oMath>
                  </m:oMathPara>
                </a14:m>
                <a:endParaRPr lang="en-CA" sz="2800" dirty="0"/>
              </a:p>
            </p:txBody>
          </p:sp>
        </mc:Choice>
        <mc:Fallback xmlns="">
          <p:sp>
            <p:nvSpPr>
              <p:cNvPr id="50" name="TextBox 49">
                <a:extLst>
                  <a:ext uri="{FF2B5EF4-FFF2-40B4-BE49-F238E27FC236}">
                    <a16:creationId xmlns:a16="http://schemas.microsoft.com/office/drawing/2014/main" id="{8186D17F-55BE-F5EB-AD3C-6A2522B4875D}"/>
                  </a:ext>
                </a:extLst>
              </p:cNvPr>
              <p:cNvSpPr txBox="1">
                <a:spLocks noRot="1" noChangeAspect="1" noMove="1" noResize="1" noEditPoints="1" noAdjustHandles="1" noChangeArrowheads="1" noChangeShapeType="1" noTextEdit="1"/>
              </p:cNvSpPr>
              <p:nvPr/>
            </p:nvSpPr>
            <p:spPr>
              <a:xfrm>
                <a:off x="10739432" y="2789420"/>
                <a:ext cx="285078" cy="430887"/>
              </a:xfrm>
              <a:prstGeom prst="rect">
                <a:avLst/>
              </a:prstGeom>
              <a:blipFill>
                <a:blip r:embed="rId1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45756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6" grpId="0"/>
      <p:bldP spid="27" grpId="0" animBg="1"/>
      <p:bldP spid="28" grpId="0" animBg="1"/>
      <p:bldP spid="29" grpId="0" animBg="1"/>
      <p:bldP spid="30" grpId="0" animBg="1"/>
      <p:bldP spid="47" grpId="0" animBg="1"/>
      <p:bldP spid="5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D484B-94B3-4CF7-41BC-088BE5B65104}"/>
              </a:ext>
            </a:extLst>
          </p:cNvPr>
          <p:cNvSpPr>
            <a:spLocks noGrp="1"/>
          </p:cNvSpPr>
          <p:nvPr>
            <p:ph type="title"/>
          </p:nvPr>
        </p:nvSpPr>
        <p:spPr/>
        <p:txBody>
          <a:bodyPr/>
          <a:lstStyle/>
          <a:p>
            <a:r>
              <a:rPr lang="en-CA" dirty="0"/>
              <a:t>A “Deep” Neural Network with 2 layers and 10 neurons</a:t>
            </a:r>
          </a:p>
        </p:txBody>
      </p:sp>
      <p:cxnSp>
        <p:nvCxnSpPr>
          <p:cNvPr id="5" name="Straight Connector 4">
            <a:extLst>
              <a:ext uri="{FF2B5EF4-FFF2-40B4-BE49-F238E27FC236}">
                <a16:creationId xmlns:a16="http://schemas.microsoft.com/office/drawing/2014/main" id="{4353CEDB-F195-FDAF-95F2-5FC8C1707183}"/>
              </a:ext>
            </a:extLst>
          </p:cNvPr>
          <p:cNvCxnSpPr>
            <a:stCxn id="60" idx="6"/>
            <a:endCxn id="49" idx="2"/>
          </p:cNvCxnSpPr>
          <p:nvPr/>
        </p:nvCxnSpPr>
        <p:spPr>
          <a:xfrm>
            <a:off x="3678163" y="1935229"/>
            <a:ext cx="970906" cy="626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6EF23F6-1101-5CCC-4DAA-C092BDED9729}"/>
              </a:ext>
            </a:extLst>
          </p:cNvPr>
          <p:cNvCxnSpPr>
            <a:cxnSpLocks/>
            <a:stCxn id="60" idx="6"/>
            <a:endCxn id="50" idx="2"/>
          </p:cNvCxnSpPr>
          <p:nvPr/>
        </p:nvCxnSpPr>
        <p:spPr>
          <a:xfrm>
            <a:off x="3678163" y="1935229"/>
            <a:ext cx="970906" cy="1444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6CCCA08-05C2-388B-7B71-982042927635}"/>
              </a:ext>
            </a:extLst>
          </p:cNvPr>
          <p:cNvCxnSpPr>
            <a:cxnSpLocks/>
            <a:stCxn id="60" idx="6"/>
          </p:cNvCxnSpPr>
          <p:nvPr/>
        </p:nvCxnSpPr>
        <p:spPr>
          <a:xfrm>
            <a:off x="3678163" y="1935229"/>
            <a:ext cx="1012002" cy="2276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AFD2CA-E5E1-669E-A3BB-686B8D374050}"/>
              </a:ext>
            </a:extLst>
          </p:cNvPr>
          <p:cNvCxnSpPr>
            <a:cxnSpLocks/>
            <a:stCxn id="60" idx="6"/>
          </p:cNvCxnSpPr>
          <p:nvPr/>
        </p:nvCxnSpPr>
        <p:spPr>
          <a:xfrm>
            <a:off x="3678163" y="1935229"/>
            <a:ext cx="1043250" cy="3125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207F87C-BA1C-5D93-3B1F-63763FE1DF82}"/>
              </a:ext>
            </a:extLst>
          </p:cNvPr>
          <p:cNvCxnSpPr>
            <a:cxnSpLocks/>
            <a:stCxn id="60" idx="6"/>
          </p:cNvCxnSpPr>
          <p:nvPr/>
        </p:nvCxnSpPr>
        <p:spPr>
          <a:xfrm>
            <a:off x="3678163" y="1935229"/>
            <a:ext cx="1021559" cy="37840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81EBCEC-73F7-98EA-1FA5-0E74F9AE4C85}"/>
              </a:ext>
            </a:extLst>
          </p:cNvPr>
          <p:cNvCxnSpPr>
            <a:cxnSpLocks/>
            <a:stCxn id="65" idx="6"/>
          </p:cNvCxnSpPr>
          <p:nvPr/>
        </p:nvCxnSpPr>
        <p:spPr>
          <a:xfrm flipV="1">
            <a:off x="3678163" y="5776679"/>
            <a:ext cx="1022915" cy="375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0EBED7-A9C8-B03A-4776-2BA82E9766EB}"/>
              </a:ext>
            </a:extLst>
          </p:cNvPr>
          <p:cNvCxnSpPr>
            <a:cxnSpLocks/>
          </p:cNvCxnSpPr>
          <p:nvPr/>
        </p:nvCxnSpPr>
        <p:spPr>
          <a:xfrm flipV="1">
            <a:off x="3666891" y="4934654"/>
            <a:ext cx="1022915" cy="375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F55B84-93BB-67DF-D9D9-46DC7EE6793C}"/>
              </a:ext>
            </a:extLst>
          </p:cNvPr>
          <p:cNvCxnSpPr>
            <a:cxnSpLocks/>
          </p:cNvCxnSpPr>
          <p:nvPr/>
        </p:nvCxnSpPr>
        <p:spPr>
          <a:xfrm flipV="1">
            <a:off x="3646556" y="4132920"/>
            <a:ext cx="1022915" cy="375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A924BD3-6D87-78D3-E74B-06A57523C5DE}"/>
              </a:ext>
            </a:extLst>
          </p:cNvPr>
          <p:cNvCxnSpPr>
            <a:cxnSpLocks/>
            <a:stCxn id="62" idx="6"/>
          </p:cNvCxnSpPr>
          <p:nvPr/>
        </p:nvCxnSpPr>
        <p:spPr>
          <a:xfrm flipV="1">
            <a:off x="3690432" y="3331186"/>
            <a:ext cx="1020135" cy="28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CF477A-D04B-9E57-1A57-07576E00026D}"/>
              </a:ext>
            </a:extLst>
          </p:cNvPr>
          <p:cNvCxnSpPr>
            <a:cxnSpLocks/>
          </p:cNvCxnSpPr>
          <p:nvPr/>
        </p:nvCxnSpPr>
        <p:spPr>
          <a:xfrm flipV="1">
            <a:off x="3635711" y="2457401"/>
            <a:ext cx="1022915" cy="375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D9E8A40-2489-FD2A-CC8B-722994F819BE}"/>
              </a:ext>
            </a:extLst>
          </p:cNvPr>
          <p:cNvCxnSpPr>
            <a:cxnSpLocks/>
            <a:stCxn id="64" idx="6"/>
            <a:endCxn id="53" idx="2"/>
          </p:cNvCxnSpPr>
          <p:nvPr/>
        </p:nvCxnSpPr>
        <p:spPr>
          <a:xfrm>
            <a:off x="3690432" y="5306953"/>
            <a:ext cx="958635" cy="5271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384973-329B-C44D-1258-0375BE56DF60}"/>
              </a:ext>
            </a:extLst>
          </p:cNvPr>
          <p:cNvCxnSpPr>
            <a:cxnSpLocks/>
            <a:endCxn id="53" idx="2"/>
          </p:cNvCxnSpPr>
          <p:nvPr/>
        </p:nvCxnSpPr>
        <p:spPr>
          <a:xfrm>
            <a:off x="3543453" y="4392892"/>
            <a:ext cx="1105614" cy="14412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7ED6B6-B8AD-FD02-694C-C19C12CB89A3}"/>
              </a:ext>
            </a:extLst>
          </p:cNvPr>
          <p:cNvCxnSpPr>
            <a:cxnSpLocks/>
            <a:endCxn id="53" idx="2"/>
          </p:cNvCxnSpPr>
          <p:nvPr/>
        </p:nvCxnSpPr>
        <p:spPr>
          <a:xfrm>
            <a:off x="3432291" y="3425940"/>
            <a:ext cx="1216776" cy="24081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AF80AC1-B914-1BB1-4396-D72B3B0B4BF4}"/>
              </a:ext>
            </a:extLst>
          </p:cNvPr>
          <p:cNvCxnSpPr>
            <a:cxnSpLocks/>
            <a:endCxn id="53" idx="2"/>
          </p:cNvCxnSpPr>
          <p:nvPr/>
        </p:nvCxnSpPr>
        <p:spPr>
          <a:xfrm>
            <a:off x="3543453" y="2776111"/>
            <a:ext cx="1105614" cy="3058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6CC9EF7-731D-B354-4558-5770C57B73FB}"/>
              </a:ext>
            </a:extLst>
          </p:cNvPr>
          <p:cNvCxnSpPr>
            <a:cxnSpLocks/>
          </p:cNvCxnSpPr>
          <p:nvPr/>
        </p:nvCxnSpPr>
        <p:spPr>
          <a:xfrm flipV="1">
            <a:off x="3519063" y="5068817"/>
            <a:ext cx="1288747" cy="10186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8B2B44E-83E2-6761-AA51-7CDC74394B9D}"/>
              </a:ext>
            </a:extLst>
          </p:cNvPr>
          <p:cNvCxnSpPr>
            <a:cxnSpLocks/>
          </p:cNvCxnSpPr>
          <p:nvPr/>
        </p:nvCxnSpPr>
        <p:spPr>
          <a:xfrm flipV="1">
            <a:off x="3564906" y="4237008"/>
            <a:ext cx="1204316" cy="18057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AC6E565-33B7-AB09-F468-1828054349B7}"/>
              </a:ext>
            </a:extLst>
          </p:cNvPr>
          <p:cNvCxnSpPr>
            <a:cxnSpLocks/>
            <a:stCxn id="65" idx="7"/>
          </p:cNvCxnSpPr>
          <p:nvPr/>
        </p:nvCxnSpPr>
        <p:spPr>
          <a:xfrm flipV="1">
            <a:off x="3584877" y="3486965"/>
            <a:ext cx="1297602" cy="2440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56116A-CB52-8C5C-C5C4-3FA24B5B5C79}"/>
              </a:ext>
            </a:extLst>
          </p:cNvPr>
          <p:cNvCxnSpPr>
            <a:cxnSpLocks/>
          </p:cNvCxnSpPr>
          <p:nvPr/>
        </p:nvCxnSpPr>
        <p:spPr>
          <a:xfrm flipV="1">
            <a:off x="3529182" y="2653437"/>
            <a:ext cx="1268766" cy="3408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EBE3F84-EE44-2D14-6F95-D2D81CD9C4E3}"/>
              </a:ext>
            </a:extLst>
          </p:cNvPr>
          <p:cNvCxnSpPr>
            <a:cxnSpLocks/>
            <a:endCxn id="58" idx="2"/>
          </p:cNvCxnSpPr>
          <p:nvPr/>
        </p:nvCxnSpPr>
        <p:spPr>
          <a:xfrm flipV="1">
            <a:off x="5247477" y="5834112"/>
            <a:ext cx="952988" cy="57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7A22C93-90ED-50A5-C9C1-489A178D88A8}"/>
              </a:ext>
            </a:extLst>
          </p:cNvPr>
          <p:cNvCxnSpPr>
            <a:cxnSpLocks/>
          </p:cNvCxnSpPr>
          <p:nvPr/>
        </p:nvCxnSpPr>
        <p:spPr>
          <a:xfrm flipV="1">
            <a:off x="5247477" y="4919079"/>
            <a:ext cx="952988" cy="57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D81229-E8B8-1433-7BAC-89918D287A47}"/>
              </a:ext>
            </a:extLst>
          </p:cNvPr>
          <p:cNvCxnSpPr>
            <a:cxnSpLocks/>
          </p:cNvCxnSpPr>
          <p:nvPr/>
        </p:nvCxnSpPr>
        <p:spPr>
          <a:xfrm flipV="1">
            <a:off x="5247477" y="4209873"/>
            <a:ext cx="952988" cy="57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9C249B6-F3D9-D041-C30A-2726FDE6707B}"/>
              </a:ext>
            </a:extLst>
          </p:cNvPr>
          <p:cNvCxnSpPr>
            <a:cxnSpLocks/>
            <a:stCxn id="50" idx="6"/>
          </p:cNvCxnSpPr>
          <p:nvPr/>
        </p:nvCxnSpPr>
        <p:spPr>
          <a:xfrm flipV="1">
            <a:off x="5286066" y="3336460"/>
            <a:ext cx="1007641" cy="43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5FF866-057B-7F81-EFBD-2F8AC6F073A1}"/>
              </a:ext>
            </a:extLst>
          </p:cNvPr>
          <p:cNvCxnSpPr>
            <a:cxnSpLocks/>
            <a:endCxn id="54" idx="2"/>
          </p:cNvCxnSpPr>
          <p:nvPr/>
        </p:nvCxnSpPr>
        <p:spPr>
          <a:xfrm>
            <a:off x="5215825" y="2561951"/>
            <a:ext cx="98464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E85E8F3-9CCF-8659-95E3-E494A749FC1F}"/>
              </a:ext>
            </a:extLst>
          </p:cNvPr>
          <p:cNvCxnSpPr>
            <a:cxnSpLocks/>
          </p:cNvCxnSpPr>
          <p:nvPr/>
        </p:nvCxnSpPr>
        <p:spPr>
          <a:xfrm>
            <a:off x="5091595" y="5090294"/>
            <a:ext cx="1108872" cy="628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FF24100-C4D6-751D-3DC2-791988091B21}"/>
              </a:ext>
            </a:extLst>
          </p:cNvPr>
          <p:cNvCxnSpPr>
            <a:cxnSpLocks/>
          </p:cNvCxnSpPr>
          <p:nvPr/>
        </p:nvCxnSpPr>
        <p:spPr>
          <a:xfrm>
            <a:off x="5163716" y="4227281"/>
            <a:ext cx="1108872" cy="628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7EFE5D7-D3D5-0520-4FDC-5644DB925BF7}"/>
              </a:ext>
            </a:extLst>
          </p:cNvPr>
          <p:cNvCxnSpPr>
            <a:cxnSpLocks/>
          </p:cNvCxnSpPr>
          <p:nvPr/>
        </p:nvCxnSpPr>
        <p:spPr>
          <a:xfrm>
            <a:off x="5214517" y="3467988"/>
            <a:ext cx="1108872" cy="628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530B30-D5DF-6EE5-5DEE-FCD4E412F032}"/>
              </a:ext>
            </a:extLst>
          </p:cNvPr>
          <p:cNvCxnSpPr>
            <a:cxnSpLocks/>
          </p:cNvCxnSpPr>
          <p:nvPr/>
        </p:nvCxnSpPr>
        <p:spPr>
          <a:xfrm>
            <a:off x="5255514" y="2696507"/>
            <a:ext cx="1108872" cy="628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6EACE64-5636-2407-7E37-AE85DF3AA313}"/>
              </a:ext>
            </a:extLst>
          </p:cNvPr>
          <p:cNvCxnSpPr>
            <a:cxnSpLocks/>
            <a:stCxn id="49" idx="6"/>
            <a:endCxn id="56" idx="2"/>
          </p:cNvCxnSpPr>
          <p:nvPr/>
        </p:nvCxnSpPr>
        <p:spPr>
          <a:xfrm>
            <a:off x="5286066" y="2561952"/>
            <a:ext cx="914400" cy="1636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9D53F9C-D663-30FC-C655-1C879B63E14F}"/>
              </a:ext>
            </a:extLst>
          </p:cNvPr>
          <p:cNvCxnSpPr>
            <a:cxnSpLocks/>
          </p:cNvCxnSpPr>
          <p:nvPr/>
        </p:nvCxnSpPr>
        <p:spPr>
          <a:xfrm>
            <a:off x="5279730" y="3340922"/>
            <a:ext cx="914400" cy="1636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37CAD9C-AB95-11AC-58BC-D098C9C1B56D}"/>
              </a:ext>
            </a:extLst>
          </p:cNvPr>
          <p:cNvCxnSpPr>
            <a:cxnSpLocks/>
          </p:cNvCxnSpPr>
          <p:nvPr/>
        </p:nvCxnSpPr>
        <p:spPr>
          <a:xfrm>
            <a:off x="5289592" y="4194048"/>
            <a:ext cx="914400" cy="1636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0B5C475-7729-FD81-C56B-8C0B9F427BC4}"/>
              </a:ext>
            </a:extLst>
          </p:cNvPr>
          <p:cNvCxnSpPr>
            <a:cxnSpLocks/>
            <a:stCxn id="53" idx="6"/>
            <a:endCxn id="57" idx="2"/>
          </p:cNvCxnSpPr>
          <p:nvPr/>
        </p:nvCxnSpPr>
        <p:spPr>
          <a:xfrm flipV="1">
            <a:off x="5286064" y="5016072"/>
            <a:ext cx="914402" cy="81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9E32625-61D6-EF6E-4960-A5C070DCD953}"/>
              </a:ext>
            </a:extLst>
          </p:cNvPr>
          <p:cNvCxnSpPr>
            <a:cxnSpLocks/>
          </p:cNvCxnSpPr>
          <p:nvPr/>
        </p:nvCxnSpPr>
        <p:spPr>
          <a:xfrm flipV="1">
            <a:off x="5267510" y="4160585"/>
            <a:ext cx="914402" cy="81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CF6D1BA-319C-6D0C-4B95-F2C48E266AEB}"/>
              </a:ext>
            </a:extLst>
          </p:cNvPr>
          <p:cNvCxnSpPr>
            <a:cxnSpLocks/>
          </p:cNvCxnSpPr>
          <p:nvPr/>
        </p:nvCxnSpPr>
        <p:spPr>
          <a:xfrm flipV="1">
            <a:off x="5276259" y="3369389"/>
            <a:ext cx="914402" cy="81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623876E-EB60-14B8-A012-53D3647849A7}"/>
              </a:ext>
            </a:extLst>
          </p:cNvPr>
          <p:cNvCxnSpPr>
            <a:cxnSpLocks/>
          </p:cNvCxnSpPr>
          <p:nvPr/>
        </p:nvCxnSpPr>
        <p:spPr>
          <a:xfrm flipV="1">
            <a:off x="5307176" y="2600649"/>
            <a:ext cx="914402" cy="81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C61A763-BE2E-0803-DC41-83C375A18F30}"/>
              </a:ext>
            </a:extLst>
          </p:cNvPr>
          <p:cNvCxnSpPr>
            <a:cxnSpLocks/>
            <a:endCxn id="59" idx="2"/>
          </p:cNvCxnSpPr>
          <p:nvPr/>
        </p:nvCxnSpPr>
        <p:spPr>
          <a:xfrm>
            <a:off x="6705590" y="2678234"/>
            <a:ext cx="900656" cy="1118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BE34091-B4BC-7FF0-EF53-44C0C575A6E1}"/>
              </a:ext>
            </a:extLst>
          </p:cNvPr>
          <p:cNvCxnSpPr>
            <a:cxnSpLocks/>
            <a:stCxn id="55" idx="6"/>
            <a:endCxn id="59" idx="2"/>
          </p:cNvCxnSpPr>
          <p:nvPr/>
        </p:nvCxnSpPr>
        <p:spPr>
          <a:xfrm>
            <a:off x="6837464" y="3379992"/>
            <a:ext cx="768782" cy="4167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91F6598-505C-12C8-BA25-C27F30D8ECA0}"/>
              </a:ext>
            </a:extLst>
          </p:cNvPr>
          <p:cNvCxnSpPr>
            <a:cxnSpLocks/>
          </p:cNvCxnSpPr>
          <p:nvPr/>
        </p:nvCxnSpPr>
        <p:spPr>
          <a:xfrm flipV="1">
            <a:off x="6730847" y="3823112"/>
            <a:ext cx="970789" cy="331049"/>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FE4F97-656D-D2EE-BA96-9A4F5EC7FCF5}"/>
              </a:ext>
            </a:extLst>
          </p:cNvPr>
          <p:cNvCxnSpPr>
            <a:cxnSpLocks/>
            <a:endCxn id="59" idx="3"/>
          </p:cNvCxnSpPr>
          <p:nvPr/>
        </p:nvCxnSpPr>
        <p:spPr>
          <a:xfrm flipV="1">
            <a:off x="6580522" y="4021926"/>
            <a:ext cx="1119010" cy="1796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C5C517E-5E02-3D07-86C9-71CB970D8A8C}"/>
              </a:ext>
            </a:extLst>
          </p:cNvPr>
          <p:cNvCxnSpPr>
            <a:cxnSpLocks/>
          </p:cNvCxnSpPr>
          <p:nvPr/>
        </p:nvCxnSpPr>
        <p:spPr>
          <a:xfrm flipV="1">
            <a:off x="6668972" y="3820640"/>
            <a:ext cx="1238150" cy="1153626"/>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AD7C7EC3-6CB4-8DC0-979A-E9F14865F944}"/>
              </a:ext>
            </a:extLst>
          </p:cNvPr>
          <p:cNvSpPr/>
          <p:nvPr/>
        </p:nvSpPr>
        <p:spPr>
          <a:xfrm>
            <a:off x="4649069" y="224345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BFE37C5-E880-AA77-E483-B48DDD5E7331}"/>
              </a:ext>
            </a:extLst>
          </p:cNvPr>
          <p:cNvSpPr/>
          <p:nvPr/>
        </p:nvSpPr>
        <p:spPr>
          <a:xfrm>
            <a:off x="4649069" y="306149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CEAD93F-EE72-A7B9-3DF7-A50A3AA79CE0}"/>
              </a:ext>
            </a:extLst>
          </p:cNvPr>
          <p:cNvSpPr/>
          <p:nvPr/>
        </p:nvSpPr>
        <p:spPr>
          <a:xfrm>
            <a:off x="4649068" y="387953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568329B-74E6-6C57-5F7C-530E2FECAC29}"/>
              </a:ext>
            </a:extLst>
          </p:cNvPr>
          <p:cNvSpPr/>
          <p:nvPr/>
        </p:nvSpPr>
        <p:spPr>
          <a:xfrm>
            <a:off x="4649068" y="469757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4CFD0C9-9C10-D11B-5CAC-D49E95FA7DE4}"/>
              </a:ext>
            </a:extLst>
          </p:cNvPr>
          <p:cNvSpPr/>
          <p:nvPr/>
        </p:nvSpPr>
        <p:spPr>
          <a:xfrm>
            <a:off x="4649067" y="551561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4870EC3-A898-9F31-C3FD-2B8D1AD5C6E0}"/>
              </a:ext>
            </a:extLst>
          </p:cNvPr>
          <p:cNvSpPr/>
          <p:nvPr/>
        </p:nvSpPr>
        <p:spPr>
          <a:xfrm>
            <a:off x="6200467" y="224345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0426BDE-47D2-E613-15ED-4A6B34B9AC98}"/>
              </a:ext>
            </a:extLst>
          </p:cNvPr>
          <p:cNvSpPr/>
          <p:nvPr/>
        </p:nvSpPr>
        <p:spPr>
          <a:xfrm>
            <a:off x="6200467" y="306149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5000F9D-AD96-0A7A-D053-4982FCDD1F00}"/>
              </a:ext>
            </a:extLst>
          </p:cNvPr>
          <p:cNvSpPr/>
          <p:nvPr/>
        </p:nvSpPr>
        <p:spPr>
          <a:xfrm>
            <a:off x="6200466" y="387953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97DF98E-A8D7-7F18-0538-576EC2819216}"/>
              </a:ext>
            </a:extLst>
          </p:cNvPr>
          <p:cNvSpPr/>
          <p:nvPr/>
        </p:nvSpPr>
        <p:spPr>
          <a:xfrm>
            <a:off x="6200466" y="469757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C8D7069-E75E-4AE6-30D8-C7CEDF1CC48B}"/>
              </a:ext>
            </a:extLst>
          </p:cNvPr>
          <p:cNvSpPr/>
          <p:nvPr/>
        </p:nvSpPr>
        <p:spPr>
          <a:xfrm>
            <a:off x="6200465" y="5515613"/>
            <a:ext cx="636997" cy="636997"/>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C27B7F5-2FF1-3A9B-479E-242523178DD5}"/>
              </a:ext>
            </a:extLst>
          </p:cNvPr>
          <p:cNvSpPr/>
          <p:nvPr/>
        </p:nvSpPr>
        <p:spPr>
          <a:xfrm>
            <a:off x="7606246" y="3478215"/>
            <a:ext cx="636997" cy="636997"/>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F35E932-66BE-788A-5303-58AE6DACE154}"/>
              </a:ext>
            </a:extLst>
          </p:cNvPr>
          <p:cNvSpPr/>
          <p:nvPr/>
        </p:nvSpPr>
        <p:spPr>
          <a:xfrm>
            <a:off x="3041166" y="1616730"/>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9572268-F43B-2151-7CA0-F8F520A49D61}"/>
              </a:ext>
            </a:extLst>
          </p:cNvPr>
          <p:cNvSpPr/>
          <p:nvPr/>
        </p:nvSpPr>
        <p:spPr>
          <a:xfrm>
            <a:off x="3041166" y="2459661"/>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C708CE2-7271-2796-D17F-6B73D980CAE3}"/>
              </a:ext>
            </a:extLst>
          </p:cNvPr>
          <p:cNvSpPr/>
          <p:nvPr/>
        </p:nvSpPr>
        <p:spPr>
          <a:xfrm>
            <a:off x="3053435" y="3302592"/>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CBE96AB6-6148-3018-33D9-EF22DD3ECA2C}"/>
              </a:ext>
            </a:extLst>
          </p:cNvPr>
          <p:cNvSpPr/>
          <p:nvPr/>
        </p:nvSpPr>
        <p:spPr>
          <a:xfrm>
            <a:off x="3053435" y="4145523"/>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47BC914-5197-9CBB-79CB-7BBEE8F460DE}"/>
              </a:ext>
            </a:extLst>
          </p:cNvPr>
          <p:cNvSpPr/>
          <p:nvPr/>
        </p:nvSpPr>
        <p:spPr>
          <a:xfrm>
            <a:off x="3053435" y="4988454"/>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DD79DF93-7ACA-34B8-3AC1-2B5007B4A0C2}"/>
              </a:ext>
            </a:extLst>
          </p:cNvPr>
          <p:cNvSpPr/>
          <p:nvPr/>
        </p:nvSpPr>
        <p:spPr>
          <a:xfrm>
            <a:off x="3041166" y="5834111"/>
            <a:ext cx="636997" cy="63699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42E2E4F7-89B4-FA8C-F742-00AB951D5BCD}"/>
              </a:ext>
            </a:extLst>
          </p:cNvPr>
          <p:cNvSpPr txBox="1"/>
          <p:nvPr/>
        </p:nvSpPr>
        <p:spPr>
          <a:xfrm>
            <a:off x="2894691" y="990890"/>
            <a:ext cx="915635" cy="538609"/>
          </a:xfrm>
          <a:prstGeom prst="rect">
            <a:avLst/>
          </a:prstGeom>
          <a:noFill/>
        </p:spPr>
        <p:txBody>
          <a:bodyPr wrap="none" rtlCol="0">
            <a:spAutoFit/>
          </a:bodyPr>
          <a:lstStyle/>
          <a:p>
            <a:pPr algn="ctr"/>
            <a:r>
              <a:rPr lang="en-US" dirty="0"/>
              <a:t>Inputs</a:t>
            </a:r>
          </a:p>
          <a:p>
            <a:pPr algn="ctr"/>
            <a:r>
              <a:rPr lang="en-US" sz="1100" i="1" dirty="0"/>
              <a:t>(e.g., pixels)</a:t>
            </a:r>
          </a:p>
        </p:txBody>
      </p:sp>
      <p:sp>
        <p:nvSpPr>
          <p:cNvPr id="68" name="TextBox 67">
            <a:extLst>
              <a:ext uri="{FF2B5EF4-FFF2-40B4-BE49-F238E27FC236}">
                <a16:creationId xmlns:a16="http://schemas.microsoft.com/office/drawing/2014/main" id="{F8035800-C5BA-64A9-FDFA-902EB9523679}"/>
              </a:ext>
            </a:extLst>
          </p:cNvPr>
          <p:cNvSpPr txBox="1"/>
          <p:nvPr/>
        </p:nvSpPr>
        <p:spPr>
          <a:xfrm>
            <a:off x="5074631" y="987597"/>
            <a:ext cx="1286634" cy="538609"/>
          </a:xfrm>
          <a:prstGeom prst="rect">
            <a:avLst/>
          </a:prstGeom>
          <a:noFill/>
        </p:spPr>
        <p:txBody>
          <a:bodyPr wrap="none" rtlCol="0">
            <a:spAutoFit/>
          </a:bodyPr>
          <a:lstStyle/>
          <a:p>
            <a:pPr algn="ctr"/>
            <a:r>
              <a:rPr lang="en-US" dirty="0"/>
              <a:t>Two Layers</a:t>
            </a:r>
          </a:p>
          <a:p>
            <a:pPr algn="ctr"/>
            <a:r>
              <a:rPr lang="en-US" sz="1100" i="1" dirty="0"/>
              <a:t>(10 neurons)</a:t>
            </a:r>
          </a:p>
        </p:txBody>
      </p:sp>
      <p:sp>
        <p:nvSpPr>
          <p:cNvPr id="69" name="TextBox 68">
            <a:extLst>
              <a:ext uri="{FF2B5EF4-FFF2-40B4-BE49-F238E27FC236}">
                <a16:creationId xmlns:a16="http://schemas.microsoft.com/office/drawing/2014/main" id="{E47D4978-C12D-EEA2-1FF4-1DAE4A0D0F73}"/>
              </a:ext>
            </a:extLst>
          </p:cNvPr>
          <p:cNvSpPr txBox="1"/>
          <p:nvPr/>
        </p:nvSpPr>
        <p:spPr>
          <a:xfrm>
            <a:off x="7237638" y="1017949"/>
            <a:ext cx="1462260" cy="538609"/>
          </a:xfrm>
          <a:prstGeom prst="rect">
            <a:avLst/>
          </a:prstGeom>
          <a:noFill/>
        </p:spPr>
        <p:txBody>
          <a:bodyPr wrap="none" rtlCol="0">
            <a:spAutoFit/>
          </a:bodyPr>
          <a:lstStyle/>
          <a:p>
            <a:pPr algn="ctr"/>
            <a:r>
              <a:rPr lang="en-US" dirty="0"/>
              <a:t>Outputs</a:t>
            </a:r>
          </a:p>
          <a:p>
            <a:pPr algn="ctr"/>
            <a:r>
              <a:rPr lang="en-US" sz="1100" i="1" dirty="0"/>
              <a:t>(e.g., label of animal)</a:t>
            </a:r>
          </a:p>
        </p:txBody>
      </p:sp>
      <p:sp>
        <p:nvSpPr>
          <p:cNvPr id="70" name="Right Brace 69">
            <a:extLst>
              <a:ext uri="{FF2B5EF4-FFF2-40B4-BE49-F238E27FC236}">
                <a16:creationId xmlns:a16="http://schemas.microsoft.com/office/drawing/2014/main" id="{6F6514AB-F6A0-3631-1E82-37F59AFB290C}"/>
              </a:ext>
            </a:extLst>
          </p:cNvPr>
          <p:cNvSpPr/>
          <p:nvPr/>
        </p:nvSpPr>
        <p:spPr>
          <a:xfrm rot="16200000">
            <a:off x="5590539" y="1163459"/>
            <a:ext cx="218383" cy="15795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 name="Group 2">
            <a:extLst>
              <a:ext uri="{FF2B5EF4-FFF2-40B4-BE49-F238E27FC236}">
                <a16:creationId xmlns:a16="http://schemas.microsoft.com/office/drawing/2014/main" id="{C7076011-F087-C2BC-64C4-96E0538B56FB}"/>
              </a:ext>
            </a:extLst>
          </p:cNvPr>
          <p:cNvGrpSpPr/>
          <p:nvPr/>
        </p:nvGrpSpPr>
        <p:grpSpPr>
          <a:xfrm>
            <a:off x="7470589" y="1700815"/>
            <a:ext cx="3582760" cy="1848047"/>
            <a:chOff x="7286346" y="3790207"/>
            <a:chExt cx="3582760" cy="1848047"/>
          </a:xfrm>
        </p:grpSpPr>
        <p:sp>
          <p:nvSpPr>
            <p:cNvPr id="4" name="Freeform: Shape 3">
              <a:extLst>
                <a:ext uri="{FF2B5EF4-FFF2-40B4-BE49-F238E27FC236}">
                  <a16:creationId xmlns:a16="http://schemas.microsoft.com/office/drawing/2014/main" id="{4DE19D26-320A-4C94-EA16-AFD0CFA88625}"/>
                </a:ext>
              </a:extLst>
            </p:cNvPr>
            <p:cNvSpPr/>
            <p:nvPr/>
          </p:nvSpPr>
          <p:spPr>
            <a:xfrm>
              <a:off x="7286346" y="3790207"/>
              <a:ext cx="3582760" cy="1848047"/>
            </a:xfrm>
            <a:custGeom>
              <a:avLst/>
              <a:gdLst>
                <a:gd name="csX0" fmla="*/ 957239 w 3582760"/>
                <a:gd name="csY0" fmla="*/ 1124895 h 1848047"/>
                <a:gd name="csX1" fmla="*/ 16 w 3582760"/>
                <a:gd name="csY1" fmla="*/ 827972 h 1848047"/>
                <a:gd name="csX2" fmla="*/ 932482 w 3582760"/>
                <a:gd name="csY2" fmla="*/ 723649 h 1848047"/>
                <a:gd name="csX3" fmla="*/ 1254306 w 3582760"/>
                <a:gd name="csY3" fmla="*/ 266227 h 1848047"/>
                <a:gd name="csX4" fmla="*/ 1625643 w 3582760"/>
                <a:gd name="csY4" fmla="*/ 57579 h 1848047"/>
                <a:gd name="csX5" fmla="*/ 2690139 w 3582760"/>
                <a:gd name="csY5" fmla="*/ 17454 h 1848047"/>
                <a:gd name="csX6" fmla="*/ 3391552 w 3582760"/>
                <a:gd name="csY6" fmla="*/ 306352 h 1848047"/>
                <a:gd name="csX7" fmla="*/ 3581346 w 3582760"/>
                <a:gd name="csY7" fmla="*/ 892172 h 1848047"/>
                <a:gd name="csX8" fmla="*/ 3325536 w 3582760"/>
                <a:gd name="csY8" fmla="*/ 1558242 h 1848047"/>
                <a:gd name="csX9" fmla="*/ 2186773 w 3582760"/>
                <a:gd name="csY9" fmla="*/ 1847140 h 1848047"/>
                <a:gd name="csX10" fmla="*/ 1213047 w 3582760"/>
                <a:gd name="csY10" fmla="*/ 1630466 h 1848047"/>
                <a:gd name="csX11" fmla="*/ 957239 w 3582760"/>
                <a:gd name="csY11" fmla="*/ 1124895 h 18480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2760" h="1848047" fill="none" extrusionOk="0">
                  <a:moveTo>
                    <a:pt x="957239" y="1124895"/>
                  </a:moveTo>
                  <a:cubicBezTo>
                    <a:pt x="758263" y="986956"/>
                    <a:pt x="-3841" y="907071"/>
                    <a:pt x="16" y="827972"/>
                  </a:cubicBezTo>
                  <a:cubicBezTo>
                    <a:pt x="-46273" y="744727"/>
                    <a:pt x="735169" y="853482"/>
                    <a:pt x="932482" y="723649"/>
                  </a:cubicBezTo>
                  <a:cubicBezTo>
                    <a:pt x="1128341" y="612859"/>
                    <a:pt x="1134751" y="353720"/>
                    <a:pt x="1254306" y="266227"/>
                  </a:cubicBezTo>
                  <a:cubicBezTo>
                    <a:pt x="1363258" y="147149"/>
                    <a:pt x="1385443" y="87689"/>
                    <a:pt x="1625643" y="57579"/>
                  </a:cubicBezTo>
                  <a:cubicBezTo>
                    <a:pt x="1829228" y="-43366"/>
                    <a:pt x="2359617" y="-2473"/>
                    <a:pt x="2690139" y="17454"/>
                  </a:cubicBezTo>
                  <a:cubicBezTo>
                    <a:pt x="2960449" y="55263"/>
                    <a:pt x="3211234" y="186068"/>
                    <a:pt x="3391552" y="306352"/>
                  </a:cubicBezTo>
                  <a:cubicBezTo>
                    <a:pt x="3544227" y="407716"/>
                    <a:pt x="3581164" y="641134"/>
                    <a:pt x="3581346" y="892172"/>
                  </a:cubicBezTo>
                  <a:cubicBezTo>
                    <a:pt x="3594773" y="1105621"/>
                    <a:pt x="3528271" y="1429386"/>
                    <a:pt x="3325536" y="1558242"/>
                  </a:cubicBezTo>
                  <a:cubicBezTo>
                    <a:pt x="3097342" y="1754900"/>
                    <a:pt x="2526131" y="1838394"/>
                    <a:pt x="2186773" y="1847140"/>
                  </a:cubicBezTo>
                  <a:cubicBezTo>
                    <a:pt x="1858617" y="1894470"/>
                    <a:pt x="1390872" y="1779402"/>
                    <a:pt x="1213047" y="1630466"/>
                  </a:cubicBezTo>
                  <a:cubicBezTo>
                    <a:pt x="1023420" y="1476355"/>
                    <a:pt x="1213683" y="1266449"/>
                    <a:pt x="957239" y="1124895"/>
                  </a:cubicBezTo>
                  <a:close/>
                </a:path>
                <a:path w="3582760" h="1848047" stroke="0" extrusionOk="0">
                  <a:moveTo>
                    <a:pt x="957239" y="1124895"/>
                  </a:moveTo>
                  <a:cubicBezTo>
                    <a:pt x="759778" y="992445"/>
                    <a:pt x="5895" y="908598"/>
                    <a:pt x="16" y="827972"/>
                  </a:cubicBezTo>
                  <a:cubicBezTo>
                    <a:pt x="-9903" y="773180"/>
                    <a:pt x="674137" y="817510"/>
                    <a:pt x="932482" y="723649"/>
                  </a:cubicBezTo>
                  <a:cubicBezTo>
                    <a:pt x="1139296" y="623437"/>
                    <a:pt x="1146060" y="368416"/>
                    <a:pt x="1254306" y="266227"/>
                  </a:cubicBezTo>
                  <a:cubicBezTo>
                    <a:pt x="1366145" y="161264"/>
                    <a:pt x="1392672" y="102693"/>
                    <a:pt x="1625643" y="57579"/>
                  </a:cubicBezTo>
                  <a:cubicBezTo>
                    <a:pt x="1924812" y="12347"/>
                    <a:pt x="2376885" y="393"/>
                    <a:pt x="2690139" y="17454"/>
                  </a:cubicBezTo>
                  <a:cubicBezTo>
                    <a:pt x="3028132" y="79382"/>
                    <a:pt x="3230435" y="194937"/>
                    <a:pt x="3391552" y="306352"/>
                  </a:cubicBezTo>
                  <a:cubicBezTo>
                    <a:pt x="3538516" y="428594"/>
                    <a:pt x="3611957" y="675403"/>
                    <a:pt x="3581346" y="892172"/>
                  </a:cubicBezTo>
                  <a:cubicBezTo>
                    <a:pt x="3559552" y="1095988"/>
                    <a:pt x="3518794" y="1440265"/>
                    <a:pt x="3325536" y="1558242"/>
                  </a:cubicBezTo>
                  <a:cubicBezTo>
                    <a:pt x="3136440" y="1725326"/>
                    <a:pt x="2456448" y="1836110"/>
                    <a:pt x="2186773" y="1847140"/>
                  </a:cubicBezTo>
                  <a:cubicBezTo>
                    <a:pt x="1840807" y="1859550"/>
                    <a:pt x="1405441" y="1760912"/>
                    <a:pt x="1213047" y="1630466"/>
                  </a:cubicBezTo>
                  <a:cubicBezTo>
                    <a:pt x="1022075" y="1549831"/>
                    <a:pt x="1168709" y="1258825"/>
                    <a:pt x="957239" y="1124895"/>
                  </a:cubicBezTo>
                  <a:close/>
                </a:path>
              </a:pathLst>
            </a:custGeom>
            <a:solidFill>
              <a:srgbClr val="C9C9C9"/>
            </a:solidFill>
            <a:ln w="38100">
              <a:solidFill>
                <a:schemeClr val="tx1">
                  <a:lumMod val="75000"/>
                  <a:lumOff val="25000"/>
                </a:schemeClr>
              </a:solidFill>
              <a:prstDash val="sysDash"/>
              <a:extLst>
                <a:ext uri="{C807C97D-BFC1-408E-A445-0C87EB9F89A2}">
                  <ask:lineSketchStyleProps xmlns:ask="http://schemas.microsoft.com/office/drawing/2018/sketchyshapes" sd="1086984844">
                    <a:custGeom>
                      <a:avLst/>
                      <a:gdLst>
                        <a:gd name="connsiteX0" fmla="*/ 1093529 w 4092867"/>
                        <a:gd name="connsiteY0" fmla="*/ 1321403 h 2170881"/>
                        <a:gd name="connsiteX1" fmla="*/ 19 w 4092867"/>
                        <a:gd name="connsiteY1" fmla="*/ 972611 h 2170881"/>
                        <a:gd name="connsiteX2" fmla="*/ 1065248 w 4092867"/>
                        <a:gd name="connsiteY2" fmla="*/ 850063 h 2170881"/>
                        <a:gd name="connsiteX3" fmla="*/ 1432893 w 4092867"/>
                        <a:gd name="connsiteY3" fmla="*/ 312735 h 2170881"/>
                        <a:gd name="connsiteX4" fmla="*/ 1857100 w 4092867"/>
                        <a:gd name="connsiteY4" fmla="*/ 67638 h 2170881"/>
                        <a:gd name="connsiteX5" fmla="*/ 3073157 w 4092867"/>
                        <a:gd name="connsiteY5" fmla="*/ 20504 h 2170881"/>
                        <a:gd name="connsiteX6" fmla="*/ 3874436 w 4092867"/>
                        <a:gd name="connsiteY6" fmla="*/ 359869 h 2170881"/>
                        <a:gd name="connsiteX7" fmla="*/ 4091252 w 4092867"/>
                        <a:gd name="connsiteY7" fmla="*/ 1048026 h 2170881"/>
                        <a:gd name="connsiteX8" fmla="*/ 3799021 w 4092867"/>
                        <a:gd name="connsiteY8" fmla="*/ 1830451 h 2170881"/>
                        <a:gd name="connsiteX9" fmla="*/ 2498122 w 4092867"/>
                        <a:gd name="connsiteY9" fmla="*/ 2169816 h 2170881"/>
                        <a:gd name="connsiteX10" fmla="*/ 1385759 w 4092867"/>
                        <a:gd name="connsiteY10" fmla="*/ 1915292 h 2170881"/>
                        <a:gd name="connsiteX11" fmla="*/ 1093529 w 4092867"/>
                        <a:gd name="connsiteY11" fmla="*/ 1321403 h 217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2867" h="2170881">
                          <a:moveTo>
                            <a:pt x="1093529" y="1321403"/>
                          </a:moveTo>
                          <a:cubicBezTo>
                            <a:pt x="862572" y="1164290"/>
                            <a:pt x="4733" y="1051168"/>
                            <a:pt x="19" y="972611"/>
                          </a:cubicBezTo>
                          <a:cubicBezTo>
                            <a:pt x="-4695" y="894054"/>
                            <a:pt x="826436" y="960042"/>
                            <a:pt x="1065248" y="850063"/>
                          </a:cubicBezTo>
                          <a:cubicBezTo>
                            <a:pt x="1304060" y="740084"/>
                            <a:pt x="1300918" y="443139"/>
                            <a:pt x="1432893" y="312735"/>
                          </a:cubicBezTo>
                          <a:cubicBezTo>
                            <a:pt x="1564868" y="182331"/>
                            <a:pt x="1583723" y="116343"/>
                            <a:pt x="1857100" y="67638"/>
                          </a:cubicBezTo>
                          <a:cubicBezTo>
                            <a:pt x="2130477" y="18933"/>
                            <a:pt x="2736934" y="-28201"/>
                            <a:pt x="3073157" y="20504"/>
                          </a:cubicBezTo>
                          <a:cubicBezTo>
                            <a:pt x="3409380" y="69209"/>
                            <a:pt x="3704754" y="188615"/>
                            <a:pt x="3874436" y="359869"/>
                          </a:cubicBezTo>
                          <a:cubicBezTo>
                            <a:pt x="4044118" y="531123"/>
                            <a:pt x="4103821" y="802929"/>
                            <a:pt x="4091252" y="1048026"/>
                          </a:cubicBezTo>
                          <a:cubicBezTo>
                            <a:pt x="4078683" y="1293123"/>
                            <a:pt x="4064543" y="1643486"/>
                            <a:pt x="3799021" y="1830451"/>
                          </a:cubicBezTo>
                          <a:cubicBezTo>
                            <a:pt x="3533499" y="2017416"/>
                            <a:pt x="2900332" y="2155676"/>
                            <a:pt x="2498122" y="2169816"/>
                          </a:cubicBezTo>
                          <a:cubicBezTo>
                            <a:pt x="2095912" y="2183956"/>
                            <a:pt x="1618287" y="2055123"/>
                            <a:pt x="1385759" y="1915292"/>
                          </a:cubicBezTo>
                          <a:cubicBezTo>
                            <a:pt x="1153231" y="1775461"/>
                            <a:pt x="1324486" y="1478516"/>
                            <a:pt x="1093529" y="1321403"/>
                          </a:cubicBezTo>
                          <a:close/>
                        </a:path>
                      </a:pathLst>
                    </a:custGeom>
                    <ask:type>
                      <ask:lineSketchFreehan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lumMod val="85000"/>
                    <a:lumOff val="15000"/>
                  </a:schemeClr>
                </a:solidFill>
              </a:endParaRPr>
            </a:p>
          </p:txBody>
        </p:sp>
        <p:sp>
          <p:nvSpPr>
            <p:cNvPr id="71" name="TextBox 70">
              <a:extLst>
                <a:ext uri="{FF2B5EF4-FFF2-40B4-BE49-F238E27FC236}">
                  <a16:creationId xmlns:a16="http://schemas.microsoft.com/office/drawing/2014/main" id="{E22F225B-B998-C5E8-AA96-80482F3160B2}"/>
                </a:ext>
              </a:extLst>
            </p:cNvPr>
            <p:cNvSpPr txBox="1"/>
            <p:nvPr/>
          </p:nvSpPr>
          <p:spPr>
            <a:xfrm>
              <a:off x="8512405" y="4393658"/>
              <a:ext cx="2224726" cy="646331"/>
            </a:xfrm>
            <a:prstGeom prst="rect">
              <a:avLst/>
            </a:prstGeom>
            <a:noFill/>
          </p:spPr>
          <p:txBody>
            <a:bodyPr wrap="square" rtlCol="0">
              <a:spAutoFit/>
            </a:bodyPr>
            <a:lstStyle/>
            <a:p>
              <a:pPr algn="ctr"/>
              <a:r>
                <a:rPr lang="en-US" dirty="0"/>
                <a:t>Each of these grey circles is a neuron</a:t>
              </a:r>
            </a:p>
          </p:txBody>
        </p:sp>
      </p:grpSp>
    </p:spTree>
    <p:extLst>
      <p:ext uri="{BB962C8B-B14F-4D97-AF65-F5344CB8AC3E}">
        <p14:creationId xmlns:p14="http://schemas.microsoft.com/office/powerpoint/2010/main" val="115075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DE08-6DE0-483D-0E14-C7506F4EB975}"/>
              </a:ext>
            </a:extLst>
          </p:cNvPr>
          <p:cNvSpPr>
            <a:spLocks noGrp="1"/>
          </p:cNvSpPr>
          <p:nvPr>
            <p:ph type="title"/>
          </p:nvPr>
        </p:nvSpPr>
        <p:spPr/>
        <p:txBody>
          <a:bodyPr/>
          <a:lstStyle/>
          <a:p>
            <a:r>
              <a:rPr lang="en-CA" dirty="0"/>
              <a:t>Ignoring Relative Location</a:t>
            </a:r>
          </a:p>
        </p:txBody>
      </p:sp>
      <p:sp>
        <p:nvSpPr>
          <p:cNvPr id="3" name="Text Placeholder 2">
            <a:extLst>
              <a:ext uri="{FF2B5EF4-FFF2-40B4-BE49-F238E27FC236}">
                <a16:creationId xmlns:a16="http://schemas.microsoft.com/office/drawing/2014/main" id="{BE021547-2389-658C-634A-2A47B640B1D8}"/>
              </a:ext>
            </a:extLst>
          </p:cNvPr>
          <p:cNvSpPr>
            <a:spLocks noGrp="1"/>
          </p:cNvSpPr>
          <p:nvPr>
            <p:ph type="body" sz="quarter" idx="10"/>
          </p:nvPr>
        </p:nvSpPr>
        <p:spPr/>
        <p:txBody>
          <a:bodyPr/>
          <a:lstStyle/>
          <a:p>
            <a:endParaRPr lang="en-CA"/>
          </a:p>
        </p:txBody>
      </p:sp>
      <p:graphicFrame>
        <p:nvGraphicFramePr>
          <p:cNvPr id="16" name="Table 15">
            <a:extLst>
              <a:ext uri="{FF2B5EF4-FFF2-40B4-BE49-F238E27FC236}">
                <a16:creationId xmlns:a16="http://schemas.microsoft.com/office/drawing/2014/main" id="{F1DD25CA-D262-B767-7934-8706BA84CE8E}"/>
              </a:ext>
            </a:extLst>
          </p:cNvPr>
          <p:cNvGraphicFramePr>
            <a:graphicFrameLocks noGrp="1"/>
          </p:cNvGraphicFramePr>
          <p:nvPr/>
        </p:nvGraphicFramePr>
        <p:xfrm>
          <a:off x="811294" y="1428646"/>
          <a:ext cx="2082800" cy="1586280"/>
        </p:xfrm>
        <a:graphic>
          <a:graphicData uri="http://schemas.openxmlformats.org/drawingml/2006/table">
            <a:tbl>
              <a:tblPr>
                <a:tableStyleId>{72833802-FEF1-4C79-8D5D-14CF1EAF98D9}</a:tableStyleId>
              </a:tblPr>
              <a:tblGrid>
                <a:gridCol w="208280">
                  <a:extLst>
                    <a:ext uri="{9D8B030D-6E8A-4147-A177-3AD203B41FA5}">
                      <a16:colId xmlns:a16="http://schemas.microsoft.com/office/drawing/2014/main" val="1089847132"/>
                    </a:ext>
                  </a:extLst>
                </a:gridCol>
                <a:gridCol w="208280">
                  <a:extLst>
                    <a:ext uri="{9D8B030D-6E8A-4147-A177-3AD203B41FA5}">
                      <a16:colId xmlns:a16="http://schemas.microsoft.com/office/drawing/2014/main" val="1254771043"/>
                    </a:ext>
                  </a:extLst>
                </a:gridCol>
                <a:gridCol w="208280">
                  <a:extLst>
                    <a:ext uri="{9D8B030D-6E8A-4147-A177-3AD203B41FA5}">
                      <a16:colId xmlns:a16="http://schemas.microsoft.com/office/drawing/2014/main" val="3651010983"/>
                    </a:ext>
                  </a:extLst>
                </a:gridCol>
                <a:gridCol w="208280">
                  <a:extLst>
                    <a:ext uri="{9D8B030D-6E8A-4147-A177-3AD203B41FA5}">
                      <a16:colId xmlns:a16="http://schemas.microsoft.com/office/drawing/2014/main" val="1585984732"/>
                    </a:ext>
                  </a:extLst>
                </a:gridCol>
                <a:gridCol w="208280">
                  <a:extLst>
                    <a:ext uri="{9D8B030D-6E8A-4147-A177-3AD203B41FA5}">
                      <a16:colId xmlns:a16="http://schemas.microsoft.com/office/drawing/2014/main" val="3849537110"/>
                    </a:ext>
                  </a:extLst>
                </a:gridCol>
                <a:gridCol w="208280">
                  <a:extLst>
                    <a:ext uri="{9D8B030D-6E8A-4147-A177-3AD203B41FA5}">
                      <a16:colId xmlns:a16="http://schemas.microsoft.com/office/drawing/2014/main" val="871798422"/>
                    </a:ext>
                  </a:extLst>
                </a:gridCol>
                <a:gridCol w="208280">
                  <a:extLst>
                    <a:ext uri="{9D8B030D-6E8A-4147-A177-3AD203B41FA5}">
                      <a16:colId xmlns:a16="http://schemas.microsoft.com/office/drawing/2014/main" val="474448344"/>
                    </a:ext>
                  </a:extLst>
                </a:gridCol>
                <a:gridCol w="208280">
                  <a:extLst>
                    <a:ext uri="{9D8B030D-6E8A-4147-A177-3AD203B41FA5}">
                      <a16:colId xmlns:a16="http://schemas.microsoft.com/office/drawing/2014/main" val="486364527"/>
                    </a:ext>
                  </a:extLst>
                </a:gridCol>
                <a:gridCol w="208280">
                  <a:extLst>
                    <a:ext uri="{9D8B030D-6E8A-4147-A177-3AD203B41FA5}">
                      <a16:colId xmlns:a16="http://schemas.microsoft.com/office/drawing/2014/main" val="14421719"/>
                    </a:ext>
                  </a:extLst>
                </a:gridCol>
                <a:gridCol w="208280">
                  <a:extLst>
                    <a:ext uri="{9D8B030D-6E8A-4147-A177-3AD203B41FA5}">
                      <a16:colId xmlns:a16="http://schemas.microsoft.com/office/drawing/2014/main" val="521235076"/>
                    </a:ext>
                  </a:extLst>
                </a:gridCol>
              </a:tblGrid>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396767"/>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568851"/>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20274"/>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72647"/>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51344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1206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013095"/>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5121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46289"/>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989073"/>
                  </a:ext>
                </a:extLst>
              </a:tr>
            </a:tbl>
          </a:graphicData>
        </a:graphic>
      </p:graphicFrame>
      <p:graphicFrame>
        <p:nvGraphicFramePr>
          <p:cNvPr id="17" name="Table 16">
            <a:extLst>
              <a:ext uri="{FF2B5EF4-FFF2-40B4-BE49-F238E27FC236}">
                <a16:creationId xmlns:a16="http://schemas.microsoft.com/office/drawing/2014/main" id="{940AF5A8-2F39-B6E2-9690-3FD0B6451AA3}"/>
              </a:ext>
            </a:extLst>
          </p:cNvPr>
          <p:cNvGraphicFramePr>
            <a:graphicFrameLocks noGrp="1"/>
          </p:cNvGraphicFramePr>
          <p:nvPr/>
        </p:nvGraphicFramePr>
        <p:xfrm>
          <a:off x="3724176" y="1433845"/>
          <a:ext cx="2082800" cy="1586280"/>
        </p:xfrm>
        <a:graphic>
          <a:graphicData uri="http://schemas.openxmlformats.org/drawingml/2006/table">
            <a:tbl>
              <a:tblPr>
                <a:tableStyleId>{72833802-FEF1-4C79-8D5D-14CF1EAF98D9}</a:tableStyleId>
              </a:tblPr>
              <a:tblGrid>
                <a:gridCol w="208280">
                  <a:extLst>
                    <a:ext uri="{9D8B030D-6E8A-4147-A177-3AD203B41FA5}">
                      <a16:colId xmlns:a16="http://schemas.microsoft.com/office/drawing/2014/main" val="1089847132"/>
                    </a:ext>
                  </a:extLst>
                </a:gridCol>
                <a:gridCol w="208280">
                  <a:extLst>
                    <a:ext uri="{9D8B030D-6E8A-4147-A177-3AD203B41FA5}">
                      <a16:colId xmlns:a16="http://schemas.microsoft.com/office/drawing/2014/main" val="1254771043"/>
                    </a:ext>
                  </a:extLst>
                </a:gridCol>
                <a:gridCol w="208280">
                  <a:extLst>
                    <a:ext uri="{9D8B030D-6E8A-4147-A177-3AD203B41FA5}">
                      <a16:colId xmlns:a16="http://schemas.microsoft.com/office/drawing/2014/main" val="3651010983"/>
                    </a:ext>
                  </a:extLst>
                </a:gridCol>
                <a:gridCol w="208280">
                  <a:extLst>
                    <a:ext uri="{9D8B030D-6E8A-4147-A177-3AD203B41FA5}">
                      <a16:colId xmlns:a16="http://schemas.microsoft.com/office/drawing/2014/main" val="1585984732"/>
                    </a:ext>
                  </a:extLst>
                </a:gridCol>
                <a:gridCol w="208280">
                  <a:extLst>
                    <a:ext uri="{9D8B030D-6E8A-4147-A177-3AD203B41FA5}">
                      <a16:colId xmlns:a16="http://schemas.microsoft.com/office/drawing/2014/main" val="3849537110"/>
                    </a:ext>
                  </a:extLst>
                </a:gridCol>
                <a:gridCol w="208280">
                  <a:extLst>
                    <a:ext uri="{9D8B030D-6E8A-4147-A177-3AD203B41FA5}">
                      <a16:colId xmlns:a16="http://schemas.microsoft.com/office/drawing/2014/main" val="871798422"/>
                    </a:ext>
                  </a:extLst>
                </a:gridCol>
                <a:gridCol w="208280">
                  <a:extLst>
                    <a:ext uri="{9D8B030D-6E8A-4147-A177-3AD203B41FA5}">
                      <a16:colId xmlns:a16="http://schemas.microsoft.com/office/drawing/2014/main" val="474448344"/>
                    </a:ext>
                  </a:extLst>
                </a:gridCol>
                <a:gridCol w="208280">
                  <a:extLst>
                    <a:ext uri="{9D8B030D-6E8A-4147-A177-3AD203B41FA5}">
                      <a16:colId xmlns:a16="http://schemas.microsoft.com/office/drawing/2014/main" val="486364527"/>
                    </a:ext>
                  </a:extLst>
                </a:gridCol>
                <a:gridCol w="208280">
                  <a:extLst>
                    <a:ext uri="{9D8B030D-6E8A-4147-A177-3AD203B41FA5}">
                      <a16:colId xmlns:a16="http://schemas.microsoft.com/office/drawing/2014/main" val="14421719"/>
                    </a:ext>
                  </a:extLst>
                </a:gridCol>
                <a:gridCol w="208280">
                  <a:extLst>
                    <a:ext uri="{9D8B030D-6E8A-4147-A177-3AD203B41FA5}">
                      <a16:colId xmlns:a16="http://schemas.microsoft.com/office/drawing/2014/main" val="521235076"/>
                    </a:ext>
                  </a:extLst>
                </a:gridCol>
              </a:tblGrid>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396767"/>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568851"/>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20274"/>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72647"/>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51344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1206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013095"/>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5121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46289"/>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989073"/>
                  </a:ext>
                </a:extLst>
              </a:tr>
            </a:tbl>
          </a:graphicData>
        </a:graphic>
      </p:graphicFrame>
      <p:sp>
        <p:nvSpPr>
          <p:cNvPr id="18" name="TextBox 17">
            <a:extLst>
              <a:ext uri="{FF2B5EF4-FFF2-40B4-BE49-F238E27FC236}">
                <a16:creationId xmlns:a16="http://schemas.microsoft.com/office/drawing/2014/main" id="{CBE4E56A-886A-0D07-D0E5-6A6460769433}"/>
              </a:ext>
            </a:extLst>
          </p:cNvPr>
          <p:cNvSpPr txBox="1"/>
          <p:nvPr/>
        </p:nvSpPr>
        <p:spPr>
          <a:xfrm>
            <a:off x="1298771" y="3410146"/>
            <a:ext cx="3190646" cy="369332"/>
          </a:xfrm>
          <a:prstGeom prst="rect">
            <a:avLst/>
          </a:prstGeom>
          <a:noFill/>
        </p:spPr>
        <p:txBody>
          <a:bodyPr wrap="square" rtlCol="0">
            <a:spAutoFit/>
          </a:bodyPr>
          <a:lstStyle/>
          <a:p>
            <a:pPr algn="ctr"/>
            <a:r>
              <a:rPr lang="en-CA" dirty="0"/>
              <a:t>They’re both just lines!</a:t>
            </a:r>
          </a:p>
        </p:txBody>
      </p:sp>
      <p:grpSp>
        <p:nvGrpSpPr>
          <p:cNvPr id="6" name="Group 5">
            <a:extLst>
              <a:ext uri="{FF2B5EF4-FFF2-40B4-BE49-F238E27FC236}">
                <a16:creationId xmlns:a16="http://schemas.microsoft.com/office/drawing/2014/main" id="{CD61E1F6-B0A5-8B67-5913-5A63FA22CFE3}"/>
              </a:ext>
            </a:extLst>
          </p:cNvPr>
          <p:cNvGrpSpPr/>
          <p:nvPr/>
        </p:nvGrpSpPr>
        <p:grpSpPr>
          <a:xfrm>
            <a:off x="6905268" y="1433845"/>
            <a:ext cx="3582760" cy="1848047"/>
            <a:chOff x="7286346" y="3790207"/>
            <a:chExt cx="3582760" cy="1848047"/>
          </a:xfrm>
        </p:grpSpPr>
        <p:sp>
          <p:nvSpPr>
            <p:cNvPr id="7" name="Freeform: Shape 6">
              <a:extLst>
                <a:ext uri="{FF2B5EF4-FFF2-40B4-BE49-F238E27FC236}">
                  <a16:creationId xmlns:a16="http://schemas.microsoft.com/office/drawing/2014/main" id="{AA3A14DD-84CE-463C-ACA7-F37057E09FAE}"/>
                </a:ext>
              </a:extLst>
            </p:cNvPr>
            <p:cNvSpPr/>
            <p:nvPr/>
          </p:nvSpPr>
          <p:spPr>
            <a:xfrm>
              <a:off x="7286346" y="3790207"/>
              <a:ext cx="3582760" cy="1848047"/>
            </a:xfrm>
            <a:custGeom>
              <a:avLst/>
              <a:gdLst>
                <a:gd name="csX0" fmla="*/ 957239 w 3582760"/>
                <a:gd name="csY0" fmla="*/ 1124895 h 1848047"/>
                <a:gd name="csX1" fmla="*/ 16 w 3582760"/>
                <a:gd name="csY1" fmla="*/ 827972 h 1848047"/>
                <a:gd name="csX2" fmla="*/ 932482 w 3582760"/>
                <a:gd name="csY2" fmla="*/ 723649 h 1848047"/>
                <a:gd name="csX3" fmla="*/ 1254306 w 3582760"/>
                <a:gd name="csY3" fmla="*/ 266227 h 1848047"/>
                <a:gd name="csX4" fmla="*/ 1625643 w 3582760"/>
                <a:gd name="csY4" fmla="*/ 57579 h 1848047"/>
                <a:gd name="csX5" fmla="*/ 2690139 w 3582760"/>
                <a:gd name="csY5" fmla="*/ 17454 h 1848047"/>
                <a:gd name="csX6" fmla="*/ 3391552 w 3582760"/>
                <a:gd name="csY6" fmla="*/ 306352 h 1848047"/>
                <a:gd name="csX7" fmla="*/ 3581346 w 3582760"/>
                <a:gd name="csY7" fmla="*/ 892172 h 1848047"/>
                <a:gd name="csX8" fmla="*/ 3325536 w 3582760"/>
                <a:gd name="csY8" fmla="*/ 1558242 h 1848047"/>
                <a:gd name="csX9" fmla="*/ 2186773 w 3582760"/>
                <a:gd name="csY9" fmla="*/ 1847140 h 1848047"/>
                <a:gd name="csX10" fmla="*/ 1213047 w 3582760"/>
                <a:gd name="csY10" fmla="*/ 1630466 h 1848047"/>
                <a:gd name="csX11" fmla="*/ 957239 w 3582760"/>
                <a:gd name="csY11" fmla="*/ 1124895 h 18480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2760" h="1848047" fill="none" extrusionOk="0">
                  <a:moveTo>
                    <a:pt x="957239" y="1124895"/>
                  </a:moveTo>
                  <a:cubicBezTo>
                    <a:pt x="758263" y="986956"/>
                    <a:pt x="-3841" y="907071"/>
                    <a:pt x="16" y="827972"/>
                  </a:cubicBezTo>
                  <a:cubicBezTo>
                    <a:pt x="-46273" y="744727"/>
                    <a:pt x="735169" y="853482"/>
                    <a:pt x="932482" y="723649"/>
                  </a:cubicBezTo>
                  <a:cubicBezTo>
                    <a:pt x="1128341" y="612859"/>
                    <a:pt x="1134751" y="353720"/>
                    <a:pt x="1254306" y="266227"/>
                  </a:cubicBezTo>
                  <a:cubicBezTo>
                    <a:pt x="1363258" y="147149"/>
                    <a:pt x="1385443" y="87689"/>
                    <a:pt x="1625643" y="57579"/>
                  </a:cubicBezTo>
                  <a:cubicBezTo>
                    <a:pt x="1829228" y="-43366"/>
                    <a:pt x="2359617" y="-2473"/>
                    <a:pt x="2690139" y="17454"/>
                  </a:cubicBezTo>
                  <a:cubicBezTo>
                    <a:pt x="2960449" y="55263"/>
                    <a:pt x="3211234" y="186068"/>
                    <a:pt x="3391552" y="306352"/>
                  </a:cubicBezTo>
                  <a:cubicBezTo>
                    <a:pt x="3544227" y="407716"/>
                    <a:pt x="3581164" y="641134"/>
                    <a:pt x="3581346" y="892172"/>
                  </a:cubicBezTo>
                  <a:cubicBezTo>
                    <a:pt x="3594773" y="1105621"/>
                    <a:pt x="3528271" y="1429386"/>
                    <a:pt x="3325536" y="1558242"/>
                  </a:cubicBezTo>
                  <a:cubicBezTo>
                    <a:pt x="3097342" y="1754900"/>
                    <a:pt x="2526131" y="1838394"/>
                    <a:pt x="2186773" y="1847140"/>
                  </a:cubicBezTo>
                  <a:cubicBezTo>
                    <a:pt x="1858617" y="1894470"/>
                    <a:pt x="1390872" y="1779402"/>
                    <a:pt x="1213047" y="1630466"/>
                  </a:cubicBezTo>
                  <a:cubicBezTo>
                    <a:pt x="1023420" y="1476355"/>
                    <a:pt x="1213683" y="1266449"/>
                    <a:pt x="957239" y="1124895"/>
                  </a:cubicBezTo>
                  <a:close/>
                </a:path>
                <a:path w="3582760" h="1848047" stroke="0" extrusionOk="0">
                  <a:moveTo>
                    <a:pt x="957239" y="1124895"/>
                  </a:moveTo>
                  <a:cubicBezTo>
                    <a:pt x="759778" y="992445"/>
                    <a:pt x="5895" y="908598"/>
                    <a:pt x="16" y="827972"/>
                  </a:cubicBezTo>
                  <a:cubicBezTo>
                    <a:pt x="-9903" y="773180"/>
                    <a:pt x="674137" y="817510"/>
                    <a:pt x="932482" y="723649"/>
                  </a:cubicBezTo>
                  <a:cubicBezTo>
                    <a:pt x="1139296" y="623437"/>
                    <a:pt x="1146060" y="368416"/>
                    <a:pt x="1254306" y="266227"/>
                  </a:cubicBezTo>
                  <a:cubicBezTo>
                    <a:pt x="1366145" y="161264"/>
                    <a:pt x="1392672" y="102693"/>
                    <a:pt x="1625643" y="57579"/>
                  </a:cubicBezTo>
                  <a:cubicBezTo>
                    <a:pt x="1924812" y="12347"/>
                    <a:pt x="2376885" y="393"/>
                    <a:pt x="2690139" y="17454"/>
                  </a:cubicBezTo>
                  <a:cubicBezTo>
                    <a:pt x="3028132" y="79382"/>
                    <a:pt x="3230435" y="194937"/>
                    <a:pt x="3391552" y="306352"/>
                  </a:cubicBezTo>
                  <a:cubicBezTo>
                    <a:pt x="3538516" y="428594"/>
                    <a:pt x="3611957" y="675403"/>
                    <a:pt x="3581346" y="892172"/>
                  </a:cubicBezTo>
                  <a:cubicBezTo>
                    <a:pt x="3559552" y="1095988"/>
                    <a:pt x="3518794" y="1440265"/>
                    <a:pt x="3325536" y="1558242"/>
                  </a:cubicBezTo>
                  <a:cubicBezTo>
                    <a:pt x="3136440" y="1725326"/>
                    <a:pt x="2456448" y="1836110"/>
                    <a:pt x="2186773" y="1847140"/>
                  </a:cubicBezTo>
                  <a:cubicBezTo>
                    <a:pt x="1840807" y="1859550"/>
                    <a:pt x="1405441" y="1760912"/>
                    <a:pt x="1213047" y="1630466"/>
                  </a:cubicBezTo>
                  <a:cubicBezTo>
                    <a:pt x="1022075" y="1549831"/>
                    <a:pt x="1168709" y="1258825"/>
                    <a:pt x="957239" y="1124895"/>
                  </a:cubicBezTo>
                  <a:close/>
                </a:path>
              </a:pathLst>
            </a:custGeom>
            <a:solidFill>
              <a:srgbClr val="C9C9C9"/>
            </a:solidFill>
            <a:ln w="38100">
              <a:solidFill>
                <a:schemeClr val="tx1">
                  <a:lumMod val="75000"/>
                  <a:lumOff val="25000"/>
                </a:schemeClr>
              </a:solidFill>
              <a:prstDash val="sysDash"/>
              <a:extLst>
                <a:ext uri="{C807C97D-BFC1-408E-A445-0C87EB9F89A2}">
                  <ask:lineSketchStyleProps xmlns:ask="http://schemas.microsoft.com/office/drawing/2018/sketchyshapes" sd="1086984844">
                    <a:custGeom>
                      <a:avLst/>
                      <a:gdLst>
                        <a:gd name="connsiteX0" fmla="*/ 1093529 w 4092867"/>
                        <a:gd name="connsiteY0" fmla="*/ 1321403 h 2170881"/>
                        <a:gd name="connsiteX1" fmla="*/ 19 w 4092867"/>
                        <a:gd name="connsiteY1" fmla="*/ 972611 h 2170881"/>
                        <a:gd name="connsiteX2" fmla="*/ 1065248 w 4092867"/>
                        <a:gd name="connsiteY2" fmla="*/ 850063 h 2170881"/>
                        <a:gd name="connsiteX3" fmla="*/ 1432893 w 4092867"/>
                        <a:gd name="connsiteY3" fmla="*/ 312735 h 2170881"/>
                        <a:gd name="connsiteX4" fmla="*/ 1857100 w 4092867"/>
                        <a:gd name="connsiteY4" fmla="*/ 67638 h 2170881"/>
                        <a:gd name="connsiteX5" fmla="*/ 3073157 w 4092867"/>
                        <a:gd name="connsiteY5" fmla="*/ 20504 h 2170881"/>
                        <a:gd name="connsiteX6" fmla="*/ 3874436 w 4092867"/>
                        <a:gd name="connsiteY6" fmla="*/ 359869 h 2170881"/>
                        <a:gd name="connsiteX7" fmla="*/ 4091252 w 4092867"/>
                        <a:gd name="connsiteY7" fmla="*/ 1048026 h 2170881"/>
                        <a:gd name="connsiteX8" fmla="*/ 3799021 w 4092867"/>
                        <a:gd name="connsiteY8" fmla="*/ 1830451 h 2170881"/>
                        <a:gd name="connsiteX9" fmla="*/ 2498122 w 4092867"/>
                        <a:gd name="connsiteY9" fmla="*/ 2169816 h 2170881"/>
                        <a:gd name="connsiteX10" fmla="*/ 1385759 w 4092867"/>
                        <a:gd name="connsiteY10" fmla="*/ 1915292 h 2170881"/>
                        <a:gd name="connsiteX11" fmla="*/ 1093529 w 4092867"/>
                        <a:gd name="connsiteY11" fmla="*/ 1321403 h 217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2867" h="2170881">
                          <a:moveTo>
                            <a:pt x="1093529" y="1321403"/>
                          </a:moveTo>
                          <a:cubicBezTo>
                            <a:pt x="862572" y="1164290"/>
                            <a:pt x="4733" y="1051168"/>
                            <a:pt x="19" y="972611"/>
                          </a:cubicBezTo>
                          <a:cubicBezTo>
                            <a:pt x="-4695" y="894054"/>
                            <a:pt x="826436" y="960042"/>
                            <a:pt x="1065248" y="850063"/>
                          </a:cubicBezTo>
                          <a:cubicBezTo>
                            <a:pt x="1304060" y="740084"/>
                            <a:pt x="1300918" y="443139"/>
                            <a:pt x="1432893" y="312735"/>
                          </a:cubicBezTo>
                          <a:cubicBezTo>
                            <a:pt x="1564868" y="182331"/>
                            <a:pt x="1583723" y="116343"/>
                            <a:pt x="1857100" y="67638"/>
                          </a:cubicBezTo>
                          <a:cubicBezTo>
                            <a:pt x="2130477" y="18933"/>
                            <a:pt x="2736934" y="-28201"/>
                            <a:pt x="3073157" y="20504"/>
                          </a:cubicBezTo>
                          <a:cubicBezTo>
                            <a:pt x="3409380" y="69209"/>
                            <a:pt x="3704754" y="188615"/>
                            <a:pt x="3874436" y="359869"/>
                          </a:cubicBezTo>
                          <a:cubicBezTo>
                            <a:pt x="4044118" y="531123"/>
                            <a:pt x="4103821" y="802929"/>
                            <a:pt x="4091252" y="1048026"/>
                          </a:cubicBezTo>
                          <a:cubicBezTo>
                            <a:pt x="4078683" y="1293123"/>
                            <a:pt x="4064543" y="1643486"/>
                            <a:pt x="3799021" y="1830451"/>
                          </a:cubicBezTo>
                          <a:cubicBezTo>
                            <a:pt x="3533499" y="2017416"/>
                            <a:pt x="2900332" y="2155676"/>
                            <a:pt x="2498122" y="2169816"/>
                          </a:cubicBezTo>
                          <a:cubicBezTo>
                            <a:pt x="2095912" y="2183956"/>
                            <a:pt x="1618287" y="2055123"/>
                            <a:pt x="1385759" y="1915292"/>
                          </a:cubicBezTo>
                          <a:cubicBezTo>
                            <a:pt x="1153231" y="1775461"/>
                            <a:pt x="1324486" y="1478516"/>
                            <a:pt x="1093529" y="1321403"/>
                          </a:cubicBezTo>
                          <a:close/>
                        </a:path>
                      </a:pathLst>
                    </a:custGeom>
                    <ask:type>
                      <ask:lineSketchFreehan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lumMod val="85000"/>
                    <a:lumOff val="15000"/>
                  </a:schemeClr>
                </a:solidFill>
              </a:endParaRPr>
            </a:p>
          </p:txBody>
        </p:sp>
        <p:sp>
          <p:nvSpPr>
            <p:cNvPr id="8" name="TextBox 7">
              <a:extLst>
                <a:ext uri="{FF2B5EF4-FFF2-40B4-BE49-F238E27FC236}">
                  <a16:creationId xmlns:a16="http://schemas.microsoft.com/office/drawing/2014/main" id="{2095450E-B3D1-6705-E363-915E2F7D38D5}"/>
                </a:ext>
              </a:extLst>
            </p:cNvPr>
            <p:cNvSpPr txBox="1"/>
            <p:nvPr/>
          </p:nvSpPr>
          <p:spPr>
            <a:xfrm>
              <a:off x="8502978" y="4261681"/>
              <a:ext cx="2224726" cy="923330"/>
            </a:xfrm>
            <a:prstGeom prst="rect">
              <a:avLst/>
            </a:prstGeom>
            <a:noFill/>
          </p:spPr>
          <p:txBody>
            <a:bodyPr wrap="square" rtlCol="0">
              <a:spAutoFit/>
            </a:bodyPr>
            <a:lstStyle/>
            <a:p>
              <a:pPr algn="ctr"/>
              <a:r>
                <a:rPr lang="en-CA" dirty="0"/>
                <a:t>A normal model sees each pixel as a separate input.</a:t>
              </a:r>
            </a:p>
          </p:txBody>
        </p:sp>
      </p:grpSp>
    </p:spTree>
    <p:extLst>
      <p:ext uri="{BB962C8B-B14F-4D97-AF65-F5344CB8AC3E}">
        <p14:creationId xmlns:p14="http://schemas.microsoft.com/office/powerpoint/2010/main" val="126802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DE08-6DE0-483D-0E14-C7506F4EB975}"/>
              </a:ext>
            </a:extLst>
          </p:cNvPr>
          <p:cNvSpPr>
            <a:spLocks noGrp="1"/>
          </p:cNvSpPr>
          <p:nvPr>
            <p:ph type="title"/>
          </p:nvPr>
        </p:nvSpPr>
        <p:spPr/>
        <p:txBody>
          <a:bodyPr/>
          <a:lstStyle/>
          <a:p>
            <a:r>
              <a:rPr lang="en-CA" dirty="0"/>
              <a:t>Convolutions</a:t>
            </a:r>
          </a:p>
        </p:txBody>
      </p:sp>
      <p:sp>
        <p:nvSpPr>
          <p:cNvPr id="3" name="Text Placeholder 2">
            <a:extLst>
              <a:ext uri="{FF2B5EF4-FFF2-40B4-BE49-F238E27FC236}">
                <a16:creationId xmlns:a16="http://schemas.microsoft.com/office/drawing/2014/main" id="{BE021547-2389-658C-634A-2A47B640B1D8}"/>
              </a:ext>
            </a:extLst>
          </p:cNvPr>
          <p:cNvSpPr>
            <a:spLocks noGrp="1"/>
          </p:cNvSpPr>
          <p:nvPr>
            <p:ph type="body" sz="quarter" idx="10"/>
          </p:nvPr>
        </p:nvSpPr>
        <p:spPr/>
        <p:txBody>
          <a:bodyPr/>
          <a:lstStyle/>
          <a:p>
            <a:endParaRPr lang="en-CA"/>
          </a:p>
        </p:txBody>
      </p:sp>
      <p:graphicFrame>
        <p:nvGraphicFramePr>
          <p:cNvPr id="15" name="Table 14">
            <a:extLst>
              <a:ext uri="{FF2B5EF4-FFF2-40B4-BE49-F238E27FC236}">
                <a16:creationId xmlns:a16="http://schemas.microsoft.com/office/drawing/2014/main" id="{EDC4669E-B233-F2F6-E320-DAE7A17B4A95}"/>
              </a:ext>
            </a:extLst>
          </p:cNvPr>
          <p:cNvGraphicFramePr>
            <a:graphicFrameLocks noGrp="1"/>
          </p:cNvGraphicFramePr>
          <p:nvPr>
            <p:extLst>
              <p:ext uri="{D42A27DB-BD31-4B8C-83A1-F6EECF244321}">
                <p14:modId xmlns:p14="http://schemas.microsoft.com/office/powerpoint/2010/main" val="633149866"/>
              </p:ext>
            </p:extLst>
          </p:nvPr>
        </p:nvGraphicFramePr>
        <p:xfrm>
          <a:off x="1615477" y="3715522"/>
          <a:ext cx="1360098" cy="1360098"/>
        </p:xfrm>
        <a:graphic>
          <a:graphicData uri="http://schemas.openxmlformats.org/drawingml/2006/table">
            <a:tbl>
              <a:tblPr>
                <a:tableStyleId>{72833802-FEF1-4C79-8D5D-14CF1EAF98D9}</a:tableStyleId>
              </a:tblPr>
              <a:tblGrid>
                <a:gridCol w="453366">
                  <a:extLst>
                    <a:ext uri="{9D8B030D-6E8A-4147-A177-3AD203B41FA5}">
                      <a16:colId xmlns:a16="http://schemas.microsoft.com/office/drawing/2014/main" val="3043600730"/>
                    </a:ext>
                  </a:extLst>
                </a:gridCol>
                <a:gridCol w="453366">
                  <a:extLst>
                    <a:ext uri="{9D8B030D-6E8A-4147-A177-3AD203B41FA5}">
                      <a16:colId xmlns:a16="http://schemas.microsoft.com/office/drawing/2014/main" val="3466934810"/>
                    </a:ext>
                  </a:extLst>
                </a:gridCol>
                <a:gridCol w="453366">
                  <a:extLst>
                    <a:ext uri="{9D8B030D-6E8A-4147-A177-3AD203B41FA5}">
                      <a16:colId xmlns:a16="http://schemas.microsoft.com/office/drawing/2014/main" val="2219470912"/>
                    </a:ext>
                  </a:extLst>
                </a:gridCol>
              </a:tblGrid>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5226090"/>
                  </a:ext>
                </a:extLst>
              </a:tr>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680315461"/>
                  </a:ext>
                </a:extLst>
              </a:tr>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61548840"/>
                  </a:ext>
                </a:extLst>
              </a:tr>
            </a:tbl>
          </a:graphicData>
        </a:graphic>
      </p:graphicFrame>
      <p:graphicFrame>
        <p:nvGraphicFramePr>
          <p:cNvPr id="16" name="Table 15">
            <a:extLst>
              <a:ext uri="{FF2B5EF4-FFF2-40B4-BE49-F238E27FC236}">
                <a16:creationId xmlns:a16="http://schemas.microsoft.com/office/drawing/2014/main" id="{F1DD25CA-D262-B767-7934-8706BA84CE8E}"/>
              </a:ext>
            </a:extLst>
          </p:cNvPr>
          <p:cNvGraphicFramePr>
            <a:graphicFrameLocks noGrp="1"/>
          </p:cNvGraphicFramePr>
          <p:nvPr>
            <p:extLst>
              <p:ext uri="{D42A27DB-BD31-4B8C-83A1-F6EECF244321}">
                <p14:modId xmlns:p14="http://schemas.microsoft.com/office/powerpoint/2010/main" val="868734533"/>
              </p:ext>
            </p:extLst>
          </p:nvPr>
        </p:nvGraphicFramePr>
        <p:xfrm>
          <a:off x="811294" y="1428646"/>
          <a:ext cx="2082800" cy="1586280"/>
        </p:xfrm>
        <a:graphic>
          <a:graphicData uri="http://schemas.openxmlformats.org/drawingml/2006/table">
            <a:tbl>
              <a:tblPr>
                <a:tableStyleId>{72833802-FEF1-4C79-8D5D-14CF1EAF98D9}</a:tableStyleId>
              </a:tblPr>
              <a:tblGrid>
                <a:gridCol w="208280">
                  <a:extLst>
                    <a:ext uri="{9D8B030D-6E8A-4147-A177-3AD203B41FA5}">
                      <a16:colId xmlns:a16="http://schemas.microsoft.com/office/drawing/2014/main" val="1089847132"/>
                    </a:ext>
                  </a:extLst>
                </a:gridCol>
                <a:gridCol w="208280">
                  <a:extLst>
                    <a:ext uri="{9D8B030D-6E8A-4147-A177-3AD203B41FA5}">
                      <a16:colId xmlns:a16="http://schemas.microsoft.com/office/drawing/2014/main" val="1254771043"/>
                    </a:ext>
                  </a:extLst>
                </a:gridCol>
                <a:gridCol w="208280">
                  <a:extLst>
                    <a:ext uri="{9D8B030D-6E8A-4147-A177-3AD203B41FA5}">
                      <a16:colId xmlns:a16="http://schemas.microsoft.com/office/drawing/2014/main" val="3651010983"/>
                    </a:ext>
                  </a:extLst>
                </a:gridCol>
                <a:gridCol w="208280">
                  <a:extLst>
                    <a:ext uri="{9D8B030D-6E8A-4147-A177-3AD203B41FA5}">
                      <a16:colId xmlns:a16="http://schemas.microsoft.com/office/drawing/2014/main" val="1585984732"/>
                    </a:ext>
                  </a:extLst>
                </a:gridCol>
                <a:gridCol w="208280">
                  <a:extLst>
                    <a:ext uri="{9D8B030D-6E8A-4147-A177-3AD203B41FA5}">
                      <a16:colId xmlns:a16="http://schemas.microsoft.com/office/drawing/2014/main" val="3849537110"/>
                    </a:ext>
                  </a:extLst>
                </a:gridCol>
                <a:gridCol w="208280">
                  <a:extLst>
                    <a:ext uri="{9D8B030D-6E8A-4147-A177-3AD203B41FA5}">
                      <a16:colId xmlns:a16="http://schemas.microsoft.com/office/drawing/2014/main" val="871798422"/>
                    </a:ext>
                  </a:extLst>
                </a:gridCol>
                <a:gridCol w="208280">
                  <a:extLst>
                    <a:ext uri="{9D8B030D-6E8A-4147-A177-3AD203B41FA5}">
                      <a16:colId xmlns:a16="http://schemas.microsoft.com/office/drawing/2014/main" val="474448344"/>
                    </a:ext>
                  </a:extLst>
                </a:gridCol>
                <a:gridCol w="208280">
                  <a:extLst>
                    <a:ext uri="{9D8B030D-6E8A-4147-A177-3AD203B41FA5}">
                      <a16:colId xmlns:a16="http://schemas.microsoft.com/office/drawing/2014/main" val="486364527"/>
                    </a:ext>
                  </a:extLst>
                </a:gridCol>
                <a:gridCol w="208280">
                  <a:extLst>
                    <a:ext uri="{9D8B030D-6E8A-4147-A177-3AD203B41FA5}">
                      <a16:colId xmlns:a16="http://schemas.microsoft.com/office/drawing/2014/main" val="14421719"/>
                    </a:ext>
                  </a:extLst>
                </a:gridCol>
                <a:gridCol w="208280">
                  <a:extLst>
                    <a:ext uri="{9D8B030D-6E8A-4147-A177-3AD203B41FA5}">
                      <a16:colId xmlns:a16="http://schemas.microsoft.com/office/drawing/2014/main" val="521235076"/>
                    </a:ext>
                  </a:extLst>
                </a:gridCol>
              </a:tblGrid>
              <a:tr h="158628">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396767"/>
                  </a:ext>
                </a:extLst>
              </a:tr>
              <a:tr h="158628">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568851"/>
                  </a:ext>
                </a:extLst>
              </a:tr>
              <a:tr h="158628">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20274"/>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72647"/>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51344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1206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013095"/>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5121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46289"/>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989073"/>
                  </a:ext>
                </a:extLst>
              </a:tr>
            </a:tbl>
          </a:graphicData>
        </a:graphic>
      </p:graphicFrame>
      <p:pic>
        <p:nvPicPr>
          <p:cNvPr id="1026" name="Picture 2" descr="Magnifying Glass Svg Detective Glasses Svg Clipart Image - Etsy Canada">
            <a:extLst>
              <a:ext uri="{FF2B5EF4-FFF2-40B4-BE49-F238E27FC236}">
                <a16:creationId xmlns:a16="http://schemas.microsoft.com/office/drawing/2014/main" id="{128C160B-A354-E7EA-915E-C3BF293AF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662" y="4151277"/>
            <a:ext cx="515446" cy="409084"/>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5CDC1937-8595-0746-76FE-8B9E56237D5C}"/>
              </a:ext>
            </a:extLst>
          </p:cNvPr>
          <p:cNvCxnSpPr/>
          <p:nvPr/>
        </p:nvCxnSpPr>
        <p:spPr>
          <a:xfrm>
            <a:off x="811294" y="1428646"/>
            <a:ext cx="804183" cy="2286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4639CA1-0A34-CFD0-CCA4-79EF8B282CC7}"/>
              </a:ext>
            </a:extLst>
          </p:cNvPr>
          <p:cNvCxnSpPr/>
          <p:nvPr/>
        </p:nvCxnSpPr>
        <p:spPr>
          <a:xfrm>
            <a:off x="811294" y="1913641"/>
            <a:ext cx="804183" cy="3161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B6F08E3-9076-A18F-AF0C-D5540AAC83DF}"/>
              </a:ext>
            </a:extLst>
          </p:cNvPr>
          <p:cNvCxnSpPr/>
          <p:nvPr/>
        </p:nvCxnSpPr>
        <p:spPr>
          <a:xfrm>
            <a:off x="1442301" y="1433845"/>
            <a:ext cx="1533274" cy="22816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4BB79BA-6430-D05E-E67C-A041DF23B948}"/>
              </a:ext>
            </a:extLst>
          </p:cNvPr>
          <p:cNvCxnSpPr/>
          <p:nvPr/>
        </p:nvCxnSpPr>
        <p:spPr>
          <a:xfrm>
            <a:off x="1442301" y="1913641"/>
            <a:ext cx="1533274" cy="3161979"/>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9894175-C4DD-7095-D4F4-600DA9537491}"/>
              </a:ext>
            </a:extLst>
          </p:cNvPr>
          <p:cNvSpPr txBox="1"/>
          <p:nvPr/>
        </p:nvSpPr>
        <p:spPr>
          <a:xfrm>
            <a:off x="767928" y="5246272"/>
            <a:ext cx="3055195" cy="369332"/>
          </a:xfrm>
          <a:prstGeom prst="rect">
            <a:avLst/>
          </a:prstGeom>
          <a:noFill/>
        </p:spPr>
        <p:txBody>
          <a:bodyPr wrap="none" rtlCol="0">
            <a:spAutoFit/>
          </a:bodyPr>
          <a:lstStyle/>
          <a:p>
            <a:r>
              <a:rPr lang="en-CA" dirty="0"/>
              <a:t>Aha! I detected part of a line!</a:t>
            </a:r>
          </a:p>
        </p:txBody>
      </p:sp>
      <p:graphicFrame>
        <p:nvGraphicFramePr>
          <p:cNvPr id="28" name="Table 27">
            <a:extLst>
              <a:ext uri="{FF2B5EF4-FFF2-40B4-BE49-F238E27FC236}">
                <a16:creationId xmlns:a16="http://schemas.microsoft.com/office/drawing/2014/main" id="{BDFB47CC-B39F-57F8-AC8C-C038D0EAF4E8}"/>
              </a:ext>
            </a:extLst>
          </p:cNvPr>
          <p:cNvGraphicFramePr>
            <a:graphicFrameLocks noGrp="1"/>
          </p:cNvGraphicFramePr>
          <p:nvPr>
            <p:extLst>
              <p:ext uri="{D42A27DB-BD31-4B8C-83A1-F6EECF244321}">
                <p14:modId xmlns:p14="http://schemas.microsoft.com/office/powerpoint/2010/main" val="2990618217"/>
              </p:ext>
            </p:extLst>
          </p:nvPr>
        </p:nvGraphicFramePr>
        <p:xfrm>
          <a:off x="5500891" y="3494630"/>
          <a:ext cx="1360098" cy="1360098"/>
        </p:xfrm>
        <a:graphic>
          <a:graphicData uri="http://schemas.openxmlformats.org/drawingml/2006/table">
            <a:tbl>
              <a:tblPr>
                <a:tableStyleId>{72833802-FEF1-4C79-8D5D-14CF1EAF98D9}</a:tableStyleId>
              </a:tblPr>
              <a:tblGrid>
                <a:gridCol w="453366">
                  <a:extLst>
                    <a:ext uri="{9D8B030D-6E8A-4147-A177-3AD203B41FA5}">
                      <a16:colId xmlns:a16="http://schemas.microsoft.com/office/drawing/2014/main" val="3043600730"/>
                    </a:ext>
                  </a:extLst>
                </a:gridCol>
                <a:gridCol w="453366">
                  <a:extLst>
                    <a:ext uri="{9D8B030D-6E8A-4147-A177-3AD203B41FA5}">
                      <a16:colId xmlns:a16="http://schemas.microsoft.com/office/drawing/2014/main" val="3466934810"/>
                    </a:ext>
                  </a:extLst>
                </a:gridCol>
                <a:gridCol w="453366">
                  <a:extLst>
                    <a:ext uri="{9D8B030D-6E8A-4147-A177-3AD203B41FA5}">
                      <a16:colId xmlns:a16="http://schemas.microsoft.com/office/drawing/2014/main" val="2219470912"/>
                    </a:ext>
                  </a:extLst>
                </a:gridCol>
              </a:tblGrid>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5226090"/>
                  </a:ext>
                </a:extLst>
              </a:tr>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315461"/>
                  </a:ext>
                </a:extLst>
              </a:tr>
              <a:tr h="453366">
                <a:tc>
                  <a:txBody>
                    <a:bodyPr/>
                    <a:lstStyle/>
                    <a:p>
                      <a:endParaRPr lang="en-CA"/>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CA"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1548840"/>
                  </a:ext>
                </a:extLst>
              </a:tr>
            </a:tbl>
          </a:graphicData>
        </a:graphic>
      </p:graphicFrame>
      <p:graphicFrame>
        <p:nvGraphicFramePr>
          <p:cNvPr id="30" name="Table 29">
            <a:extLst>
              <a:ext uri="{FF2B5EF4-FFF2-40B4-BE49-F238E27FC236}">
                <a16:creationId xmlns:a16="http://schemas.microsoft.com/office/drawing/2014/main" id="{978A808D-96F4-0ACE-E514-C1D38EBB3FBD}"/>
              </a:ext>
            </a:extLst>
          </p:cNvPr>
          <p:cNvGraphicFramePr>
            <a:graphicFrameLocks noGrp="1"/>
          </p:cNvGraphicFramePr>
          <p:nvPr>
            <p:extLst>
              <p:ext uri="{D42A27DB-BD31-4B8C-83A1-F6EECF244321}">
                <p14:modId xmlns:p14="http://schemas.microsoft.com/office/powerpoint/2010/main" val="2861382925"/>
              </p:ext>
            </p:extLst>
          </p:nvPr>
        </p:nvGraphicFramePr>
        <p:xfrm>
          <a:off x="4013200" y="1433845"/>
          <a:ext cx="2082800" cy="1586280"/>
        </p:xfrm>
        <a:graphic>
          <a:graphicData uri="http://schemas.openxmlformats.org/drawingml/2006/table">
            <a:tbl>
              <a:tblPr>
                <a:tableStyleId>{72833802-FEF1-4C79-8D5D-14CF1EAF98D9}</a:tableStyleId>
              </a:tblPr>
              <a:tblGrid>
                <a:gridCol w="208280">
                  <a:extLst>
                    <a:ext uri="{9D8B030D-6E8A-4147-A177-3AD203B41FA5}">
                      <a16:colId xmlns:a16="http://schemas.microsoft.com/office/drawing/2014/main" val="1089847132"/>
                    </a:ext>
                  </a:extLst>
                </a:gridCol>
                <a:gridCol w="208280">
                  <a:extLst>
                    <a:ext uri="{9D8B030D-6E8A-4147-A177-3AD203B41FA5}">
                      <a16:colId xmlns:a16="http://schemas.microsoft.com/office/drawing/2014/main" val="1254771043"/>
                    </a:ext>
                  </a:extLst>
                </a:gridCol>
                <a:gridCol w="208280">
                  <a:extLst>
                    <a:ext uri="{9D8B030D-6E8A-4147-A177-3AD203B41FA5}">
                      <a16:colId xmlns:a16="http://schemas.microsoft.com/office/drawing/2014/main" val="3651010983"/>
                    </a:ext>
                  </a:extLst>
                </a:gridCol>
                <a:gridCol w="208280">
                  <a:extLst>
                    <a:ext uri="{9D8B030D-6E8A-4147-A177-3AD203B41FA5}">
                      <a16:colId xmlns:a16="http://schemas.microsoft.com/office/drawing/2014/main" val="1585984732"/>
                    </a:ext>
                  </a:extLst>
                </a:gridCol>
                <a:gridCol w="208280">
                  <a:extLst>
                    <a:ext uri="{9D8B030D-6E8A-4147-A177-3AD203B41FA5}">
                      <a16:colId xmlns:a16="http://schemas.microsoft.com/office/drawing/2014/main" val="3849537110"/>
                    </a:ext>
                  </a:extLst>
                </a:gridCol>
                <a:gridCol w="208280">
                  <a:extLst>
                    <a:ext uri="{9D8B030D-6E8A-4147-A177-3AD203B41FA5}">
                      <a16:colId xmlns:a16="http://schemas.microsoft.com/office/drawing/2014/main" val="871798422"/>
                    </a:ext>
                  </a:extLst>
                </a:gridCol>
                <a:gridCol w="208280">
                  <a:extLst>
                    <a:ext uri="{9D8B030D-6E8A-4147-A177-3AD203B41FA5}">
                      <a16:colId xmlns:a16="http://schemas.microsoft.com/office/drawing/2014/main" val="474448344"/>
                    </a:ext>
                  </a:extLst>
                </a:gridCol>
                <a:gridCol w="208280">
                  <a:extLst>
                    <a:ext uri="{9D8B030D-6E8A-4147-A177-3AD203B41FA5}">
                      <a16:colId xmlns:a16="http://schemas.microsoft.com/office/drawing/2014/main" val="486364527"/>
                    </a:ext>
                  </a:extLst>
                </a:gridCol>
                <a:gridCol w="208280">
                  <a:extLst>
                    <a:ext uri="{9D8B030D-6E8A-4147-A177-3AD203B41FA5}">
                      <a16:colId xmlns:a16="http://schemas.microsoft.com/office/drawing/2014/main" val="14421719"/>
                    </a:ext>
                  </a:extLst>
                </a:gridCol>
                <a:gridCol w="208280">
                  <a:extLst>
                    <a:ext uri="{9D8B030D-6E8A-4147-A177-3AD203B41FA5}">
                      <a16:colId xmlns:a16="http://schemas.microsoft.com/office/drawing/2014/main" val="521235076"/>
                    </a:ext>
                  </a:extLst>
                </a:gridCol>
              </a:tblGrid>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396767"/>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568851"/>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20274"/>
                  </a:ext>
                </a:extLst>
              </a:tr>
              <a:tr h="158628">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72647"/>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CA" sz="1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51344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1206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013095"/>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512128"/>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46289"/>
                  </a:ext>
                </a:extLst>
              </a:tr>
              <a:tr h="158628">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989073"/>
                  </a:ext>
                </a:extLst>
              </a:tr>
            </a:tbl>
          </a:graphicData>
        </a:graphic>
      </p:graphicFrame>
      <p:cxnSp>
        <p:nvCxnSpPr>
          <p:cNvPr id="32" name="Straight Connector 31">
            <a:extLst>
              <a:ext uri="{FF2B5EF4-FFF2-40B4-BE49-F238E27FC236}">
                <a16:creationId xmlns:a16="http://schemas.microsoft.com/office/drawing/2014/main" id="{7ECC19DC-6F07-C7BA-83ED-E08343D1555C}"/>
              </a:ext>
            </a:extLst>
          </p:cNvPr>
          <p:cNvCxnSpPr/>
          <p:nvPr/>
        </p:nvCxnSpPr>
        <p:spPr>
          <a:xfrm>
            <a:off x="4213781" y="1725105"/>
            <a:ext cx="1287110" cy="176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B9A956-887B-9715-3167-A91BB076EFCD}"/>
              </a:ext>
            </a:extLst>
          </p:cNvPr>
          <p:cNvCxnSpPr/>
          <p:nvPr/>
        </p:nvCxnSpPr>
        <p:spPr>
          <a:xfrm>
            <a:off x="4213781" y="2221786"/>
            <a:ext cx="1287110" cy="2632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2350C29-1CA8-5F7B-2FCB-385B5BB9F5FC}"/>
              </a:ext>
            </a:extLst>
          </p:cNvPr>
          <p:cNvCxnSpPr/>
          <p:nvPr/>
        </p:nvCxnSpPr>
        <p:spPr>
          <a:xfrm>
            <a:off x="4857336" y="1725105"/>
            <a:ext cx="2003653" cy="176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E72204F-0917-E513-97C7-8DF5C2AC8BA8}"/>
              </a:ext>
            </a:extLst>
          </p:cNvPr>
          <p:cNvCxnSpPr/>
          <p:nvPr/>
        </p:nvCxnSpPr>
        <p:spPr>
          <a:xfrm>
            <a:off x="4857336" y="2221786"/>
            <a:ext cx="2003653" cy="2632942"/>
          </a:xfrm>
          <a:prstGeom prst="line">
            <a:avLst/>
          </a:prstGeom>
        </p:spPr>
        <p:style>
          <a:lnRef idx="1">
            <a:schemeClr val="accent1"/>
          </a:lnRef>
          <a:fillRef idx="0">
            <a:schemeClr val="accent1"/>
          </a:fillRef>
          <a:effectRef idx="0">
            <a:schemeClr val="accent1"/>
          </a:effectRef>
          <a:fontRef idx="minor">
            <a:schemeClr val="tx1"/>
          </a:fontRef>
        </p:style>
      </p:cxnSp>
      <p:pic>
        <p:nvPicPr>
          <p:cNvPr id="39" name="Picture 2" descr="Magnifying Glass Svg Detective Glasses Svg Clipart Image - Etsy Canada">
            <a:extLst>
              <a:ext uri="{FF2B5EF4-FFF2-40B4-BE49-F238E27FC236}">
                <a16:creationId xmlns:a16="http://schemas.microsoft.com/office/drawing/2014/main" id="{CA8792A0-D10E-8027-E10C-EB1575C59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098" y="4005361"/>
            <a:ext cx="515446" cy="409084"/>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49805ABF-1E31-247C-31EB-6F607F5F5C5F}"/>
              </a:ext>
            </a:extLst>
          </p:cNvPr>
          <p:cNvSpPr txBox="1"/>
          <p:nvPr/>
        </p:nvSpPr>
        <p:spPr>
          <a:xfrm>
            <a:off x="5006163" y="5121199"/>
            <a:ext cx="4073359" cy="369332"/>
          </a:xfrm>
          <a:prstGeom prst="rect">
            <a:avLst/>
          </a:prstGeom>
          <a:noFill/>
        </p:spPr>
        <p:txBody>
          <a:bodyPr wrap="none" rtlCol="0">
            <a:spAutoFit/>
          </a:bodyPr>
          <a:lstStyle/>
          <a:p>
            <a:r>
              <a:rPr lang="en-CA" dirty="0"/>
              <a:t>Aha! I detected a line down the middle!</a:t>
            </a:r>
          </a:p>
        </p:txBody>
      </p:sp>
      <p:grpSp>
        <p:nvGrpSpPr>
          <p:cNvPr id="41" name="Group 40">
            <a:extLst>
              <a:ext uri="{FF2B5EF4-FFF2-40B4-BE49-F238E27FC236}">
                <a16:creationId xmlns:a16="http://schemas.microsoft.com/office/drawing/2014/main" id="{81C3EC6B-D544-F267-BC5E-F93173D15E6F}"/>
              </a:ext>
            </a:extLst>
          </p:cNvPr>
          <p:cNvGrpSpPr/>
          <p:nvPr/>
        </p:nvGrpSpPr>
        <p:grpSpPr>
          <a:xfrm>
            <a:off x="7133625" y="2835160"/>
            <a:ext cx="3582760" cy="1848047"/>
            <a:chOff x="7286346" y="3790207"/>
            <a:chExt cx="3582760" cy="1848047"/>
          </a:xfrm>
        </p:grpSpPr>
        <p:sp>
          <p:nvSpPr>
            <p:cNvPr id="42" name="Freeform: Shape 41">
              <a:extLst>
                <a:ext uri="{FF2B5EF4-FFF2-40B4-BE49-F238E27FC236}">
                  <a16:creationId xmlns:a16="http://schemas.microsoft.com/office/drawing/2014/main" id="{98CCE9E9-B9B9-643F-49B6-F7A615AD505A}"/>
                </a:ext>
              </a:extLst>
            </p:cNvPr>
            <p:cNvSpPr/>
            <p:nvPr/>
          </p:nvSpPr>
          <p:spPr>
            <a:xfrm>
              <a:off x="7286346" y="3790207"/>
              <a:ext cx="3582760" cy="1848047"/>
            </a:xfrm>
            <a:custGeom>
              <a:avLst/>
              <a:gdLst>
                <a:gd name="csX0" fmla="*/ 957239 w 3582760"/>
                <a:gd name="csY0" fmla="*/ 1124895 h 1848047"/>
                <a:gd name="csX1" fmla="*/ 16 w 3582760"/>
                <a:gd name="csY1" fmla="*/ 827972 h 1848047"/>
                <a:gd name="csX2" fmla="*/ 932482 w 3582760"/>
                <a:gd name="csY2" fmla="*/ 723649 h 1848047"/>
                <a:gd name="csX3" fmla="*/ 1254306 w 3582760"/>
                <a:gd name="csY3" fmla="*/ 266227 h 1848047"/>
                <a:gd name="csX4" fmla="*/ 1625643 w 3582760"/>
                <a:gd name="csY4" fmla="*/ 57579 h 1848047"/>
                <a:gd name="csX5" fmla="*/ 2690139 w 3582760"/>
                <a:gd name="csY5" fmla="*/ 17454 h 1848047"/>
                <a:gd name="csX6" fmla="*/ 3391552 w 3582760"/>
                <a:gd name="csY6" fmla="*/ 306352 h 1848047"/>
                <a:gd name="csX7" fmla="*/ 3581346 w 3582760"/>
                <a:gd name="csY7" fmla="*/ 892172 h 1848047"/>
                <a:gd name="csX8" fmla="*/ 3325536 w 3582760"/>
                <a:gd name="csY8" fmla="*/ 1558242 h 1848047"/>
                <a:gd name="csX9" fmla="*/ 2186773 w 3582760"/>
                <a:gd name="csY9" fmla="*/ 1847140 h 1848047"/>
                <a:gd name="csX10" fmla="*/ 1213047 w 3582760"/>
                <a:gd name="csY10" fmla="*/ 1630466 h 1848047"/>
                <a:gd name="csX11" fmla="*/ 957239 w 3582760"/>
                <a:gd name="csY11" fmla="*/ 1124895 h 18480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2760" h="1848047" fill="none" extrusionOk="0">
                  <a:moveTo>
                    <a:pt x="957239" y="1124895"/>
                  </a:moveTo>
                  <a:cubicBezTo>
                    <a:pt x="758263" y="986956"/>
                    <a:pt x="-3841" y="907071"/>
                    <a:pt x="16" y="827972"/>
                  </a:cubicBezTo>
                  <a:cubicBezTo>
                    <a:pt x="-46273" y="744727"/>
                    <a:pt x="735169" y="853482"/>
                    <a:pt x="932482" y="723649"/>
                  </a:cubicBezTo>
                  <a:cubicBezTo>
                    <a:pt x="1128341" y="612859"/>
                    <a:pt x="1134751" y="353720"/>
                    <a:pt x="1254306" y="266227"/>
                  </a:cubicBezTo>
                  <a:cubicBezTo>
                    <a:pt x="1363258" y="147149"/>
                    <a:pt x="1385443" y="87689"/>
                    <a:pt x="1625643" y="57579"/>
                  </a:cubicBezTo>
                  <a:cubicBezTo>
                    <a:pt x="1829228" y="-43366"/>
                    <a:pt x="2359617" y="-2473"/>
                    <a:pt x="2690139" y="17454"/>
                  </a:cubicBezTo>
                  <a:cubicBezTo>
                    <a:pt x="2960449" y="55263"/>
                    <a:pt x="3211234" y="186068"/>
                    <a:pt x="3391552" y="306352"/>
                  </a:cubicBezTo>
                  <a:cubicBezTo>
                    <a:pt x="3544227" y="407716"/>
                    <a:pt x="3581164" y="641134"/>
                    <a:pt x="3581346" y="892172"/>
                  </a:cubicBezTo>
                  <a:cubicBezTo>
                    <a:pt x="3594773" y="1105621"/>
                    <a:pt x="3528271" y="1429386"/>
                    <a:pt x="3325536" y="1558242"/>
                  </a:cubicBezTo>
                  <a:cubicBezTo>
                    <a:pt x="3097342" y="1754900"/>
                    <a:pt x="2526131" y="1838394"/>
                    <a:pt x="2186773" y="1847140"/>
                  </a:cubicBezTo>
                  <a:cubicBezTo>
                    <a:pt x="1858617" y="1894470"/>
                    <a:pt x="1390872" y="1779402"/>
                    <a:pt x="1213047" y="1630466"/>
                  </a:cubicBezTo>
                  <a:cubicBezTo>
                    <a:pt x="1023420" y="1476355"/>
                    <a:pt x="1213683" y="1266449"/>
                    <a:pt x="957239" y="1124895"/>
                  </a:cubicBezTo>
                  <a:close/>
                </a:path>
                <a:path w="3582760" h="1848047" stroke="0" extrusionOk="0">
                  <a:moveTo>
                    <a:pt x="957239" y="1124895"/>
                  </a:moveTo>
                  <a:cubicBezTo>
                    <a:pt x="759778" y="992445"/>
                    <a:pt x="5895" y="908598"/>
                    <a:pt x="16" y="827972"/>
                  </a:cubicBezTo>
                  <a:cubicBezTo>
                    <a:pt x="-9903" y="773180"/>
                    <a:pt x="674137" y="817510"/>
                    <a:pt x="932482" y="723649"/>
                  </a:cubicBezTo>
                  <a:cubicBezTo>
                    <a:pt x="1139296" y="623437"/>
                    <a:pt x="1146060" y="368416"/>
                    <a:pt x="1254306" y="266227"/>
                  </a:cubicBezTo>
                  <a:cubicBezTo>
                    <a:pt x="1366145" y="161264"/>
                    <a:pt x="1392672" y="102693"/>
                    <a:pt x="1625643" y="57579"/>
                  </a:cubicBezTo>
                  <a:cubicBezTo>
                    <a:pt x="1924812" y="12347"/>
                    <a:pt x="2376885" y="393"/>
                    <a:pt x="2690139" y="17454"/>
                  </a:cubicBezTo>
                  <a:cubicBezTo>
                    <a:pt x="3028132" y="79382"/>
                    <a:pt x="3230435" y="194937"/>
                    <a:pt x="3391552" y="306352"/>
                  </a:cubicBezTo>
                  <a:cubicBezTo>
                    <a:pt x="3538516" y="428594"/>
                    <a:pt x="3611957" y="675403"/>
                    <a:pt x="3581346" y="892172"/>
                  </a:cubicBezTo>
                  <a:cubicBezTo>
                    <a:pt x="3559552" y="1095988"/>
                    <a:pt x="3518794" y="1440265"/>
                    <a:pt x="3325536" y="1558242"/>
                  </a:cubicBezTo>
                  <a:cubicBezTo>
                    <a:pt x="3136440" y="1725326"/>
                    <a:pt x="2456448" y="1836110"/>
                    <a:pt x="2186773" y="1847140"/>
                  </a:cubicBezTo>
                  <a:cubicBezTo>
                    <a:pt x="1840807" y="1859550"/>
                    <a:pt x="1405441" y="1760912"/>
                    <a:pt x="1213047" y="1630466"/>
                  </a:cubicBezTo>
                  <a:cubicBezTo>
                    <a:pt x="1022075" y="1549831"/>
                    <a:pt x="1168709" y="1258825"/>
                    <a:pt x="957239" y="1124895"/>
                  </a:cubicBezTo>
                  <a:close/>
                </a:path>
              </a:pathLst>
            </a:custGeom>
            <a:solidFill>
              <a:srgbClr val="C9C9C9"/>
            </a:solidFill>
            <a:ln w="38100">
              <a:solidFill>
                <a:schemeClr val="tx1">
                  <a:lumMod val="75000"/>
                  <a:lumOff val="25000"/>
                </a:schemeClr>
              </a:solidFill>
              <a:prstDash val="sysDash"/>
              <a:extLst>
                <a:ext uri="{C807C97D-BFC1-408E-A445-0C87EB9F89A2}">
                  <ask:lineSketchStyleProps xmlns:ask="http://schemas.microsoft.com/office/drawing/2018/sketchyshapes" sd="1086984844">
                    <a:custGeom>
                      <a:avLst/>
                      <a:gdLst>
                        <a:gd name="connsiteX0" fmla="*/ 1093529 w 4092867"/>
                        <a:gd name="connsiteY0" fmla="*/ 1321403 h 2170881"/>
                        <a:gd name="connsiteX1" fmla="*/ 19 w 4092867"/>
                        <a:gd name="connsiteY1" fmla="*/ 972611 h 2170881"/>
                        <a:gd name="connsiteX2" fmla="*/ 1065248 w 4092867"/>
                        <a:gd name="connsiteY2" fmla="*/ 850063 h 2170881"/>
                        <a:gd name="connsiteX3" fmla="*/ 1432893 w 4092867"/>
                        <a:gd name="connsiteY3" fmla="*/ 312735 h 2170881"/>
                        <a:gd name="connsiteX4" fmla="*/ 1857100 w 4092867"/>
                        <a:gd name="connsiteY4" fmla="*/ 67638 h 2170881"/>
                        <a:gd name="connsiteX5" fmla="*/ 3073157 w 4092867"/>
                        <a:gd name="connsiteY5" fmla="*/ 20504 h 2170881"/>
                        <a:gd name="connsiteX6" fmla="*/ 3874436 w 4092867"/>
                        <a:gd name="connsiteY6" fmla="*/ 359869 h 2170881"/>
                        <a:gd name="connsiteX7" fmla="*/ 4091252 w 4092867"/>
                        <a:gd name="connsiteY7" fmla="*/ 1048026 h 2170881"/>
                        <a:gd name="connsiteX8" fmla="*/ 3799021 w 4092867"/>
                        <a:gd name="connsiteY8" fmla="*/ 1830451 h 2170881"/>
                        <a:gd name="connsiteX9" fmla="*/ 2498122 w 4092867"/>
                        <a:gd name="connsiteY9" fmla="*/ 2169816 h 2170881"/>
                        <a:gd name="connsiteX10" fmla="*/ 1385759 w 4092867"/>
                        <a:gd name="connsiteY10" fmla="*/ 1915292 h 2170881"/>
                        <a:gd name="connsiteX11" fmla="*/ 1093529 w 4092867"/>
                        <a:gd name="connsiteY11" fmla="*/ 1321403 h 217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2867" h="2170881">
                          <a:moveTo>
                            <a:pt x="1093529" y="1321403"/>
                          </a:moveTo>
                          <a:cubicBezTo>
                            <a:pt x="862572" y="1164290"/>
                            <a:pt x="4733" y="1051168"/>
                            <a:pt x="19" y="972611"/>
                          </a:cubicBezTo>
                          <a:cubicBezTo>
                            <a:pt x="-4695" y="894054"/>
                            <a:pt x="826436" y="960042"/>
                            <a:pt x="1065248" y="850063"/>
                          </a:cubicBezTo>
                          <a:cubicBezTo>
                            <a:pt x="1304060" y="740084"/>
                            <a:pt x="1300918" y="443139"/>
                            <a:pt x="1432893" y="312735"/>
                          </a:cubicBezTo>
                          <a:cubicBezTo>
                            <a:pt x="1564868" y="182331"/>
                            <a:pt x="1583723" y="116343"/>
                            <a:pt x="1857100" y="67638"/>
                          </a:cubicBezTo>
                          <a:cubicBezTo>
                            <a:pt x="2130477" y="18933"/>
                            <a:pt x="2736934" y="-28201"/>
                            <a:pt x="3073157" y="20504"/>
                          </a:cubicBezTo>
                          <a:cubicBezTo>
                            <a:pt x="3409380" y="69209"/>
                            <a:pt x="3704754" y="188615"/>
                            <a:pt x="3874436" y="359869"/>
                          </a:cubicBezTo>
                          <a:cubicBezTo>
                            <a:pt x="4044118" y="531123"/>
                            <a:pt x="4103821" y="802929"/>
                            <a:pt x="4091252" y="1048026"/>
                          </a:cubicBezTo>
                          <a:cubicBezTo>
                            <a:pt x="4078683" y="1293123"/>
                            <a:pt x="4064543" y="1643486"/>
                            <a:pt x="3799021" y="1830451"/>
                          </a:cubicBezTo>
                          <a:cubicBezTo>
                            <a:pt x="3533499" y="2017416"/>
                            <a:pt x="2900332" y="2155676"/>
                            <a:pt x="2498122" y="2169816"/>
                          </a:cubicBezTo>
                          <a:cubicBezTo>
                            <a:pt x="2095912" y="2183956"/>
                            <a:pt x="1618287" y="2055123"/>
                            <a:pt x="1385759" y="1915292"/>
                          </a:cubicBezTo>
                          <a:cubicBezTo>
                            <a:pt x="1153231" y="1775461"/>
                            <a:pt x="1324486" y="1478516"/>
                            <a:pt x="1093529" y="1321403"/>
                          </a:cubicBezTo>
                          <a:close/>
                        </a:path>
                      </a:pathLst>
                    </a:custGeom>
                    <ask:type>
                      <ask:lineSketchFreehan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lumMod val="85000"/>
                    <a:lumOff val="15000"/>
                  </a:schemeClr>
                </a:solidFill>
              </a:endParaRPr>
            </a:p>
          </p:txBody>
        </p:sp>
        <p:sp>
          <p:nvSpPr>
            <p:cNvPr id="43" name="TextBox 42">
              <a:extLst>
                <a:ext uri="{FF2B5EF4-FFF2-40B4-BE49-F238E27FC236}">
                  <a16:creationId xmlns:a16="http://schemas.microsoft.com/office/drawing/2014/main" id="{92F1EAA8-0015-4327-33CD-F13D0C30FF8A}"/>
                </a:ext>
              </a:extLst>
            </p:cNvPr>
            <p:cNvSpPr txBox="1"/>
            <p:nvPr/>
          </p:nvSpPr>
          <p:spPr>
            <a:xfrm>
              <a:off x="8502978" y="4129703"/>
              <a:ext cx="2224726" cy="1200329"/>
            </a:xfrm>
            <a:prstGeom prst="rect">
              <a:avLst/>
            </a:prstGeom>
            <a:noFill/>
          </p:spPr>
          <p:txBody>
            <a:bodyPr wrap="square" rtlCol="0">
              <a:spAutoFit/>
            </a:bodyPr>
            <a:lstStyle/>
            <a:p>
              <a:pPr algn="ctr"/>
              <a:r>
                <a:rPr lang="en-CA" dirty="0"/>
                <a:t>Each pattern is a neuron. They’re sometimes called filters.</a:t>
              </a:r>
            </a:p>
          </p:txBody>
        </p:sp>
      </p:grpSp>
    </p:spTree>
    <p:extLst>
      <p:ext uri="{BB962C8B-B14F-4D97-AF65-F5344CB8AC3E}">
        <p14:creationId xmlns:p14="http://schemas.microsoft.com/office/powerpoint/2010/main" val="349415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E10120-C19E-76CE-2305-0BC306BDA1AE}"/>
              </a:ext>
            </a:extLst>
          </p:cNvPr>
          <p:cNvSpPr>
            <a:spLocks noGrp="1"/>
          </p:cNvSpPr>
          <p:nvPr>
            <p:ph type="title"/>
          </p:nvPr>
        </p:nvSpPr>
        <p:spPr/>
        <p:txBody>
          <a:bodyPr/>
          <a:lstStyle/>
          <a:p>
            <a:r>
              <a:rPr lang="en-CA" dirty="0"/>
              <a:t>Example:</a:t>
            </a:r>
            <a:br>
              <a:rPr lang="en-CA" dirty="0"/>
            </a:br>
            <a:r>
              <a:rPr lang="en-CA" dirty="0"/>
              <a:t>Predicting Images x2</a:t>
            </a:r>
          </a:p>
        </p:txBody>
      </p:sp>
      <p:pic>
        <p:nvPicPr>
          <p:cNvPr id="2" name="Picture 1">
            <a:extLst>
              <a:ext uri="{FF2B5EF4-FFF2-40B4-BE49-F238E27FC236}">
                <a16:creationId xmlns:a16="http://schemas.microsoft.com/office/drawing/2014/main" id="{0E03C2CC-F1BD-7C37-2267-394DBB1A99BB}"/>
              </a:ext>
            </a:extLst>
          </p:cNvPr>
          <p:cNvPicPr>
            <a:picLocks noChangeAspect="1"/>
          </p:cNvPicPr>
          <p:nvPr/>
        </p:nvPicPr>
        <p:blipFill>
          <a:blip r:embed="rId2"/>
          <a:stretch>
            <a:fillRect/>
          </a:stretch>
        </p:blipFill>
        <p:spPr>
          <a:xfrm>
            <a:off x="4592130" y="3839712"/>
            <a:ext cx="4522902" cy="970825"/>
          </a:xfrm>
          <a:prstGeom prst="rect">
            <a:avLst/>
          </a:prstGeom>
        </p:spPr>
      </p:pic>
      <p:pic>
        <p:nvPicPr>
          <p:cNvPr id="4" name="Picture 3">
            <a:extLst>
              <a:ext uri="{FF2B5EF4-FFF2-40B4-BE49-F238E27FC236}">
                <a16:creationId xmlns:a16="http://schemas.microsoft.com/office/drawing/2014/main" id="{78CCBA3A-8F1D-F612-4194-08BECB301CD4}"/>
              </a:ext>
            </a:extLst>
          </p:cNvPr>
          <p:cNvPicPr>
            <a:picLocks noChangeAspect="1"/>
          </p:cNvPicPr>
          <p:nvPr/>
        </p:nvPicPr>
        <p:blipFill>
          <a:blip r:embed="rId3"/>
          <a:stretch>
            <a:fillRect/>
          </a:stretch>
        </p:blipFill>
        <p:spPr>
          <a:xfrm>
            <a:off x="4592130" y="2675402"/>
            <a:ext cx="4521600" cy="973795"/>
          </a:xfrm>
          <a:prstGeom prst="rect">
            <a:avLst/>
          </a:prstGeom>
        </p:spPr>
      </p:pic>
    </p:spTree>
    <p:extLst>
      <p:ext uri="{BB962C8B-B14F-4D97-AF65-F5344CB8AC3E}">
        <p14:creationId xmlns:p14="http://schemas.microsoft.com/office/powerpoint/2010/main" val="2661324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37B0-EDAC-3599-FBB2-4A4CA3008545}"/>
              </a:ext>
            </a:extLst>
          </p:cNvPr>
          <p:cNvSpPr>
            <a:spLocks noGrp="1"/>
          </p:cNvSpPr>
          <p:nvPr>
            <p:ph type="title"/>
          </p:nvPr>
        </p:nvSpPr>
        <p:spPr/>
        <p:txBody>
          <a:bodyPr/>
          <a:lstStyle/>
          <a:p>
            <a:r>
              <a:rPr lang="en-CA" dirty="0"/>
              <a:t>Neural networks are best with complex data</a:t>
            </a:r>
          </a:p>
        </p:txBody>
      </p:sp>
      <p:sp>
        <p:nvSpPr>
          <p:cNvPr id="3" name="Text Placeholder 2">
            <a:extLst>
              <a:ext uri="{FF2B5EF4-FFF2-40B4-BE49-F238E27FC236}">
                <a16:creationId xmlns:a16="http://schemas.microsoft.com/office/drawing/2014/main" id="{1604B58D-0182-9058-406A-1D25585F4E7A}"/>
              </a:ext>
            </a:extLst>
          </p:cNvPr>
          <p:cNvSpPr>
            <a:spLocks noGrp="1"/>
          </p:cNvSpPr>
          <p:nvPr>
            <p:ph type="body" sz="quarter" idx="10"/>
          </p:nvPr>
        </p:nvSpPr>
        <p:spPr/>
        <p:txBody>
          <a:bodyPr/>
          <a:lstStyle/>
          <a:p>
            <a:endParaRPr lang="en-CA"/>
          </a:p>
        </p:txBody>
      </p:sp>
      <p:graphicFrame>
        <p:nvGraphicFramePr>
          <p:cNvPr id="7" name="Content Placeholder 6">
            <a:extLst>
              <a:ext uri="{FF2B5EF4-FFF2-40B4-BE49-F238E27FC236}">
                <a16:creationId xmlns:a16="http://schemas.microsoft.com/office/drawing/2014/main" id="{33CE8133-0E0E-0FA3-7057-AEF115111EA9}"/>
              </a:ext>
            </a:extLst>
          </p:cNvPr>
          <p:cNvGraphicFramePr>
            <a:graphicFrameLocks noGrp="1"/>
          </p:cNvGraphicFramePr>
          <p:nvPr>
            <p:ph idx="13"/>
          </p:nvPr>
        </p:nvGraphicFramePr>
        <p:xfrm>
          <a:off x="609600" y="1133475"/>
          <a:ext cx="10972800" cy="4637088"/>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513B7108-C446-98F7-54B1-E725E7DD6832}"/>
              </a:ext>
            </a:extLst>
          </p:cNvPr>
          <p:cNvPicPr>
            <a:picLocks noChangeAspect="1"/>
          </p:cNvPicPr>
          <p:nvPr/>
        </p:nvPicPr>
        <p:blipFill>
          <a:blip r:embed="rId3"/>
          <a:stretch>
            <a:fillRect/>
          </a:stretch>
        </p:blipFill>
        <p:spPr>
          <a:xfrm>
            <a:off x="7512180" y="49917"/>
            <a:ext cx="4521600" cy="973795"/>
          </a:xfrm>
          <a:prstGeom prst="rect">
            <a:avLst/>
          </a:prstGeom>
        </p:spPr>
      </p:pic>
      <p:sp>
        <p:nvSpPr>
          <p:cNvPr id="6" name="Rectangle 5">
            <a:extLst>
              <a:ext uri="{FF2B5EF4-FFF2-40B4-BE49-F238E27FC236}">
                <a16:creationId xmlns:a16="http://schemas.microsoft.com/office/drawing/2014/main" id="{13CED249-F682-79A4-7417-1A5BC640E07C}"/>
              </a:ext>
            </a:extLst>
          </p:cNvPr>
          <p:cNvSpPr/>
          <p:nvPr/>
        </p:nvSpPr>
        <p:spPr>
          <a:xfrm>
            <a:off x="7477125" y="1133475"/>
            <a:ext cx="2000250" cy="4714875"/>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4ECB6C06-F921-6E70-4209-99F757A49C8E}"/>
              </a:ext>
            </a:extLst>
          </p:cNvPr>
          <p:cNvSpPr/>
          <p:nvPr/>
        </p:nvSpPr>
        <p:spPr>
          <a:xfrm>
            <a:off x="9477375" y="1133475"/>
            <a:ext cx="2000250" cy="4714875"/>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49893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37B0-EDAC-3599-FBB2-4A4CA3008545}"/>
              </a:ext>
            </a:extLst>
          </p:cNvPr>
          <p:cNvSpPr>
            <a:spLocks noGrp="1"/>
          </p:cNvSpPr>
          <p:nvPr>
            <p:ph type="title"/>
          </p:nvPr>
        </p:nvSpPr>
        <p:spPr/>
        <p:txBody>
          <a:bodyPr/>
          <a:lstStyle/>
          <a:p>
            <a:r>
              <a:rPr lang="en-CA" dirty="0"/>
              <a:t>Neural networks are best with complex data</a:t>
            </a:r>
          </a:p>
        </p:txBody>
      </p:sp>
      <p:sp>
        <p:nvSpPr>
          <p:cNvPr id="3" name="Text Placeholder 2">
            <a:extLst>
              <a:ext uri="{FF2B5EF4-FFF2-40B4-BE49-F238E27FC236}">
                <a16:creationId xmlns:a16="http://schemas.microsoft.com/office/drawing/2014/main" id="{1604B58D-0182-9058-406A-1D25585F4E7A}"/>
              </a:ext>
            </a:extLst>
          </p:cNvPr>
          <p:cNvSpPr>
            <a:spLocks noGrp="1"/>
          </p:cNvSpPr>
          <p:nvPr>
            <p:ph type="body" sz="quarter" idx="10"/>
          </p:nvPr>
        </p:nvSpPr>
        <p:spPr/>
        <p:txBody>
          <a:bodyPr/>
          <a:lstStyle/>
          <a:p>
            <a:endParaRPr lang="en-CA"/>
          </a:p>
        </p:txBody>
      </p:sp>
      <p:graphicFrame>
        <p:nvGraphicFramePr>
          <p:cNvPr id="7" name="Content Placeholder 6">
            <a:extLst>
              <a:ext uri="{FF2B5EF4-FFF2-40B4-BE49-F238E27FC236}">
                <a16:creationId xmlns:a16="http://schemas.microsoft.com/office/drawing/2014/main" id="{33CE8133-0E0E-0FA3-7057-AEF115111EA9}"/>
              </a:ext>
            </a:extLst>
          </p:cNvPr>
          <p:cNvGraphicFramePr>
            <a:graphicFrameLocks noGrp="1"/>
          </p:cNvGraphicFramePr>
          <p:nvPr>
            <p:ph idx="13"/>
          </p:nvPr>
        </p:nvGraphicFramePr>
        <p:xfrm>
          <a:off x="609600" y="1133475"/>
          <a:ext cx="10972800" cy="4637088"/>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5E9211A8-ED26-B3BB-B0F0-481ACFB4AB60}"/>
              </a:ext>
            </a:extLst>
          </p:cNvPr>
          <p:cNvPicPr>
            <a:picLocks noChangeAspect="1"/>
          </p:cNvPicPr>
          <p:nvPr/>
        </p:nvPicPr>
        <p:blipFill>
          <a:blip r:embed="rId3"/>
          <a:stretch>
            <a:fillRect/>
          </a:stretch>
        </p:blipFill>
        <p:spPr>
          <a:xfrm>
            <a:off x="7606449" y="52887"/>
            <a:ext cx="4522902" cy="970825"/>
          </a:xfrm>
          <a:prstGeom prst="rect">
            <a:avLst/>
          </a:prstGeom>
        </p:spPr>
      </p:pic>
      <p:sp>
        <p:nvSpPr>
          <p:cNvPr id="8" name="Rectangle 7">
            <a:extLst>
              <a:ext uri="{FF2B5EF4-FFF2-40B4-BE49-F238E27FC236}">
                <a16:creationId xmlns:a16="http://schemas.microsoft.com/office/drawing/2014/main" id="{5C103912-25AB-F193-8B23-7FC50E9434A4}"/>
              </a:ext>
            </a:extLst>
          </p:cNvPr>
          <p:cNvSpPr/>
          <p:nvPr/>
        </p:nvSpPr>
        <p:spPr>
          <a:xfrm>
            <a:off x="7477125" y="1133475"/>
            <a:ext cx="2000250" cy="4714875"/>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43272C26-3306-656D-2E8F-6AF38F3E112A}"/>
              </a:ext>
            </a:extLst>
          </p:cNvPr>
          <p:cNvSpPr/>
          <p:nvPr/>
        </p:nvSpPr>
        <p:spPr>
          <a:xfrm>
            <a:off x="9477375" y="1133475"/>
            <a:ext cx="2000250" cy="4714875"/>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41131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6B65406-8A74-6432-6175-AC4CA8AE645B}"/>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5004605" y="2793445"/>
            <a:ext cx="4348162" cy="2571751"/>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2F0D2832-825C-9066-EEA1-D2C5CC0DA8F8}"/>
              </a:ext>
            </a:extLst>
          </p:cNvPr>
          <p:cNvSpPr>
            <a:spLocks noGrp="1"/>
          </p:cNvSpPr>
          <p:nvPr>
            <p:ph type="title"/>
          </p:nvPr>
        </p:nvSpPr>
        <p:spPr/>
        <p:txBody>
          <a:bodyPr/>
          <a:lstStyle/>
          <a:p>
            <a:r>
              <a:rPr lang="en-CA" dirty="0"/>
              <a:t>Let’s jump into Python!</a:t>
            </a:r>
          </a:p>
        </p:txBody>
      </p:sp>
      <p:sp>
        <p:nvSpPr>
          <p:cNvPr id="3" name="Text Placeholder 2">
            <a:extLst>
              <a:ext uri="{FF2B5EF4-FFF2-40B4-BE49-F238E27FC236}">
                <a16:creationId xmlns:a16="http://schemas.microsoft.com/office/drawing/2014/main" id="{FE285ABD-4C3F-99F3-272A-F2E92B6C5C22}"/>
              </a:ext>
            </a:extLst>
          </p:cNvPr>
          <p:cNvSpPr>
            <a:spLocks noGrp="1"/>
          </p:cNvSpPr>
          <p:nvPr>
            <p:ph type="body" sz="quarter" idx="10"/>
          </p:nvPr>
        </p:nvSpPr>
        <p:spPr/>
        <p:txBody>
          <a:bodyPr/>
          <a:lstStyle/>
          <a:p>
            <a:endParaRPr lang="en-CA"/>
          </a:p>
        </p:txBody>
      </p:sp>
      <p:pic>
        <p:nvPicPr>
          <p:cNvPr id="10" name="Picture 9">
            <a:extLst>
              <a:ext uri="{FF2B5EF4-FFF2-40B4-BE49-F238E27FC236}">
                <a16:creationId xmlns:a16="http://schemas.microsoft.com/office/drawing/2014/main" id="{CB2D5247-D3F4-341A-CEF7-22DB1F5A7750}"/>
              </a:ext>
            </a:extLst>
          </p:cNvPr>
          <p:cNvPicPr>
            <a:picLocks noChangeAspect="1"/>
          </p:cNvPicPr>
          <p:nvPr/>
        </p:nvPicPr>
        <p:blipFill>
          <a:blip r:embed="rId3"/>
          <a:stretch>
            <a:fillRect/>
          </a:stretch>
        </p:blipFill>
        <p:spPr>
          <a:xfrm>
            <a:off x="1147762" y="1390650"/>
            <a:ext cx="5857875" cy="2571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18577960"/>
      </p:ext>
    </p:extLst>
  </p:cSld>
  <p:clrMapOvr>
    <a:masterClrMapping/>
  </p:clrMapOvr>
</p:sld>
</file>

<file path=ppt/theme/theme1.xml><?xml version="1.0" encoding="utf-8"?>
<a:theme xmlns:a="http://schemas.openxmlformats.org/drawingml/2006/main" name="Dig Insights">
  <a:themeElements>
    <a:clrScheme name="Custom 2">
      <a:dk1>
        <a:srgbClr val="000000"/>
      </a:dk1>
      <a:lt1>
        <a:srgbClr val="F2F0E7"/>
      </a:lt1>
      <a:dk2>
        <a:srgbClr val="003933"/>
      </a:dk2>
      <a:lt2>
        <a:srgbClr val="ACCF2A"/>
      </a:lt2>
      <a:accent1>
        <a:srgbClr val="3D3DB0"/>
      </a:accent1>
      <a:accent2>
        <a:srgbClr val="E4726E"/>
      </a:accent2>
      <a:accent3>
        <a:srgbClr val="178AB5"/>
      </a:accent3>
      <a:accent4>
        <a:srgbClr val="D470C9"/>
      </a:accent4>
      <a:accent5>
        <a:srgbClr val="A196EB"/>
      </a:accent5>
      <a:accent6>
        <a:srgbClr val="FAB03B"/>
      </a:accent6>
      <a:hlink>
        <a:srgbClr val="0D7B59"/>
      </a:hlink>
      <a:folHlink>
        <a:srgbClr val="FAB03B"/>
      </a:folHlink>
    </a:clrScheme>
    <a:fontScheme name="Custom 1">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Dig 2022" id="{0039E852-FC6F-403A-BD40-C233BBC97390}" vid="{7ADA8D06-056A-48B8-9E70-2A5A63B2C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Dig 2022</Template>
  <TotalTime>38866</TotalTime>
  <Words>2777</Words>
  <Application>Microsoft Macintosh PowerPoint</Application>
  <PresentationFormat>Widescreen</PresentationFormat>
  <Paragraphs>582</Paragraphs>
  <Slides>58</Slides>
  <Notes>29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Bierstadt</vt:lpstr>
      <vt:lpstr>Calibri</vt:lpstr>
      <vt:lpstr>Cambria Math</vt:lpstr>
      <vt:lpstr>Impact</vt:lpstr>
      <vt:lpstr>Wingdings</vt:lpstr>
      <vt:lpstr>Dig Insights</vt:lpstr>
      <vt:lpstr>Math/Coding/AI Week</vt:lpstr>
      <vt:lpstr>Overall Agenda</vt:lpstr>
      <vt:lpstr>Why does math matter? This is AI generated artwork. It’s a bunch of math.</vt:lpstr>
      <vt:lpstr>Day 1: Intro to Math Programming</vt:lpstr>
      <vt:lpstr>Day 1 Agenda</vt:lpstr>
      <vt:lpstr>Every technology and business around us uses math</vt:lpstr>
      <vt:lpstr>Math on paper is great for learning, but we need computers to scale</vt:lpstr>
      <vt:lpstr>Here are the example calculations inside an AI model:</vt:lpstr>
      <vt:lpstr>Images are processed by AI starting with the individual pixels, then lines, then shapes, then more and more complex patterns</vt:lpstr>
      <vt:lpstr>Why do we need to scale? Images</vt:lpstr>
      <vt:lpstr>Our brains are like computers. </vt:lpstr>
      <vt:lpstr>What is a model?</vt:lpstr>
      <vt:lpstr>Language Model</vt:lpstr>
      <vt:lpstr>Let’s jump into Python!</vt:lpstr>
      <vt:lpstr>Day 2: Simple Models</vt:lpstr>
      <vt:lpstr>Day 2 Agenda</vt:lpstr>
      <vt:lpstr>What is a model? (Reminder from Day 1)</vt:lpstr>
      <vt:lpstr>But what is a model?</vt:lpstr>
      <vt:lpstr>Simplest model</vt:lpstr>
      <vt:lpstr>An example of a simple model</vt:lpstr>
      <vt:lpstr>A bit more complicated example</vt:lpstr>
      <vt:lpstr>A slightly more complicated pattern – predict the grade!</vt:lpstr>
      <vt:lpstr>Now let’s look at the formula for this model.</vt:lpstr>
      <vt:lpstr>The model is the average!</vt:lpstr>
      <vt:lpstr>The model is the average!</vt:lpstr>
      <vt:lpstr>The math for the more complicated example!</vt:lpstr>
      <vt:lpstr>To make predictions, we need data. But what is data? A hockey example</vt:lpstr>
      <vt:lpstr>Let’s jump into Python!</vt:lpstr>
      <vt:lpstr>Day 3: Intro to Machine Learning Models</vt:lpstr>
      <vt:lpstr>Day 3 Agenda</vt:lpstr>
      <vt:lpstr>What is a model? (Reminder from Day 1)</vt:lpstr>
      <vt:lpstr>But what is a model?</vt:lpstr>
      <vt:lpstr>Common Misconception: Is AI always learning, just like us?</vt:lpstr>
      <vt:lpstr>How Machine Learning Actually Works:  Two separate modes. Never both at once.</vt:lpstr>
      <vt:lpstr>PowerPoint Presentation</vt:lpstr>
      <vt:lpstr>Linear Models – Reminder from Day 2</vt:lpstr>
      <vt:lpstr>What if your pattern doesn’t look like a straight line?</vt:lpstr>
      <vt:lpstr>We can improve our models with multiple variables</vt:lpstr>
      <vt:lpstr>Decision Tree Model</vt:lpstr>
      <vt:lpstr>Decision Tree Model</vt:lpstr>
      <vt:lpstr>What is this called? A Model with Many Trees Combined!</vt:lpstr>
      <vt:lpstr>Let’s jump into Python!</vt:lpstr>
      <vt:lpstr>Day 4: Intro to Neural Networks</vt:lpstr>
      <vt:lpstr>Day 4 Agenda</vt:lpstr>
      <vt:lpstr>What is a model? (Reminder from Day 1)</vt:lpstr>
      <vt:lpstr>What does a model do?</vt:lpstr>
      <vt:lpstr>PowerPoint Presentation</vt:lpstr>
      <vt:lpstr>When are neural networks better than other types of models?</vt:lpstr>
      <vt:lpstr>Brief History of Neural Networks</vt:lpstr>
      <vt:lpstr>The simplest neural network is just another way to write the formula of a line!</vt:lpstr>
      <vt:lpstr>Re-writing our weighted average to neural network format</vt:lpstr>
      <vt:lpstr>A “Deep” Neural Network with 2 layers and 10 neurons</vt:lpstr>
      <vt:lpstr>Ignoring Relative Location</vt:lpstr>
      <vt:lpstr>Convolutions</vt:lpstr>
      <vt:lpstr>Example: Predicting Images x2</vt:lpstr>
      <vt:lpstr>Neural networks are best with complex data</vt:lpstr>
      <vt:lpstr>Neural networks are best with complex data</vt:lpstr>
      <vt:lpstr>Let’s jump into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start with a quick Bible example</dc:title>
  <dc:creator>Joel Anderson [Dig]</dc:creator>
  <cp:lastModifiedBy>Joel Anderson [Dig]</cp:lastModifiedBy>
  <cp:revision>69</cp:revision>
  <dcterms:created xsi:type="dcterms:W3CDTF">2023-10-10T20:40:47Z</dcterms:created>
  <dcterms:modified xsi:type="dcterms:W3CDTF">2026-04-06T13:09:48Z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a5e02b9-ebb1-45d4-95d4-03dddc90931c_Enabled">
    <vt:lpwstr>true</vt:lpwstr>
  </property>
  <property fmtid="{D5CDD505-2E9C-101B-9397-08002B2CF9AE}" pid="3" name="MSIP_Label_0a5e02b9-ebb1-45d4-95d4-03dddc90931c_SetDate">
    <vt:lpwstr>2023-10-10T21:02:21Z</vt:lpwstr>
  </property>
  <property fmtid="{D5CDD505-2E9C-101B-9397-08002B2CF9AE}" pid="4" name="MSIP_Label_0a5e02b9-ebb1-45d4-95d4-03dddc90931c_Method">
    <vt:lpwstr>Standard</vt:lpwstr>
  </property>
  <property fmtid="{D5CDD505-2E9C-101B-9397-08002B2CF9AE}" pid="5" name="MSIP_Label_0a5e02b9-ebb1-45d4-95d4-03dddc90931c_Name">
    <vt:lpwstr>Restricted</vt:lpwstr>
  </property>
  <property fmtid="{D5CDD505-2E9C-101B-9397-08002B2CF9AE}" pid="6" name="MSIP_Label_0a5e02b9-ebb1-45d4-95d4-03dddc90931c_SiteId">
    <vt:lpwstr>459c7ac7-76e7-4b87-8d81-2a16fca9f62e</vt:lpwstr>
  </property>
  <property fmtid="{D5CDD505-2E9C-101B-9397-08002B2CF9AE}" pid="7" name="MSIP_Label_0a5e02b9-ebb1-45d4-95d4-03dddc90931c_ActionId">
    <vt:lpwstr>b6afde5d-c5f9-4ab3-a725-45332e21a1fc</vt:lpwstr>
  </property>
  <property fmtid="{D5CDD505-2E9C-101B-9397-08002B2CF9AE}" pid="8" name="MSIP_Label_0a5e02b9-ebb1-45d4-95d4-03dddc90931c_ContentBits">
    <vt:lpwstr>0</vt:lpwstr>
  </property>
</Properties>
</file>